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4E5_963F951E.xml" ContentType="application/vnd.ms-powerpoint.comments+xml"/>
  <Override PartName="/ppt/comments/modernComment_4ED_7C582C1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0" r:id="rId1"/>
  </p:sldMasterIdLst>
  <p:notesMasterIdLst>
    <p:notesMasterId r:id="rId58"/>
  </p:notesMasterIdLst>
  <p:handoutMasterIdLst>
    <p:handoutMasterId r:id="rId59"/>
  </p:handoutMasterIdLst>
  <p:sldIdLst>
    <p:sldId id="259" r:id="rId2"/>
    <p:sldId id="344" r:id="rId3"/>
    <p:sldId id="262" r:id="rId4"/>
    <p:sldId id="362" r:id="rId5"/>
    <p:sldId id="889" r:id="rId6"/>
    <p:sldId id="890" r:id="rId7"/>
    <p:sldId id="895" r:id="rId8"/>
    <p:sldId id="365" r:id="rId9"/>
    <p:sldId id="1224" r:id="rId10"/>
    <p:sldId id="1223" r:id="rId11"/>
    <p:sldId id="1225" r:id="rId12"/>
    <p:sldId id="1227" r:id="rId13"/>
    <p:sldId id="1226" r:id="rId14"/>
    <p:sldId id="1228" r:id="rId15"/>
    <p:sldId id="1230" r:id="rId16"/>
    <p:sldId id="1229" r:id="rId17"/>
    <p:sldId id="1231" r:id="rId18"/>
    <p:sldId id="1232" r:id="rId19"/>
    <p:sldId id="1233" r:id="rId20"/>
    <p:sldId id="1234" r:id="rId21"/>
    <p:sldId id="1235" r:id="rId22"/>
    <p:sldId id="1236" r:id="rId23"/>
    <p:sldId id="1237" r:id="rId24"/>
    <p:sldId id="1238" r:id="rId25"/>
    <p:sldId id="1239" r:id="rId26"/>
    <p:sldId id="1240" r:id="rId27"/>
    <p:sldId id="1241" r:id="rId28"/>
    <p:sldId id="1243" r:id="rId29"/>
    <p:sldId id="1242" r:id="rId30"/>
    <p:sldId id="1244" r:id="rId31"/>
    <p:sldId id="1245" r:id="rId32"/>
    <p:sldId id="1247" r:id="rId33"/>
    <p:sldId id="1248" r:id="rId34"/>
    <p:sldId id="1246" r:id="rId35"/>
    <p:sldId id="1249" r:id="rId36"/>
    <p:sldId id="1250" r:id="rId37"/>
    <p:sldId id="1251" r:id="rId38"/>
    <p:sldId id="1252" r:id="rId39"/>
    <p:sldId id="1253" r:id="rId40"/>
    <p:sldId id="1254" r:id="rId41"/>
    <p:sldId id="1255" r:id="rId42"/>
    <p:sldId id="1256" r:id="rId43"/>
    <p:sldId id="1257" r:id="rId44"/>
    <p:sldId id="1259" r:id="rId45"/>
    <p:sldId id="1260" r:id="rId46"/>
    <p:sldId id="1261" r:id="rId47"/>
    <p:sldId id="1262" r:id="rId48"/>
    <p:sldId id="1263" r:id="rId49"/>
    <p:sldId id="1264" r:id="rId50"/>
    <p:sldId id="1265" r:id="rId51"/>
    <p:sldId id="1266" r:id="rId52"/>
    <p:sldId id="1267" r:id="rId53"/>
    <p:sldId id="1268" r:id="rId54"/>
    <p:sldId id="1271" r:id="rId55"/>
    <p:sldId id="1270" r:id="rId56"/>
    <p:sldId id="885" r:id="rId57"/>
  </p:sldIdLst>
  <p:sldSz cx="9906000" cy="6858000" type="A4"/>
  <p:notesSz cx="6807200" cy="9939338"/>
  <p:embeddedFontLst>
    <p:embeddedFont>
      <p:font typeface="consolas" panose="020B0609020204030204" pitchFamily="49" charset="0"/>
      <p:regular r:id="rId60"/>
      <p:bold r:id="rId61"/>
      <p:italic r:id="rId62"/>
      <p:boldItalic r:id="rId63"/>
    </p:embeddedFont>
    <p:embeddedFont>
      <p:font typeface="Spoqa Han Sans Neo Regular" panose="020B0500000000000000" pitchFamily="34" charset="-127"/>
      <p:regular r:id="rId64"/>
    </p:embeddedFont>
    <p:embeddedFont>
      <p:font typeface="맑은 고딕" panose="020B0503020000020004" pitchFamily="50" charset="-127"/>
      <p:regular r:id="rId65"/>
      <p:bold r:id="rId6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구역" id="{E5C559B9-E0CC-4F47-88AE-96187FF046FC}">
          <p14:sldIdLst>
            <p14:sldId id="259"/>
            <p14:sldId id="344"/>
          </p14:sldIdLst>
        </p14:section>
        <p14:section name="개요" id="{074011A1-620E-43A4-B431-669458756516}">
          <p14:sldIdLst>
            <p14:sldId id="262"/>
            <p14:sldId id="362"/>
            <p14:sldId id="889"/>
            <p14:sldId id="890"/>
            <p14:sldId id="895"/>
          </p14:sldIdLst>
        </p14:section>
        <p14:section name="진단결과요약" id="{32F9627B-EC06-4C67-8F0E-D0763085638C}">
          <p14:sldIdLst>
            <p14:sldId id="365"/>
          </p14:sldIdLst>
        </p14:section>
        <p14:section name="메인" id="{939D4346-1AD8-44E9-AE7D-27378F5D6D1E}">
          <p14:sldIdLst>
            <p14:sldId id="1224"/>
            <p14:sldId id="1223"/>
            <p14:sldId id="1225"/>
            <p14:sldId id="1227"/>
          </p14:sldIdLst>
        </p14:section>
        <p14:section name="홈&gt;금융하기&gt;이체&gt;돈보내기&gt;이체하기(전체단계)" id="{07BFEBC5-C621-4E47-9D46-3AE376BA5788}">
          <p14:sldIdLst>
            <p14:sldId id="1226"/>
            <p14:sldId id="1228"/>
            <p14:sldId id="1230"/>
          </p14:sldIdLst>
        </p14:section>
        <p14:section name="홈&gt;라이프&gt;꿀티켓&gt;공연 더보기&gt;'뮤지컬 &lt;오페라의 유령&gt;-대구'&gt;예매하기(전체단계)" id="{342FA9BA-87A1-45D4-AB2F-AA271D5997CD}">
          <p14:sldIdLst>
            <p14:sldId id="1229"/>
            <p14:sldId id="1231"/>
            <p14:sldId id="1232"/>
            <p14:sldId id="1233"/>
            <p14:sldId id="1234"/>
            <p14:sldId id="1235"/>
            <p14:sldId id="1236"/>
            <p14:sldId id="1237"/>
            <p14:sldId id="1238"/>
            <p14:sldId id="1239"/>
            <p14:sldId id="1240"/>
            <p14:sldId id="1241"/>
          </p14:sldIdLst>
        </p14:section>
        <p14:section name="홈&gt;금융하기&gt;상품가입&gt;예금&gt;입출금&gt;'Only One 통장(개인)'&gt;가입하기(전체단계)" id="{B94FB308-C761-4617-A2DB-FD68B1136FBC}">
          <p14:sldIdLst>
            <p14:sldId id="1243"/>
            <p14:sldId id="1242"/>
            <p14:sldId id="1244"/>
            <p14:sldId id="1245"/>
            <p14:sldId id="1247"/>
            <p14:sldId id="1248"/>
            <p14:sldId id="1246"/>
            <p14:sldId id="1249"/>
          </p14:sldIdLst>
        </p14:section>
        <p14:section name="홈&gt;금융하기&gt;대출&gt;담보대출&gt;'인터넷예적금담보대출'&gt;신청하기(전체단계)" id="{77EC1214-9E4D-41A0-B428-67C544DFB326}">
          <p14:sldIdLst>
            <p14:sldId id="1250"/>
            <p14:sldId id="1251"/>
            <p14:sldId id="1252"/>
          </p14:sldIdLst>
        </p14:section>
        <p14:section name="홈&gt;금융하기&gt;카드&gt;카드 둘러보기&gt;'DingDing 신용 Card'&gt;신청하기(전체단계)" id="{A2635D58-F3E5-48DF-ABA0-1AB6A0F948D9}">
          <p14:sldIdLst>
            <p14:sldId id="1253"/>
          </p14:sldIdLst>
        </p14:section>
        <p14:section name="홈&gt;금융하기&gt;퇴직연금&gt;퇴직연금 가입하기(전체단계)" id="{AD5092BC-A208-4FE2-8A4E-9059C4208BF6}">
          <p14:sldIdLst>
            <p14:sldId id="1254"/>
          </p14:sldIdLst>
        </p14:section>
        <p14:section name="홈&gt;금융하기&gt;보험&gt;보험관리&gt;보험가입&gt;'연금저축(무)KDB다이렉트연금보험'&gt;설계하기(전체단계)" id="{0A25F7FB-561B-4FEC-8C64-32B16B6985DA}">
          <p14:sldIdLst>
            <p14:sldId id="1255"/>
            <p14:sldId id="1256"/>
            <p14:sldId id="1257"/>
            <p14:sldId id="1259"/>
            <p14:sldId id="1260"/>
            <p14:sldId id="1261"/>
          </p14:sldIdLst>
        </p14:section>
        <p14:section name="홈&gt;금융하기&gt;보험&gt;보험관리&gt;실손보험청구&gt;사진으로 청구하기(전체단계)" id="{31E190AE-453B-41EE-A121-BB2E92D4A42B}">
          <p14:sldIdLst>
            <p14:sldId id="1262"/>
            <p14:sldId id="1263"/>
            <p14:sldId id="1264"/>
            <p14:sldId id="1265"/>
            <p14:sldId id="1266"/>
            <p14:sldId id="1267"/>
          </p14:sldIdLst>
        </p14:section>
        <p14:section name="홈&gt;로그인" id="{918F8A24-F687-4406-BD1C-BD60CB0B30AC}">
          <p14:sldIdLst>
            <p14:sldId id="1268"/>
            <p14:sldId id="1271"/>
            <p14:sldId id="1270"/>
          </p14:sldIdLst>
        </p14:section>
        <p14:section name="끝표지" id="{2E65B9B2-DCAA-46F1-9182-C62578D9A669}">
          <p14:sldIdLst>
            <p14:sldId id="885"/>
          </p14:sldIdLst>
        </p14:section>
      </p14:sectionLst>
    </p:ext>
    <p:ext uri="{EFAFB233-063F-42B5-8137-9DF3F51BA10A}">
      <p15:sldGuideLst xmlns:p15="http://schemas.microsoft.com/office/powerpoint/2012/main">
        <p15:guide id="1" pos="3120" userDrawn="1">
          <p15:clr>
            <a:srgbClr val="A4A3A4"/>
          </p15:clr>
        </p15:guide>
        <p15:guide id="2" orient="horz" pos="22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D57D48-4098-80A9-8E46-617B0BCEC2EB}" name="김명호" initials="김" userId="S::kmh@snclabcorp.onmicrosoft.com::e0d603aa-548e-418b-a070-918475337925" providerId="AD"/>
  <p188:author id="{D740117B-E5DA-9BED-B104-7FC9594153B9}" name="조가은" initials="가조" userId="S::gaeun@snclabcorp.onmicrosoft.com::065e7b17-8815-4ba6-a5fc-a13e0149a0c1" providerId="AD"/>
  <p188:author id="{AF8592BB-C5DA-106F-E914-F463DEC1D66C}" name="전영진" initials="전" userId="S::ipinid613@snclabcorp.onmicrosoft.com::98df63d1-9780-4548-bf83-53aea51edba3" providerId="AD"/>
  <p188:author id="{C8F505D2-A12F-A76D-3D6D-4D3823031CD9}" name="강다혜" initials="강" userId="S::dahyek@snclabcorp.onmicrosoft.com::76862be5-6459-46bc-b30d-20a8f5161c9e" providerId="AD"/>
  <p188:author id="{1FC4C5EF-20EF-214B-903A-961831A3A026}" name="인턴" initials="인에" userId="S::intern@snclabcorp.onmicrosoft.com::fe511475-37af-4df2-9265-8c8ca6edbf0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Giyeon" initials="KG" lastIdx="7" clrIdx="0">
    <p:extLst>
      <p:ext uri="{19B8F6BF-5375-455C-9EA6-DF929625EA0E}">
        <p15:presenceInfo xmlns:p15="http://schemas.microsoft.com/office/powerpoint/2012/main" userId="eae28d0ded6e689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3933"/>
    <a:srgbClr val="FFFFFF"/>
    <a:srgbClr val="3F3F3F"/>
    <a:srgbClr val="B62C14"/>
    <a:srgbClr val="E67261"/>
    <a:srgbClr val="F2F2F2"/>
    <a:srgbClr val="F03B20"/>
    <a:srgbClr val="9F9F9F"/>
    <a:srgbClr val="A0B3A5"/>
    <a:srgbClr val="C9D1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653139-E7ED-4AC0-9D02-B446057A0D5F}" v="16" dt="2024-02-15T08:14:04.044"/>
    <p1510:client id="{BE5C7965-EB4F-496A-A172-FF5B06934F2A}" v="1" dt="2024-02-15T08:08:28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6445" autoAdjust="0"/>
  </p:normalViewPr>
  <p:slideViewPr>
    <p:cSldViewPr snapToGrid="0">
      <p:cViewPr varScale="1">
        <p:scale>
          <a:sx n="113" d="100"/>
          <a:sy n="113" d="100"/>
        </p:scale>
        <p:origin x="1368" y="108"/>
      </p:cViewPr>
      <p:guideLst>
        <p:guide pos="3120"/>
        <p:guide orient="horz" pos="22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77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7.fntdata"/><Relationship Id="rId74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명호" userId="e0d603aa-548e-418b-a070-918475337925" providerId="ADAL" clId="{4AB4B322-134D-470F-8DCF-10F1199C1E02}"/>
    <pc:docChg chg="undo redo custSel delSld modSld modSection">
      <pc:chgData name="김명호" userId="e0d603aa-548e-418b-a070-918475337925" providerId="ADAL" clId="{4AB4B322-134D-470F-8DCF-10F1199C1E02}" dt="2024-02-06T06:58:54.817" v="2252" actId="20577"/>
      <pc:docMkLst>
        <pc:docMk/>
      </pc:docMkLst>
      <pc:sldChg chg="modSp mod">
        <pc:chgData name="김명호" userId="e0d603aa-548e-418b-a070-918475337925" providerId="ADAL" clId="{4AB4B322-134D-470F-8DCF-10F1199C1E02}" dt="2024-02-06T05:19:35.707" v="89" actId="20577"/>
        <pc:sldMkLst>
          <pc:docMk/>
          <pc:sldMk cId="455708791" sldId="1223"/>
        </pc:sldMkLst>
        <pc:spChg chg="mod">
          <ac:chgData name="김명호" userId="e0d603aa-548e-418b-a070-918475337925" providerId="ADAL" clId="{4AB4B322-134D-470F-8DCF-10F1199C1E02}" dt="2024-02-06T05:19:35.707" v="89" actId="20577"/>
          <ac:spMkLst>
            <pc:docMk/>
            <pc:sldMk cId="455708791" sldId="1223"/>
            <ac:spMk id="6" creationId="{2D0122EB-0C1A-A932-AA76-72D8230768A9}"/>
          </ac:spMkLst>
        </pc:spChg>
      </pc:sldChg>
      <pc:sldChg chg="modSp mod">
        <pc:chgData name="김명호" userId="e0d603aa-548e-418b-a070-918475337925" providerId="ADAL" clId="{4AB4B322-134D-470F-8DCF-10F1199C1E02}" dt="2024-02-06T05:18:44.714" v="63" actId="6549"/>
        <pc:sldMkLst>
          <pc:docMk/>
          <pc:sldMk cId="560076482" sldId="1224"/>
        </pc:sldMkLst>
        <pc:spChg chg="mod">
          <ac:chgData name="김명호" userId="e0d603aa-548e-418b-a070-918475337925" providerId="ADAL" clId="{4AB4B322-134D-470F-8DCF-10F1199C1E02}" dt="2024-02-06T05:18:44.714" v="63" actId="6549"/>
          <ac:spMkLst>
            <pc:docMk/>
            <pc:sldMk cId="560076482" sldId="1224"/>
            <ac:spMk id="6" creationId="{6253C136-745B-064B-E9FA-3AA92053FEA0}"/>
          </ac:spMkLst>
        </pc:spChg>
      </pc:sldChg>
      <pc:sldChg chg="addSp modSp mod">
        <pc:chgData name="김명호" userId="e0d603aa-548e-418b-a070-918475337925" providerId="ADAL" clId="{4AB4B322-134D-470F-8DCF-10F1199C1E02}" dt="2024-02-06T05:55:07.841" v="834"/>
        <pc:sldMkLst>
          <pc:docMk/>
          <pc:sldMk cId="1743800576" sldId="1225"/>
        </pc:sldMkLst>
        <pc:spChg chg="mod">
          <ac:chgData name="김명호" userId="e0d603aa-548e-418b-a070-918475337925" providerId="ADAL" clId="{4AB4B322-134D-470F-8DCF-10F1199C1E02}" dt="2024-02-06T05:20:56.180" v="111"/>
          <ac:spMkLst>
            <pc:docMk/>
            <pc:sldMk cId="1743800576" sldId="1225"/>
            <ac:spMk id="6" creationId="{8DB40C8C-5AAD-95E0-8578-5D6B38E22858}"/>
          </ac:spMkLst>
        </pc:spChg>
        <pc:spChg chg="add mod">
          <ac:chgData name="김명호" userId="e0d603aa-548e-418b-a070-918475337925" providerId="ADAL" clId="{4AB4B322-134D-470F-8DCF-10F1199C1E02}" dt="2024-02-06T05:55:07.841" v="834"/>
          <ac:spMkLst>
            <pc:docMk/>
            <pc:sldMk cId="1743800576" sldId="1225"/>
            <ac:spMk id="8" creationId="{F9A228DB-9CDA-BE6F-221A-6911E9C75875}"/>
          </ac:spMkLst>
        </pc:spChg>
      </pc:sldChg>
      <pc:sldChg chg="modSp mod">
        <pc:chgData name="김명호" userId="e0d603aa-548e-418b-a070-918475337925" providerId="ADAL" clId="{4AB4B322-134D-470F-8DCF-10F1199C1E02}" dt="2024-02-06T05:27:15.459" v="300"/>
        <pc:sldMkLst>
          <pc:docMk/>
          <pc:sldMk cId="13760102" sldId="1226"/>
        </pc:sldMkLst>
        <pc:spChg chg="mod">
          <ac:chgData name="김명호" userId="e0d603aa-548e-418b-a070-918475337925" providerId="ADAL" clId="{4AB4B322-134D-470F-8DCF-10F1199C1E02}" dt="2024-02-06T05:27:15.459" v="300"/>
          <ac:spMkLst>
            <pc:docMk/>
            <pc:sldMk cId="13760102" sldId="1226"/>
            <ac:spMk id="6" creationId="{F619F7D5-4137-60A7-889F-8177FA0ED5A2}"/>
          </ac:spMkLst>
        </pc:spChg>
      </pc:sldChg>
      <pc:sldChg chg="modSp mod">
        <pc:chgData name="김명호" userId="e0d603aa-548e-418b-a070-918475337925" providerId="ADAL" clId="{4AB4B322-134D-470F-8DCF-10F1199C1E02}" dt="2024-02-06T05:24:11.229" v="264" actId="20577"/>
        <pc:sldMkLst>
          <pc:docMk/>
          <pc:sldMk cId="3372961738" sldId="1227"/>
        </pc:sldMkLst>
        <pc:spChg chg="mod">
          <ac:chgData name="김명호" userId="e0d603aa-548e-418b-a070-918475337925" providerId="ADAL" clId="{4AB4B322-134D-470F-8DCF-10F1199C1E02}" dt="2024-02-06T05:24:11.229" v="264" actId="20577"/>
          <ac:spMkLst>
            <pc:docMk/>
            <pc:sldMk cId="3372961738" sldId="1227"/>
            <ac:spMk id="7" creationId="{4F27A613-FCCA-238D-888E-304CB3940655}"/>
          </ac:spMkLst>
        </pc:spChg>
      </pc:sldChg>
      <pc:sldChg chg="modSp mod">
        <pc:chgData name="김명호" userId="e0d603aa-548e-418b-a070-918475337925" providerId="ADAL" clId="{4AB4B322-134D-470F-8DCF-10F1199C1E02}" dt="2024-02-06T05:38:19.699" v="426"/>
        <pc:sldMkLst>
          <pc:docMk/>
          <pc:sldMk cId="2511123329" sldId="1229"/>
        </pc:sldMkLst>
        <pc:spChg chg="mod">
          <ac:chgData name="김명호" userId="e0d603aa-548e-418b-a070-918475337925" providerId="ADAL" clId="{4AB4B322-134D-470F-8DCF-10F1199C1E02}" dt="2024-02-06T05:38:08.581" v="412" actId="20577"/>
          <ac:spMkLst>
            <pc:docMk/>
            <pc:sldMk cId="2511123329" sldId="1229"/>
            <ac:spMk id="6" creationId="{506341C0-20DE-A1A1-D3D4-B0C61D42A265}"/>
          </ac:spMkLst>
        </pc:spChg>
        <pc:spChg chg="mod">
          <ac:chgData name="김명호" userId="e0d603aa-548e-418b-a070-918475337925" providerId="ADAL" clId="{4AB4B322-134D-470F-8DCF-10F1199C1E02}" dt="2024-02-06T05:38:19.699" v="426"/>
          <ac:spMkLst>
            <pc:docMk/>
            <pc:sldMk cId="2511123329" sldId="1229"/>
            <ac:spMk id="7" creationId="{242B136E-C247-9E2F-FCF6-A80EFD5B34A0}"/>
          </ac:spMkLst>
        </pc:spChg>
      </pc:sldChg>
      <pc:sldChg chg="addSp delSp modSp mod">
        <pc:chgData name="김명호" userId="e0d603aa-548e-418b-a070-918475337925" providerId="ADAL" clId="{4AB4B322-134D-470F-8DCF-10F1199C1E02}" dt="2024-02-06T05:32:20.657" v="371" actId="207"/>
        <pc:sldMkLst>
          <pc:docMk/>
          <pc:sldMk cId="4066324339" sldId="1230"/>
        </pc:sldMkLst>
        <pc:spChg chg="add mod">
          <ac:chgData name="김명호" userId="e0d603aa-548e-418b-a070-918475337925" providerId="ADAL" clId="{4AB4B322-134D-470F-8DCF-10F1199C1E02}" dt="2024-02-06T05:32:20.657" v="371" actId="207"/>
          <ac:spMkLst>
            <pc:docMk/>
            <pc:sldMk cId="4066324339" sldId="1230"/>
            <ac:spMk id="4" creationId="{8153998D-C2FE-3F72-EC94-94DC20A00528}"/>
          </ac:spMkLst>
        </pc:spChg>
        <pc:spChg chg="del">
          <ac:chgData name="김명호" userId="e0d603aa-548e-418b-a070-918475337925" providerId="ADAL" clId="{4AB4B322-134D-470F-8DCF-10F1199C1E02}" dt="2024-02-06T05:30:45.322" v="301" actId="478"/>
          <ac:spMkLst>
            <pc:docMk/>
            <pc:sldMk cId="4066324339" sldId="1230"/>
            <ac:spMk id="9" creationId="{C41C16DE-5ABF-3B9E-0956-71AB6B98FB1D}"/>
          </ac:spMkLst>
        </pc:spChg>
      </pc:sldChg>
      <pc:sldChg chg="modSp mod">
        <pc:chgData name="김명호" userId="e0d603aa-548e-418b-a070-918475337925" providerId="ADAL" clId="{4AB4B322-134D-470F-8DCF-10F1199C1E02}" dt="2024-02-06T05:38:57.170" v="441" actId="20577"/>
        <pc:sldMkLst>
          <pc:docMk/>
          <pc:sldMk cId="274059492" sldId="1231"/>
        </pc:sldMkLst>
        <pc:spChg chg="mod">
          <ac:chgData name="김명호" userId="e0d603aa-548e-418b-a070-918475337925" providerId="ADAL" clId="{4AB4B322-134D-470F-8DCF-10F1199C1E02}" dt="2024-02-06T05:38:57.170" v="441" actId="20577"/>
          <ac:spMkLst>
            <pc:docMk/>
            <pc:sldMk cId="274059492" sldId="1231"/>
            <ac:spMk id="6" creationId="{A02B90CD-360C-F4FB-6E83-F238F648417B}"/>
          </ac:spMkLst>
        </pc:spChg>
      </pc:sldChg>
      <pc:sldChg chg="addSp delSp modSp mod">
        <pc:chgData name="김명호" userId="e0d603aa-548e-418b-a070-918475337925" providerId="ADAL" clId="{4AB4B322-134D-470F-8DCF-10F1199C1E02}" dt="2024-02-06T05:41:54.594" v="443"/>
        <pc:sldMkLst>
          <pc:docMk/>
          <pc:sldMk cId="2931184931" sldId="1232"/>
        </pc:sldMkLst>
        <pc:spChg chg="add mod">
          <ac:chgData name="김명호" userId="e0d603aa-548e-418b-a070-918475337925" providerId="ADAL" clId="{4AB4B322-134D-470F-8DCF-10F1199C1E02}" dt="2024-02-06T05:41:54.594" v="443"/>
          <ac:spMkLst>
            <pc:docMk/>
            <pc:sldMk cId="2931184931" sldId="1232"/>
            <ac:spMk id="8" creationId="{C3E4661C-2642-97FB-184E-23F78D1B9C43}"/>
          </ac:spMkLst>
        </pc:spChg>
        <pc:spChg chg="del">
          <ac:chgData name="김명호" userId="e0d603aa-548e-418b-a070-918475337925" providerId="ADAL" clId="{4AB4B322-134D-470F-8DCF-10F1199C1E02}" dt="2024-02-06T05:41:47.282" v="442" actId="478"/>
          <ac:spMkLst>
            <pc:docMk/>
            <pc:sldMk cId="2931184931" sldId="1232"/>
            <ac:spMk id="12" creationId="{28AE458A-F990-E15C-DDF8-DCEEE54F95FF}"/>
          </ac:spMkLst>
        </pc:spChg>
      </pc:sldChg>
      <pc:sldChg chg="delSp modSp mod">
        <pc:chgData name="김명호" userId="e0d603aa-548e-418b-a070-918475337925" providerId="ADAL" clId="{4AB4B322-134D-470F-8DCF-10F1199C1E02}" dt="2024-02-06T05:43:28.636" v="446" actId="6549"/>
        <pc:sldMkLst>
          <pc:docMk/>
          <pc:sldMk cId="3668082903" sldId="1233"/>
        </pc:sldMkLst>
        <pc:spChg chg="mod">
          <ac:chgData name="김명호" userId="e0d603aa-548e-418b-a070-918475337925" providerId="ADAL" clId="{4AB4B322-134D-470F-8DCF-10F1199C1E02}" dt="2024-02-06T05:43:28.636" v="446" actId="6549"/>
          <ac:spMkLst>
            <pc:docMk/>
            <pc:sldMk cId="3668082903" sldId="1233"/>
            <ac:spMk id="6" creationId="{442DB8C2-9E8C-C32C-F3C8-DB1494C5B367}"/>
          </ac:spMkLst>
        </pc:spChg>
        <pc:spChg chg="del">
          <ac:chgData name="김명호" userId="e0d603aa-548e-418b-a070-918475337925" providerId="ADAL" clId="{4AB4B322-134D-470F-8DCF-10F1199C1E02}" dt="2024-02-06T05:43:12.783" v="444" actId="478"/>
          <ac:spMkLst>
            <pc:docMk/>
            <pc:sldMk cId="3668082903" sldId="1233"/>
            <ac:spMk id="8" creationId="{DF2EA110-74E3-62A8-FF3D-29A8EC4A0A35}"/>
          </ac:spMkLst>
        </pc:spChg>
      </pc:sldChg>
      <pc:sldChg chg="modSp mod">
        <pc:chgData name="김명호" userId="e0d603aa-548e-418b-a070-918475337925" providerId="ADAL" clId="{4AB4B322-134D-470F-8DCF-10F1199C1E02}" dt="2024-02-06T05:46:06.611" v="515" actId="6549"/>
        <pc:sldMkLst>
          <pc:docMk/>
          <pc:sldMk cId="4153531074" sldId="1234"/>
        </pc:sldMkLst>
        <pc:spChg chg="mod">
          <ac:chgData name="김명호" userId="e0d603aa-548e-418b-a070-918475337925" providerId="ADAL" clId="{4AB4B322-134D-470F-8DCF-10F1199C1E02}" dt="2024-02-06T05:46:06.611" v="515" actId="6549"/>
          <ac:spMkLst>
            <pc:docMk/>
            <pc:sldMk cId="4153531074" sldId="1234"/>
            <ac:spMk id="6" creationId="{82180582-0F8D-1889-6EB5-9E49C4868063}"/>
          </ac:spMkLst>
        </pc:spChg>
      </pc:sldChg>
      <pc:sldChg chg="modSp mod">
        <pc:chgData name="김명호" userId="e0d603aa-548e-418b-a070-918475337925" providerId="ADAL" clId="{4AB4B322-134D-470F-8DCF-10F1199C1E02}" dt="2024-02-06T05:48:52.869" v="572" actId="6549"/>
        <pc:sldMkLst>
          <pc:docMk/>
          <pc:sldMk cId="3617039699" sldId="1237"/>
        </pc:sldMkLst>
        <pc:spChg chg="mod">
          <ac:chgData name="김명호" userId="e0d603aa-548e-418b-a070-918475337925" providerId="ADAL" clId="{4AB4B322-134D-470F-8DCF-10F1199C1E02}" dt="2024-02-06T05:48:52.869" v="572" actId="6549"/>
          <ac:spMkLst>
            <pc:docMk/>
            <pc:sldMk cId="3617039699" sldId="1237"/>
            <ac:spMk id="14" creationId="{7DAD3AA0-A844-7400-E60B-32D8121DBFFB}"/>
          </ac:spMkLst>
        </pc:spChg>
      </pc:sldChg>
      <pc:sldChg chg="modSp mod">
        <pc:chgData name="김명호" userId="e0d603aa-548e-418b-a070-918475337925" providerId="ADAL" clId="{4AB4B322-134D-470F-8DCF-10F1199C1E02}" dt="2024-02-06T05:51:56.069" v="782" actId="20577"/>
        <pc:sldMkLst>
          <pc:docMk/>
          <pc:sldMk cId="1594804980" sldId="1240"/>
        </pc:sldMkLst>
        <pc:spChg chg="mod">
          <ac:chgData name="김명호" userId="e0d603aa-548e-418b-a070-918475337925" providerId="ADAL" clId="{4AB4B322-134D-470F-8DCF-10F1199C1E02}" dt="2024-02-06T05:51:56.069" v="782" actId="20577"/>
          <ac:spMkLst>
            <pc:docMk/>
            <pc:sldMk cId="1594804980" sldId="1240"/>
            <ac:spMk id="9" creationId="{51FBCAFC-A0D0-22B1-AE96-709A5D70AE8F}"/>
          </ac:spMkLst>
        </pc:spChg>
      </pc:sldChg>
      <pc:sldChg chg="modSp mod">
        <pc:chgData name="김명호" userId="e0d603aa-548e-418b-a070-918475337925" providerId="ADAL" clId="{4AB4B322-134D-470F-8DCF-10F1199C1E02}" dt="2024-02-06T05:52:35.203" v="797"/>
        <pc:sldMkLst>
          <pc:docMk/>
          <pc:sldMk cId="1802163652" sldId="1241"/>
        </pc:sldMkLst>
        <pc:spChg chg="mod">
          <ac:chgData name="김명호" userId="e0d603aa-548e-418b-a070-918475337925" providerId="ADAL" clId="{4AB4B322-134D-470F-8DCF-10F1199C1E02}" dt="2024-02-06T05:52:35.203" v="797"/>
          <ac:spMkLst>
            <pc:docMk/>
            <pc:sldMk cId="1802163652" sldId="1241"/>
            <ac:spMk id="10" creationId="{9E80F7A0-6B6A-7E2E-A136-B272B964B206}"/>
          </ac:spMkLst>
        </pc:spChg>
      </pc:sldChg>
      <pc:sldChg chg="modSp mod">
        <pc:chgData name="김명호" userId="e0d603aa-548e-418b-a070-918475337925" providerId="ADAL" clId="{4AB4B322-134D-470F-8DCF-10F1199C1E02}" dt="2024-02-06T05:53:39.108" v="833" actId="20577"/>
        <pc:sldMkLst>
          <pc:docMk/>
          <pc:sldMk cId="2210059199" sldId="1243"/>
        </pc:sldMkLst>
        <pc:spChg chg="mod">
          <ac:chgData name="김명호" userId="e0d603aa-548e-418b-a070-918475337925" providerId="ADAL" clId="{4AB4B322-134D-470F-8DCF-10F1199C1E02}" dt="2024-02-06T05:53:39.108" v="833" actId="20577"/>
          <ac:spMkLst>
            <pc:docMk/>
            <pc:sldMk cId="2210059199" sldId="1243"/>
            <ac:spMk id="15" creationId="{7DC91D6E-A3D5-0551-4942-981E9EC040D0}"/>
          </ac:spMkLst>
        </pc:spChg>
      </pc:sldChg>
      <pc:sldChg chg="addSp modSp">
        <pc:chgData name="김명호" userId="e0d603aa-548e-418b-a070-918475337925" providerId="ADAL" clId="{4AB4B322-134D-470F-8DCF-10F1199C1E02}" dt="2024-02-06T05:56:36.573" v="835"/>
        <pc:sldMkLst>
          <pc:docMk/>
          <pc:sldMk cId="4178816801" sldId="1244"/>
        </pc:sldMkLst>
        <pc:spChg chg="add mod">
          <ac:chgData name="김명호" userId="e0d603aa-548e-418b-a070-918475337925" providerId="ADAL" clId="{4AB4B322-134D-470F-8DCF-10F1199C1E02}" dt="2024-02-06T05:56:36.573" v="835"/>
          <ac:spMkLst>
            <pc:docMk/>
            <pc:sldMk cId="4178816801" sldId="1244"/>
            <ac:spMk id="4" creationId="{A2E59ACF-548B-8C8E-AE7C-1F9C2DFEC43C}"/>
          </ac:spMkLst>
        </pc:spChg>
      </pc:sldChg>
      <pc:sldChg chg="addSp delSp modSp mod">
        <pc:chgData name="김명호" userId="e0d603aa-548e-418b-a070-918475337925" providerId="ADAL" clId="{4AB4B322-134D-470F-8DCF-10F1199C1E02}" dt="2024-02-06T06:10:01.586" v="1288"/>
        <pc:sldMkLst>
          <pc:docMk/>
          <pc:sldMk cId="1108412806" sldId="1245"/>
        </pc:sldMkLst>
        <pc:spChg chg="add del mod">
          <ac:chgData name="김명호" userId="e0d603aa-548e-418b-a070-918475337925" providerId="ADAL" clId="{4AB4B322-134D-470F-8DCF-10F1199C1E02}" dt="2024-02-06T06:05:39.402" v="896" actId="478"/>
          <ac:spMkLst>
            <pc:docMk/>
            <pc:sldMk cId="1108412806" sldId="1245"/>
            <ac:spMk id="4" creationId="{3095400F-1C62-D54B-140D-40A0C6E936E2}"/>
          </ac:spMkLst>
        </pc:spChg>
        <pc:spChg chg="del">
          <ac:chgData name="김명호" userId="e0d603aa-548e-418b-a070-918475337925" providerId="ADAL" clId="{4AB4B322-134D-470F-8DCF-10F1199C1E02}" dt="2024-02-06T05:57:25.439" v="836" actId="478"/>
          <ac:spMkLst>
            <pc:docMk/>
            <pc:sldMk cId="1108412806" sldId="1245"/>
            <ac:spMk id="8" creationId="{6A9962B0-F946-DF1A-EFF2-59E301D1CBF0}"/>
          </ac:spMkLst>
        </pc:spChg>
        <pc:spChg chg="mod">
          <ac:chgData name="김명호" userId="e0d603aa-548e-418b-a070-918475337925" providerId="ADAL" clId="{4AB4B322-134D-470F-8DCF-10F1199C1E02}" dt="2024-02-06T06:10:01.586" v="1288"/>
          <ac:spMkLst>
            <pc:docMk/>
            <pc:sldMk cId="1108412806" sldId="1245"/>
            <ac:spMk id="9" creationId="{87E344A4-F86E-03A0-FE01-BAB00ACB7E74}"/>
          </ac:spMkLst>
        </pc:spChg>
      </pc:sldChg>
      <pc:sldChg chg="addSp delSp modSp mod">
        <pc:chgData name="김명호" userId="e0d603aa-548e-418b-a070-918475337925" providerId="ADAL" clId="{4AB4B322-134D-470F-8DCF-10F1199C1E02}" dt="2024-02-06T06:23:31.632" v="1294" actId="478"/>
        <pc:sldMkLst>
          <pc:docMk/>
          <pc:sldMk cId="844965603" sldId="1246"/>
        </pc:sldMkLst>
        <pc:spChg chg="add del mod">
          <ac:chgData name="김명호" userId="e0d603aa-548e-418b-a070-918475337925" providerId="ADAL" clId="{4AB4B322-134D-470F-8DCF-10F1199C1E02}" dt="2024-02-06T06:23:31.632" v="1294" actId="478"/>
          <ac:spMkLst>
            <pc:docMk/>
            <pc:sldMk cId="844965603" sldId="1246"/>
            <ac:spMk id="4" creationId="{BEAD8DA8-AA38-5D1E-F210-FACFD1D25CFA}"/>
          </ac:spMkLst>
        </pc:spChg>
      </pc:sldChg>
      <pc:sldChg chg="addSp modSp">
        <pc:chgData name="김명호" userId="e0d603aa-548e-418b-a070-918475337925" providerId="ADAL" clId="{4AB4B322-134D-470F-8DCF-10F1199C1E02}" dt="2024-02-06T06:07:02.636" v="897"/>
        <pc:sldMkLst>
          <pc:docMk/>
          <pc:sldMk cId="985430133" sldId="1247"/>
        </pc:sldMkLst>
        <pc:spChg chg="add mod">
          <ac:chgData name="김명호" userId="e0d603aa-548e-418b-a070-918475337925" providerId="ADAL" clId="{4AB4B322-134D-470F-8DCF-10F1199C1E02}" dt="2024-02-06T06:07:02.636" v="897"/>
          <ac:spMkLst>
            <pc:docMk/>
            <pc:sldMk cId="985430133" sldId="1247"/>
            <ac:spMk id="4" creationId="{DF896064-E0E6-D002-ED4A-EEECB9D6BDB8}"/>
          </ac:spMkLst>
        </pc:spChg>
      </pc:sldChg>
      <pc:sldChg chg="modSp mod">
        <pc:chgData name="김명호" userId="e0d603aa-548e-418b-a070-918475337925" providerId="ADAL" clId="{4AB4B322-134D-470F-8DCF-10F1199C1E02}" dt="2024-02-06T06:17:24.012" v="1290" actId="1076"/>
        <pc:sldMkLst>
          <pc:docMk/>
          <pc:sldMk cId="1833157650" sldId="1248"/>
        </pc:sldMkLst>
        <pc:picChg chg="mod">
          <ac:chgData name="김명호" userId="e0d603aa-548e-418b-a070-918475337925" providerId="ADAL" clId="{4AB4B322-134D-470F-8DCF-10F1199C1E02}" dt="2024-02-06T06:17:24.012" v="1290" actId="1076"/>
          <ac:picMkLst>
            <pc:docMk/>
            <pc:sldMk cId="1833157650" sldId="1248"/>
            <ac:picMk id="5" creationId="{9BC2BED8-1925-F9CB-A36C-F84D1B435FE6}"/>
          </ac:picMkLst>
        </pc:picChg>
      </pc:sldChg>
      <pc:sldChg chg="modSp mod">
        <pc:chgData name="김명호" userId="e0d603aa-548e-418b-a070-918475337925" providerId="ADAL" clId="{4AB4B322-134D-470F-8DCF-10F1199C1E02}" dt="2024-02-06T06:24:22.828" v="1306"/>
        <pc:sldMkLst>
          <pc:docMk/>
          <pc:sldMk cId="2861708554" sldId="1249"/>
        </pc:sldMkLst>
        <pc:spChg chg="mod">
          <ac:chgData name="김명호" userId="e0d603aa-548e-418b-a070-918475337925" providerId="ADAL" clId="{4AB4B322-134D-470F-8DCF-10F1199C1E02}" dt="2024-02-06T06:24:22.828" v="1306"/>
          <ac:spMkLst>
            <pc:docMk/>
            <pc:sldMk cId="2861708554" sldId="1249"/>
            <ac:spMk id="10" creationId="{E2B9E768-FA3C-2F1D-A127-BC8843CE6025}"/>
          </ac:spMkLst>
        </pc:spChg>
      </pc:sldChg>
      <pc:sldChg chg="modSp mod">
        <pc:chgData name="김명호" userId="e0d603aa-548e-418b-a070-918475337925" providerId="ADAL" clId="{4AB4B322-134D-470F-8DCF-10F1199C1E02}" dt="2024-02-06T06:27:13.464" v="1369" actId="20577"/>
        <pc:sldMkLst>
          <pc:docMk/>
          <pc:sldMk cId="347025967" sldId="1251"/>
        </pc:sldMkLst>
        <pc:spChg chg="mod">
          <ac:chgData name="김명호" userId="e0d603aa-548e-418b-a070-918475337925" providerId="ADAL" clId="{4AB4B322-134D-470F-8DCF-10F1199C1E02}" dt="2024-02-06T06:27:13.464" v="1369" actId="20577"/>
          <ac:spMkLst>
            <pc:docMk/>
            <pc:sldMk cId="347025967" sldId="1251"/>
            <ac:spMk id="10" creationId="{C86120D2-BB42-05DB-A996-B667350474D1}"/>
          </ac:spMkLst>
        </pc:spChg>
      </pc:sldChg>
      <pc:sldChg chg="modSp mod">
        <pc:chgData name="김명호" userId="e0d603aa-548e-418b-a070-918475337925" providerId="ADAL" clId="{4AB4B322-134D-470F-8DCF-10F1199C1E02}" dt="2024-02-06T06:27:47.442" v="1397"/>
        <pc:sldMkLst>
          <pc:docMk/>
          <pc:sldMk cId="3464795576" sldId="1252"/>
        </pc:sldMkLst>
        <pc:spChg chg="mod">
          <ac:chgData name="김명호" userId="e0d603aa-548e-418b-a070-918475337925" providerId="ADAL" clId="{4AB4B322-134D-470F-8DCF-10F1199C1E02}" dt="2024-02-06T06:27:47.442" v="1397"/>
          <ac:spMkLst>
            <pc:docMk/>
            <pc:sldMk cId="3464795576" sldId="1252"/>
            <ac:spMk id="9" creationId="{19DAF049-2063-490F-8D61-912155618CD6}"/>
          </ac:spMkLst>
        </pc:spChg>
      </pc:sldChg>
      <pc:sldChg chg="modSp mod">
        <pc:chgData name="김명호" userId="e0d603aa-548e-418b-a070-918475337925" providerId="ADAL" clId="{4AB4B322-134D-470F-8DCF-10F1199C1E02}" dt="2024-02-06T06:28:15.897" v="1403" actId="20577"/>
        <pc:sldMkLst>
          <pc:docMk/>
          <pc:sldMk cId="1389974651" sldId="1254"/>
        </pc:sldMkLst>
        <pc:spChg chg="mod">
          <ac:chgData name="김명호" userId="e0d603aa-548e-418b-a070-918475337925" providerId="ADAL" clId="{4AB4B322-134D-470F-8DCF-10F1199C1E02}" dt="2024-02-06T06:28:15.897" v="1403" actId="20577"/>
          <ac:spMkLst>
            <pc:docMk/>
            <pc:sldMk cId="1389974651" sldId="1254"/>
            <ac:spMk id="15" creationId="{B7A628FA-7FA4-F7DA-BD27-DE76E01EBA1A}"/>
          </ac:spMkLst>
        </pc:spChg>
      </pc:sldChg>
      <pc:sldChg chg="del">
        <pc:chgData name="김명호" userId="e0d603aa-548e-418b-a070-918475337925" providerId="ADAL" clId="{4AB4B322-134D-470F-8DCF-10F1199C1E02}" dt="2024-02-06T06:30:06.525" v="1404" actId="47"/>
        <pc:sldMkLst>
          <pc:docMk/>
          <pc:sldMk cId="3333194610" sldId="1258"/>
        </pc:sldMkLst>
      </pc:sldChg>
      <pc:sldChg chg="addSp modSp mod">
        <pc:chgData name="김명호" userId="e0d603aa-548e-418b-a070-918475337925" providerId="ADAL" clId="{4AB4B322-134D-470F-8DCF-10F1199C1E02}" dt="2024-02-06T06:48:01.509" v="2113" actId="20577"/>
        <pc:sldMkLst>
          <pc:docMk/>
          <pc:sldMk cId="2180770315" sldId="1259"/>
        </pc:sldMkLst>
        <pc:spChg chg="mod">
          <ac:chgData name="김명호" userId="e0d603aa-548e-418b-a070-918475337925" providerId="ADAL" clId="{4AB4B322-134D-470F-8DCF-10F1199C1E02}" dt="2024-02-06T06:44:18.452" v="1636"/>
          <ac:spMkLst>
            <pc:docMk/>
            <pc:sldMk cId="2180770315" sldId="1259"/>
            <ac:spMk id="5" creationId="{C8A3703E-E7A2-144B-E8B8-BFA321E0F476}"/>
          </ac:spMkLst>
        </pc:spChg>
        <pc:spChg chg="mod">
          <ac:chgData name="김명호" userId="e0d603aa-548e-418b-a070-918475337925" providerId="ADAL" clId="{4AB4B322-134D-470F-8DCF-10F1199C1E02}" dt="2024-02-06T06:45:15.930" v="1752"/>
          <ac:spMkLst>
            <pc:docMk/>
            <pc:sldMk cId="2180770315" sldId="1259"/>
            <ac:spMk id="7" creationId="{08A6BA58-05DC-CC31-AE8A-954BFAF00C24}"/>
          </ac:spMkLst>
        </pc:spChg>
        <pc:spChg chg="mod">
          <ac:chgData name="김명호" userId="e0d603aa-548e-418b-a070-918475337925" providerId="ADAL" clId="{4AB4B322-134D-470F-8DCF-10F1199C1E02}" dt="2024-02-06T06:48:01.509" v="2113" actId="20577"/>
          <ac:spMkLst>
            <pc:docMk/>
            <pc:sldMk cId="2180770315" sldId="1259"/>
            <ac:spMk id="9" creationId="{CE4B79A4-F164-02FB-2DF8-0EA77672BA48}"/>
          </ac:spMkLst>
        </pc:spChg>
        <pc:grpChg chg="add mod">
          <ac:chgData name="김명호" userId="e0d603aa-548e-418b-a070-918475337925" providerId="ADAL" clId="{4AB4B322-134D-470F-8DCF-10F1199C1E02}" dt="2024-02-06T06:47:57.443" v="2105" actId="1076"/>
          <ac:grpSpMkLst>
            <pc:docMk/>
            <pc:sldMk cId="2180770315" sldId="1259"/>
            <ac:grpSpMk id="4" creationId="{8F5F7A42-D6FA-2E4B-2E98-E4394F8B726A}"/>
          </ac:grpSpMkLst>
        </pc:grpChg>
      </pc:sldChg>
      <pc:sldChg chg="addSp delSp modSp mod">
        <pc:chgData name="김명호" userId="e0d603aa-548e-418b-a070-918475337925" providerId="ADAL" clId="{4AB4B322-134D-470F-8DCF-10F1199C1E02}" dt="2024-02-06T06:52:25.435" v="2116"/>
        <pc:sldMkLst>
          <pc:docMk/>
          <pc:sldMk cId="1228929274" sldId="1260"/>
        </pc:sldMkLst>
        <pc:spChg chg="add del">
          <ac:chgData name="김명호" userId="e0d603aa-548e-418b-a070-918475337925" providerId="ADAL" clId="{4AB4B322-134D-470F-8DCF-10F1199C1E02}" dt="2024-02-06T06:52:13.301" v="2115" actId="22"/>
          <ac:spMkLst>
            <pc:docMk/>
            <pc:sldMk cId="1228929274" sldId="1260"/>
            <ac:spMk id="6" creationId="{0798A936-B004-6598-0641-614EE3CD98BC}"/>
          </ac:spMkLst>
        </pc:spChg>
        <pc:spChg chg="add mod">
          <ac:chgData name="김명호" userId="e0d603aa-548e-418b-a070-918475337925" providerId="ADAL" clId="{4AB4B322-134D-470F-8DCF-10F1199C1E02}" dt="2024-02-06T06:52:25.435" v="2116"/>
          <ac:spMkLst>
            <pc:docMk/>
            <pc:sldMk cId="1228929274" sldId="1260"/>
            <ac:spMk id="7" creationId="{9D142E6E-4B3D-BA1D-7D2E-5559FAF2B63F}"/>
          </ac:spMkLst>
        </pc:spChg>
        <pc:spChg chg="mod">
          <ac:chgData name="김명호" userId="e0d603aa-548e-418b-a070-918475337925" providerId="ADAL" clId="{4AB4B322-134D-470F-8DCF-10F1199C1E02}" dt="2024-02-06T06:47:43.120" v="2096" actId="6549"/>
          <ac:spMkLst>
            <pc:docMk/>
            <pc:sldMk cId="1228929274" sldId="1260"/>
            <ac:spMk id="9" creationId="{3306BD01-12B8-FDB5-F4E7-B92DBBDFCC52}"/>
          </ac:spMkLst>
        </pc:spChg>
      </pc:sldChg>
      <pc:sldChg chg="modSp mod">
        <pc:chgData name="김명호" userId="e0d603aa-548e-418b-a070-918475337925" providerId="ADAL" clId="{4AB4B322-134D-470F-8DCF-10F1199C1E02}" dt="2024-02-06T06:54:30.323" v="2120"/>
        <pc:sldMkLst>
          <pc:docMk/>
          <pc:sldMk cId="468308456" sldId="1262"/>
        </pc:sldMkLst>
        <pc:spChg chg="mod">
          <ac:chgData name="김명호" userId="e0d603aa-548e-418b-a070-918475337925" providerId="ADAL" clId="{4AB4B322-134D-470F-8DCF-10F1199C1E02}" dt="2024-02-06T06:54:30.323" v="2120"/>
          <ac:spMkLst>
            <pc:docMk/>
            <pc:sldMk cId="468308456" sldId="1262"/>
            <ac:spMk id="12" creationId="{B6120F1B-4C66-3ABA-0761-5C9EE83C9EF9}"/>
          </ac:spMkLst>
        </pc:spChg>
      </pc:sldChg>
      <pc:sldChg chg="modSp mod">
        <pc:chgData name="김명호" userId="e0d603aa-548e-418b-a070-918475337925" providerId="ADAL" clId="{4AB4B322-134D-470F-8DCF-10F1199C1E02}" dt="2024-02-06T06:57:20.750" v="2233" actId="20577"/>
        <pc:sldMkLst>
          <pc:docMk/>
          <pc:sldMk cId="2787166018" sldId="1268"/>
        </pc:sldMkLst>
        <pc:spChg chg="mod">
          <ac:chgData name="김명호" userId="e0d603aa-548e-418b-a070-918475337925" providerId="ADAL" clId="{4AB4B322-134D-470F-8DCF-10F1199C1E02}" dt="2024-02-06T06:57:20.750" v="2233" actId="20577"/>
          <ac:spMkLst>
            <pc:docMk/>
            <pc:sldMk cId="2787166018" sldId="1268"/>
            <ac:spMk id="5" creationId="{7041A440-2D6E-C893-DE77-3242DD7EB6EF}"/>
          </ac:spMkLst>
        </pc:spChg>
      </pc:sldChg>
      <pc:sldChg chg="addSp modSp mod">
        <pc:chgData name="김명호" userId="e0d603aa-548e-418b-a070-918475337925" providerId="ADAL" clId="{4AB4B322-134D-470F-8DCF-10F1199C1E02}" dt="2024-02-06T06:58:54.817" v="2252" actId="20577"/>
        <pc:sldMkLst>
          <pc:docMk/>
          <pc:sldMk cId="3410755288" sldId="1270"/>
        </pc:sldMkLst>
        <pc:spChg chg="add mod">
          <ac:chgData name="김명호" userId="e0d603aa-548e-418b-a070-918475337925" providerId="ADAL" clId="{4AB4B322-134D-470F-8DCF-10F1199C1E02}" dt="2024-02-06T06:58:47.022" v="2234"/>
          <ac:spMkLst>
            <pc:docMk/>
            <pc:sldMk cId="3410755288" sldId="1270"/>
            <ac:spMk id="4" creationId="{2A59AE3C-B932-D2AE-7D2D-886DCCFDFCC2}"/>
          </ac:spMkLst>
        </pc:spChg>
        <pc:spChg chg="mod">
          <ac:chgData name="김명호" userId="e0d603aa-548e-418b-a070-918475337925" providerId="ADAL" clId="{4AB4B322-134D-470F-8DCF-10F1199C1E02}" dt="2024-02-06T06:58:54.817" v="2252" actId="20577"/>
          <ac:spMkLst>
            <pc:docMk/>
            <pc:sldMk cId="3410755288" sldId="1270"/>
            <ac:spMk id="10" creationId="{1F985DCC-4E9E-28C1-9A2E-98FABC664151}"/>
          </ac:spMkLst>
        </pc:spChg>
      </pc:sldChg>
    </pc:docChg>
  </pc:docChgLst>
  <pc:docChgLst>
    <pc:chgData name="김명호" userId="e0d603aa-548e-418b-a070-918475337925" providerId="ADAL" clId="{9447F428-1DA8-4D2C-947C-0B2E878AD40F}"/>
    <pc:docChg chg="undo custSel addSld delSld modSld sldOrd delSection modSection">
      <pc:chgData name="김명호" userId="e0d603aa-548e-418b-a070-918475337925" providerId="ADAL" clId="{9447F428-1DA8-4D2C-947C-0B2E878AD40F}" dt="2023-11-02T11:28:46.565" v="4264" actId="20577"/>
      <pc:docMkLst>
        <pc:docMk/>
      </pc:docMkLst>
      <pc:sldChg chg="del">
        <pc:chgData name="김명호" userId="e0d603aa-548e-418b-a070-918475337925" providerId="ADAL" clId="{9447F428-1DA8-4D2C-947C-0B2E878AD40F}" dt="2023-10-31T11:00:14.874" v="0" actId="47"/>
        <pc:sldMkLst>
          <pc:docMk/>
          <pc:sldMk cId="3235198309" sldId="1238"/>
        </pc:sldMkLst>
      </pc:sldChg>
      <pc:sldChg chg="addSp modSp add del mod">
        <pc:chgData name="김명호" userId="e0d603aa-548e-418b-a070-918475337925" providerId="ADAL" clId="{9447F428-1DA8-4D2C-947C-0B2E878AD40F}" dt="2023-10-31T11:53:53.212" v="2949"/>
        <pc:sldMkLst>
          <pc:docMk/>
          <pc:sldMk cId="3816687852" sldId="1239"/>
        </pc:sldMkLst>
        <pc:spChg chg="mod">
          <ac:chgData name="김명호" userId="e0d603aa-548e-418b-a070-918475337925" providerId="ADAL" clId="{9447F428-1DA8-4D2C-947C-0B2E878AD40F}" dt="2023-10-31T11:52:34.022" v="2945" actId="20577"/>
          <ac:spMkLst>
            <pc:docMk/>
            <pc:sldMk cId="3816687852" sldId="1239"/>
            <ac:spMk id="7" creationId="{0C81DD60-D84B-4D3C-8F3E-7D0E22E11300}"/>
          </ac:spMkLst>
        </pc:spChg>
        <pc:spChg chg="mod">
          <ac:chgData name="김명호" userId="e0d603aa-548e-418b-a070-918475337925" providerId="ADAL" clId="{9447F428-1DA8-4D2C-947C-0B2E878AD40F}" dt="2023-10-31T11:51:59.018" v="2837" actId="14100"/>
          <ac:spMkLst>
            <pc:docMk/>
            <pc:sldMk cId="3816687852" sldId="1239"/>
            <ac:spMk id="18" creationId="{7E4AD932-241A-B4CA-BC0D-D9D8C7C94CB2}"/>
          </ac:spMkLst>
        </pc:spChg>
        <pc:graphicFrameChg chg="mod">
          <ac:chgData name="김명호" userId="e0d603aa-548e-418b-a070-918475337925" providerId="ADAL" clId="{9447F428-1DA8-4D2C-947C-0B2E878AD40F}" dt="2023-10-31T11:53:53.212" v="2949"/>
          <ac:graphicFrameMkLst>
            <pc:docMk/>
            <pc:sldMk cId="3816687852" sldId="1239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52:01.611" v="2838" actId="1076"/>
          <ac:cxnSpMkLst>
            <pc:docMk/>
            <pc:sldMk cId="3816687852" sldId="1239"/>
            <ac:cxnSpMk id="4" creationId="{445AAD6B-76B0-687C-9875-C138E969C392}"/>
          </ac:cxnSpMkLst>
        </pc:cxnChg>
      </pc:sldChg>
      <pc:sldChg chg="addSp delSp modSp mod">
        <pc:chgData name="김명호" userId="e0d603aa-548e-418b-a070-918475337925" providerId="ADAL" clId="{9447F428-1DA8-4D2C-947C-0B2E878AD40F}" dt="2023-10-31T11:13:41.165" v="1108" actId="6549"/>
        <pc:sldMkLst>
          <pc:docMk/>
          <pc:sldMk cId="3524124884" sldId="1241"/>
        </pc:sldMkLst>
        <pc:spChg chg="add mod">
          <ac:chgData name="김명호" userId="e0d603aa-548e-418b-a070-918475337925" providerId="ADAL" clId="{9447F428-1DA8-4D2C-947C-0B2E878AD40F}" dt="2023-10-31T11:06:50.929" v="146" actId="1076"/>
          <ac:spMkLst>
            <pc:docMk/>
            <pc:sldMk cId="3524124884" sldId="1241"/>
            <ac:spMk id="5" creationId="{19C65246-A565-16F7-7EA1-C7C71FE17987}"/>
          </ac:spMkLst>
        </pc:spChg>
        <pc:spChg chg="mod">
          <ac:chgData name="김명호" userId="e0d603aa-548e-418b-a070-918475337925" providerId="ADAL" clId="{9447F428-1DA8-4D2C-947C-0B2E878AD40F}" dt="2023-10-31T11:13:41.165" v="1108" actId="6549"/>
          <ac:spMkLst>
            <pc:docMk/>
            <pc:sldMk cId="3524124884" sldId="1241"/>
            <ac:spMk id="7" creationId="{0C81DD60-D84B-4D3C-8F3E-7D0E22E11300}"/>
          </ac:spMkLst>
        </pc:spChg>
        <pc:spChg chg="del mod">
          <ac:chgData name="김명호" userId="e0d603aa-548e-418b-a070-918475337925" providerId="ADAL" clId="{9447F428-1DA8-4D2C-947C-0B2E878AD40F}" dt="2023-10-31T11:06:29.407" v="140" actId="478"/>
          <ac:spMkLst>
            <pc:docMk/>
            <pc:sldMk cId="3524124884" sldId="1241"/>
            <ac:spMk id="10" creationId="{5BE13981-CB9C-7051-D3C8-B813BF090CFE}"/>
          </ac:spMkLst>
        </pc:spChg>
        <pc:spChg chg="add del">
          <ac:chgData name="김명호" userId="e0d603aa-548e-418b-a070-918475337925" providerId="ADAL" clId="{9447F428-1DA8-4D2C-947C-0B2E878AD40F}" dt="2023-10-31T11:06:18.712" v="137" actId="478"/>
          <ac:spMkLst>
            <pc:docMk/>
            <pc:sldMk cId="3524124884" sldId="1241"/>
            <ac:spMk id="13" creationId="{0D3A752A-5591-55DA-6FDF-89A4E52150FC}"/>
          </ac:spMkLst>
        </pc:spChg>
        <pc:picChg chg="mod">
          <ac:chgData name="김명호" userId="e0d603aa-548e-418b-a070-918475337925" providerId="ADAL" clId="{9447F428-1DA8-4D2C-947C-0B2E878AD40F}" dt="2023-10-31T11:06:50.929" v="146" actId="1076"/>
          <ac:picMkLst>
            <pc:docMk/>
            <pc:sldMk cId="3524124884" sldId="1241"/>
            <ac:picMk id="9" creationId="{66680C0E-9431-2C60-C6F0-80E4AD915249}"/>
          </ac:picMkLst>
        </pc:picChg>
        <pc:picChg chg="add del">
          <ac:chgData name="김명호" userId="e0d603aa-548e-418b-a070-918475337925" providerId="ADAL" clId="{9447F428-1DA8-4D2C-947C-0B2E878AD40F}" dt="2023-10-31T11:06:19.236" v="138" actId="478"/>
          <ac:picMkLst>
            <pc:docMk/>
            <pc:sldMk cId="3524124884" sldId="1241"/>
            <ac:picMk id="12" creationId="{7B8C7EC2-59C7-4714-4EBC-0671EFC6BE3B}"/>
          </ac:picMkLst>
        </pc:picChg>
        <pc:cxnChg chg="add mod">
          <ac:chgData name="김명호" userId="e0d603aa-548e-418b-a070-918475337925" providerId="ADAL" clId="{9447F428-1DA8-4D2C-947C-0B2E878AD40F}" dt="2023-10-31T11:06:50.929" v="146" actId="1076"/>
          <ac:cxnSpMkLst>
            <pc:docMk/>
            <pc:sldMk cId="3524124884" sldId="1241"/>
            <ac:cxnSpMk id="6" creationId="{F213BA58-73D6-5383-2AF7-1E9211127EE2}"/>
          </ac:cxnSpMkLst>
        </pc:cxnChg>
        <pc:cxnChg chg="del mod">
          <ac:chgData name="김명호" userId="e0d603aa-548e-418b-a070-918475337925" providerId="ADAL" clId="{9447F428-1DA8-4D2C-947C-0B2E878AD40F}" dt="2023-10-31T11:06:20.497" v="139" actId="478"/>
          <ac:cxnSpMkLst>
            <pc:docMk/>
            <pc:sldMk cId="3524124884" sldId="1241"/>
            <ac:cxnSpMk id="15" creationId="{0140A813-BC7B-AB0B-10EA-3F21A03401BE}"/>
          </ac:cxnSpMkLst>
        </pc:cxnChg>
      </pc:sldChg>
      <pc:sldChg chg="del">
        <pc:chgData name="김명호" userId="e0d603aa-548e-418b-a070-918475337925" providerId="ADAL" clId="{9447F428-1DA8-4D2C-947C-0B2E878AD40F}" dt="2023-10-31T11:04:26.438" v="130" actId="47"/>
        <pc:sldMkLst>
          <pc:docMk/>
          <pc:sldMk cId="2604348244" sldId="1242"/>
        </pc:sldMkLst>
      </pc:sldChg>
      <pc:sldChg chg="addSp delSp modSp mod">
        <pc:chgData name="김명호" userId="e0d603aa-548e-418b-a070-918475337925" providerId="ADAL" clId="{9447F428-1DA8-4D2C-947C-0B2E878AD40F}" dt="2023-10-31T11:54:37.275" v="2955"/>
        <pc:sldMkLst>
          <pc:docMk/>
          <pc:sldMk cId="295400668" sldId="1243"/>
        </pc:sldMkLst>
        <pc:spChg chg="add mod">
          <ac:chgData name="김명호" userId="e0d603aa-548e-418b-a070-918475337925" providerId="ADAL" clId="{9447F428-1DA8-4D2C-947C-0B2E878AD40F}" dt="2023-10-31T11:16:54.536" v="1145" actId="1036"/>
          <ac:spMkLst>
            <pc:docMk/>
            <pc:sldMk cId="295400668" sldId="1243"/>
            <ac:spMk id="4" creationId="{EE1F067C-9A10-FDE6-1755-A7E7CEDC6DFE}"/>
          </ac:spMkLst>
        </pc:spChg>
        <pc:spChg chg="mod">
          <ac:chgData name="김명호" userId="e0d603aa-548e-418b-a070-918475337925" providerId="ADAL" clId="{9447F428-1DA8-4D2C-947C-0B2E878AD40F}" dt="2023-10-31T11:21:37.796" v="1357" actId="20577"/>
          <ac:spMkLst>
            <pc:docMk/>
            <pc:sldMk cId="295400668" sldId="1243"/>
            <ac:spMk id="7" creationId="{0C81DD60-D84B-4D3C-8F3E-7D0E22E11300}"/>
          </ac:spMkLst>
        </pc:spChg>
        <pc:spChg chg="mod">
          <ac:chgData name="김명호" userId="e0d603aa-548e-418b-a070-918475337925" providerId="ADAL" clId="{9447F428-1DA8-4D2C-947C-0B2E878AD40F}" dt="2023-10-31T11:17:22.379" v="1148"/>
          <ac:spMkLst>
            <pc:docMk/>
            <pc:sldMk cId="295400668" sldId="1243"/>
            <ac:spMk id="9" creationId="{AC8D1B21-F0E7-1883-4BBF-C46CA726856C}"/>
          </ac:spMkLst>
        </pc:spChg>
        <pc:spChg chg="mod">
          <ac:chgData name="김명호" userId="e0d603aa-548e-418b-a070-918475337925" providerId="ADAL" clId="{9447F428-1DA8-4D2C-947C-0B2E878AD40F}" dt="2023-10-31T11:17:38.212" v="1164" actId="20577"/>
          <ac:spMkLst>
            <pc:docMk/>
            <pc:sldMk cId="295400668" sldId="1243"/>
            <ac:spMk id="10" creationId="{CB04E24F-235B-72D6-672B-F7BD40993EFC}"/>
          </ac:spMkLst>
        </pc:spChg>
        <pc:spChg chg="mod">
          <ac:chgData name="김명호" userId="e0d603aa-548e-418b-a070-918475337925" providerId="ADAL" clId="{9447F428-1DA8-4D2C-947C-0B2E878AD40F}" dt="2023-10-31T11:17:22.379" v="1148"/>
          <ac:spMkLst>
            <pc:docMk/>
            <pc:sldMk cId="295400668" sldId="1243"/>
            <ac:spMk id="12" creationId="{2E92C389-8DBD-41A7-E6E4-BAE253B1F723}"/>
          </ac:spMkLst>
        </pc:spChg>
        <pc:spChg chg="del">
          <ac:chgData name="김명호" userId="e0d603aa-548e-418b-a070-918475337925" providerId="ADAL" clId="{9447F428-1DA8-4D2C-947C-0B2E878AD40F}" dt="2023-10-31T11:16:48.127" v="1138" actId="478"/>
          <ac:spMkLst>
            <pc:docMk/>
            <pc:sldMk cId="295400668" sldId="1243"/>
            <ac:spMk id="13" creationId="{0D3A752A-5591-55DA-6FDF-89A4E52150FC}"/>
          </ac:spMkLst>
        </pc:spChg>
        <pc:spChg chg="mod">
          <ac:chgData name="김명호" userId="e0d603aa-548e-418b-a070-918475337925" providerId="ADAL" clId="{9447F428-1DA8-4D2C-947C-0B2E878AD40F}" dt="2023-10-31T11:17:22.379" v="1148"/>
          <ac:spMkLst>
            <pc:docMk/>
            <pc:sldMk cId="295400668" sldId="1243"/>
            <ac:spMk id="14" creationId="{9DE4AA8C-203F-09A8-4AD3-DF501B47977E}"/>
          </ac:spMkLst>
        </pc:spChg>
        <pc:grpChg chg="add mod">
          <ac:chgData name="김명호" userId="e0d603aa-548e-418b-a070-918475337925" providerId="ADAL" clId="{9447F428-1DA8-4D2C-947C-0B2E878AD40F}" dt="2023-10-31T11:21:06.259" v="1260" actId="1076"/>
          <ac:grpSpMkLst>
            <pc:docMk/>
            <pc:sldMk cId="295400668" sldId="1243"/>
            <ac:grpSpMk id="8" creationId="{49358CC6-2116-495A-7C7C-1A76C437484D}"/>
          </ac:grpSpMkLst>
        </pc:grpChg>
        <pc:grpChg chg="add del mod">
          <ac:chgData name="김명호" userId="e0d603aa-548e-418b-a070-918475337925" providerId="ADAL" clId="{9447F428-1DA8-4D2C-947C-0B2E878AD40F}" dt="2023-10-31T11:17:25.916" v="1149" actId="478"/>
          <ac:grpSpMkLst>
            <pc:docMk/>
            <pc:sldMk cId="295400668" sldId="1243"/>
            <ac:grpSpMk id="11" creationId="{5DFD98F6-149A-A9F8-2ACB-ED3C46C495D6}"/>
          </ac:grpSpMkLst>
        </pc:grpChg>
        <pc:graphicFrameChg chg="mod">
          <ac:chgData name="김명호" userId="e0d603aa-548e-418b-a070-918475337925" providerId="ADAL" clId="{9447F428-1DA8-4D2C-947C-0B2E878AD40F}" dt="2023-10-31T11:54:37.275" v="2955"/>
          <ac:graphicFrameMkLst>
            <pc:docMk/>
            <pc:sldMk cId="295400668" sldId="1243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16:54.536" v="1145" actId="1036"/>
          <ac:cxnSpMkLst>
            <pc:docMk/>
            <pc:sldMk cId="295400668" sldId="1243"/>
            <ac:cxnSpMk id="5" creationId="{04A76A42-4E9D-E393-C2F4-D3E835126C5B}"/>
          </ac:cxnSpMkLst>
        </pc:cxnChg>
      </pc:sldChg>
      <pc:sldChg chg="addSp modSp mod">
        <pc:chgData name="김명호" userId="e0d603aa-548e-418b-a070-918475337925" providerId="ADAL" clId="{9447F428-1DA8-4D2C-947C-0B2E878AD40F}" dt="2023-10-31T11:36:32.545" v="2318" actId="1076"/>
        <pc:sldMkLst>
          <pc:docMk/>
          <pc:sldMk cId="2390385797" sldId="1246"/>
        </pc:sldMkLst>
        <pc:picChg chg="mod">
          <ac:chgData name="김명호" userId="e0d603aa-548e-418b-a070-918475337925" providerId="ADAL" clId="{9447F428-1DA8-4D2C-947C-0B2E878AD40F}" dt="2023-10-31T11:36:23.876" v="2313" actId="1076"/>
          <ac:picMkLst>
            <pc:docMk/>
            <pc:sldMk cId="2390385797" sldId="1246"/>
            <ac:picMk id="9" creationId="{8481CF45-2E06-9DD5-1BDC-A4C9F123732D}"/>
          </ac:picMkLst>
        </pc:picChg>
        <pc:cxnChg chg="add mod">
          <ac:chgData name="김명호" userId="e0d603aa-548e-418b-a070-918475337925" providerId="ADAL" clId="{9447F428-1DA8-4D2C-947C-0B2E878AD40F}" dt="2023-10-31T11:36:26.036" v="2314" actId="1076"/>
          <ac:cxnSpMkLst>
            <pc:docMk/>
            <pc:sldMk cId="2390385797" sldId="1246"/>
            <ac:cxnSpMk id="4" creationId="{7252EDFC-ABD5-5E0C-57AC-053228D85865}"/>
          </ac:cxnSpMkLst>
        </pc:cxnChg>
        <pc:cxnChg chg="add mod">
          <ac:chgData name="김명호" userId="e0d603aa-548e-418b-a070-918475337925" providerId="ADAL" clId="{9447F428-1DA8-4D2C-947C-0B2E878AD40F}" dt="2023-10-31T11:36:28.822" v="2316" actId="1076"/>
          <ac:cxnSpMkLst>
            <pc:docMk/>
            <pc:sldMk cId="2390385797" sldId="1246"/>
            <ac:cxnSpMk id="5" creationId="{76B4EE36-EACF-4160-E50C-B64226F4305E}"/>
          </ac:cxnSpMkLst>
        </pc:cxnChg>
        <pc:cxnChg chg="add mod">
          <ac:chgData name="김명호" userId="e0d603aa-548e-418b-a070-918475337925" providerId="ADAL" clId="{9447F428-1DA8-4D2C-947C-0B2E878AD40F}" dt="2023-10-31T11:36:32.545" v="2318" actId="1076"/>
          <ac:cxnSpMkLst>
            <pc:docMk/>
            <pc:sldMk cId="2390385797" sldId="1246"/>
            <ac:cxnSpMk id="6" creationId="{F23EBAC0-B12C-8C3F-09FD-A6ED1E4C29A1}"/>
          </ac:cxnSpMkLst>
        </pc:cxnChg>
      </pc:sldChg>
      <pc:sldChg chg="addSp delSp modSp mod">
        <pc:chgData name="김명호" userId="e0d603aa-548e-418b-a070-918475337925" providerId="ADAL" clId="{9447F428-1DA8-4D2C-947C-0B2E878AD40F}" dt="2023-10-31T11:58:11.612" v="2977" actId="20577"/>
        <pc:sldMkLst>
          <pc:docMk/>
          <pc:sldMk cId="1941828152" sldId="1247"/>
        </pc:sldMkLst>
        <pc:spChg chg="add del mod">
          <ac:chgData name="김명호" userId="e0d603aa-548e-418b-a070-918475337925" providerId="ADAL" clId="{9447F428-1DA8-4D2C-947C-0B2E878AD40F}" dt="2023-10-31T11:39:02.515" v="2363" actId="478"/>
          <ac:spMkLst>
            <pc:docMk/>
            <pc:sldMk cId="1941828152" sldId="1247"/>
            <ac:spMk id="5" creationId="{A931546F-7B62-A3E0-484D-47902CEFB87D}"/>
          </ac:spMkLst>
        </pc:spChg>
        <pc:spChg chg="add mod">
          <ac:chgData name="김명호" userId="e0d603aa-548e-418b-a070-918475337925" providerId="ADAL" clId="{9447F428-1DA8-4D2C-947C-0B2E878AD40F}" dt="2023-10-31T11:39:22.636" v="2366" actId="14100"/>
          <ac:spMkLst>
            <pc:docMk/>
            <pc:sldMk cId="1941828152" sldId="1247"/>
            <ac:spMk id="6" creationId="{F666CC41-84A8-1B9A-EDA4-6E6ED88AA2BF}"/>
          </ac:spMkLst>
        </pc:spChg>
        <pc:spChg chg="mod">
          <ac:chgData name="김명호" userId="e0d603aa-548e-418b-a070-918475337925" providerId="ADAL" clId="{9447F428-1DA8-4D2C-947C-0B2E878AD40F}" dt="2023-10-31T11:48:16.408" v="2833" actId="6549"/>
          <ac:spMkLst>
            <pc:docMk/>
            <pc:sldMk cId="1941828152" sldId="1247"/>
            <ac:spMk id="7" creationId="{0C81DD60-D84B-4D3C-8F3E-7D0E22E11300}"/>
          </ac:spMkLst>
        </pc:spChg>
        <pc:spChg chg="del">
          <ac:chgData name="김명호" userId="e0d603aa-548e-418b-a070-918475337925" providerId="ADAL" clId="{9447F428-1DA8-4D2C-947C-0B2E878AD40F}" dt="2023-10-31T11:38:54.636" v="2361" actId="478"/>
          <ac:spMkLst>
            <pc:docMk/>
            <pc:sldMk cId="1941828152" sldId="1247"/>
            <ac:spMk id="8" creationId="{792C2419-16CA-5F1D-EAA5-A2716115961B}"/>
          </ac:spMkLst>
        </pc:spChg>
        <pc:spChg chg="del">
          <ac:chgData name="김명호" userId="e0d603aa-548e-418b-a070-918475337925" providerId="ADAL" clId="{9447F428-1DA8-4D2C-947C-0B2E878AD40F}" dt="2023-10-31T11:38:50.184" v="2360" actId="478"/>
          <ac:spMkLst>
            <pc:docMk/>
            <pc:sldMk cId="1941828152" sldId="1247"/>
            <ac:spMk id="12" creationId="{C0D6D383-77F7-0EE1-F85E-56D5405D3CDD}"/>
          </ac:spMkLst>
        </pc:spChg>
        <pc:spChg chg="del">
          <ac:chgData name="김명호" userId="e0d603aa-548e-418b-a070-918475337925" providerId="ADAL" clId="{9447F428-1DA8-4D2C-947C-0B2E878AD40F}" dt="2023-10-31T11:38:50.184" v="2360" actId="478"/>
          <ac:spMkLst>
            <pc:docMk/>
            <pc:sldMk cId="1941828152" sldId="1247"/>
            <ac:spMk id="14" creationId="{EEC7C31E-50B7-4FD2-FF7F-55147C8B62D6}"/>
          </ac:spMkLst>
        </pc:spChg>
        <pc:spChg chg="del">
          <ac:chgData name="김명호" userId="e0d603aa-548e-418b-a070-918475337925" providerId="ADAL" clId="{9447F428-1DA8-4D2C-947C-0B2E878AD40F}" dt="2023-10-31T11:38:50.184" v="2360" actId="478"/>
          <ac:spMkLst>
            <pc:docMk/>
            <pc:sldMk cId="1941828152" sldId="1247"/>
            <ac:spMk id="17" creationId="{BD277BEB-9193-6B38-E7D6-92CAA3A16323}"/>
          </ac:spMkLst>
        </pc:spChg>
        <pc:spChg chg="del">
          <ac:chgData name="김명호" userId="e0d603aa-548e-418b-a070-918475337925" providerId="ADAL" clId="{9447F428-1DA8-4D2C-947C-0B2E878AD40F}" dt="2023-10-31T11:38:50.184" v="2360" actId="478"/>
          <ac:spMkLst>
            <pc:docMk/>
            <pc:sldMk cId="1941828152" sldId="1247"/>
            <ac:spMk id="18" creationId="{248CC90B-E513-6374-8757-FD746F34CA40}"/>
          </ac:spMkLst>
        </pc:spChg>
        <pc:graphicFrameChg chg="mod modGraphic">
          <ac:chgData name="김명호" userId="e0d603aa-548e-418b-a070-918475337925" providerId="ADAL" clId="{9447F428-1DA8-4D2C-947C-0B2E878AD40F}" dt="2023-10-31T11:58:11.612" v="2977" actId="20577"/>
          <ac:graphicFrameMkLst>
            <pc:docMk/>
            <pc:sldMk cId="1941828152" sldId="1247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38:48.435" v="2359" actId="1076"/>
          <ac:cxnSpMkLst>
            <pc:docMk/>
            <pc:sldMk cId="1941828152" sldId="1247"/>
            <ac:cxnSpMk id="4" creationId="{BAD265E0-6064-B537-75F7-319A344A8E86}"/>
          </ac:cxnSpMkLst>
        </pc:cxnChg>
      </pc:sldChg>
      <pc:sldChg chg="addSp delSp modSp mod">
        <pc:chgData name="김명호" userId="e0d603aa-548e-418b-a070-918475337925" providerId="ADAL" clId="{9447F428-1DA8-4D2C-947C-0B2E878AD40F}" dt="2023-10-31T11:03:11.783" v="129" actId="20577"/>
        <pc:sldMkLst>
          <pc:docMk/>
          <pc:sldMk cId="4082353331" sldId="1248"/>
        </pc:sldMkLst>
        <pc:spChg chg="add mod">
          <ac:chgData name="김명호" userId="e0d603aa-548e-418b-a070-918475337925" providerId="ADAL" clId="{9447F428-1DA8-4D2C-947C-0B2E878AD40F}" dt="2023-10-31T11:02:40.274" v="7" actId="14100"/>
          <ac:spMkLst>
            <pc:docMk/>
            <pc:sldMk cId="4082353331" sldId="1248"/>
            <ac:spMk id="4" creationId="{E4DC2D80-C0BE-32B2-3628-1B85C3768938}"/>
          </ac:spMkLst>
        </pc:spChg>
        <pc:spChg chg="mod">
          <ac:chgData name="김명호" userId="e0d603aa-548e-418b-a070-918475337925" providerId="ADAL" clId="{9447F428-1DA8-4D2C-947C-0B2E878AD40F}" dt="2023-10-31T11:03:11.783" v="129" actId="20577"/>
          <ac:spMkLst>
            <pc:docMk/>
            <pc:sldMk cId="4082353331" sldId="1248"/>
            <ac:spMk id="7" creationId="{0C81DD60-D84B-4D3C-8F3E-7D0E22E11300}"/>
          </ac:spMkLst>
        </pc:spChg>
        <pc:spChg chg="del mod">
          <ac:chgData name="김명호" userId="e0d603aa-548e-418b-a070-918475337925" providerId="ADAL" clId="{9447F428-1DA8-4D2C-947C-0B2E878AD40F}" dt="2023-10-31T11:02:24.025" v="2" actId="478"/>
          <ac:spMkLst>
            <pc:docMk/>
            <pc:sldMk cId="4082353331" sldId="1248"/>
            <ac:spMk id="18" creationId="{7E4AD932-241A-B4CA-BC0D-D9D8C7C94CB2}"/>
          </ac:spMkLst>
        </pc:spChg>
        <pc:cxnChg chg="add mod">
          <ac:chgData name="김명호" userId="e0d603aa-548e-418b-a070-918475337925" providerId="ADAL" clId="{9447F428-1DA8-4D2C-947C-0B2E878AD40F}" dt="2023-10-31T11:02:32.853" v="4" actId="1076"/>
          <ac:cxnSpMkLst>
            <pc:docMk/>
            <pc:sldMk cId="4082353331" sldId="1248"/>
            <ac:cxnSpMk id="5" creationId="{86E5F79F-94C9-7EF2-F5F5-A4A209B6213E}"/>
          </ac:cxnSpMkLst>
        </pc:cxnChg>
      </pc:sldChg>
      <pc:sldChg chg="addSp delSp modSp mod ord">
        <pc:chgData name="김명호" userId="e0d603aa-548e-418b-a070-918475337925" providerId="ADAL" clId="{9447F428-1DA8-4D2C-947C-0B2E878AD40F}" dt="2023-10-31T11:56:05.833" v="2965"/>
        <pc:sldMkLst>
          <pc:docMk/>
          <pc:sldMk cId="2322667942" sldId="1249"/>
        </pc:sldMkLst>
        <pc:spChg chg="mod">
          <ac:chgData name="김명호" userId="e0d603aa-548e-418b-a070-918475337925" providerId="ADAL" clId="{9447F428-1DA8-4D2C-947C-0B2E878AD40F}" dt="2023-10-31T11:47:41.255" v="2765" actId="20577"/>
          <ac:spMkLst>
            <pc:docMk/>
            <pc:sldMk cId="2322667942" sldId="1249"/>
            <ac:spMk id="7" creationId="{0C81DD60-D84B-4D3C-8F3E-7D0E22E11300}"/>
          </ac:spMkLst>
        </pc:spChg>
        <pc:spChg chg="add mod">
          <ac:chgData name="김명호" userId="e0d603aa-548e-418b-a070-918475337925" providerId="ADAL" clId="{9447F428-1DA8-4D2C-947C-0B2E878AD40F}" dt="2023-10-31T11:45:59.214" v="2389" actId="14100"/>
          <ac:spMkLst>
            <pc:docMk/>
            <pc:sldMk cId="2322667942" sldId="1249"/>
            <ac:spMk id="9" creationId="{82932151-0386-5F49-8480-5996917FD854}"/>
          </ac:spMkLst>
        </pc:spChg>
        <pc:spChg chg="del">
          <ac:chgData name="김명호" userId="e0d603aa-548e-418b-a070-918475337925" providerId="ADAL" clId="{9447F428-1DA8-4D2C-947C-0B2E878AD40F}" dt="2023-10-31T11:45:39.037" v="2377" actId="478"/>
          <ac:spMkLst>
            <pc:docMk/>
            <pc:sldMk cId="2322667942" sldId="1249"/>
            <ac:spMk id="13" creationId="{0D3A752A-5591-55DA-6FDF-89A4E52150FC}"/>
          </ac:spMkLst>
        </pc:spChg>
        <pc:graphicFrameChg chg="mod modGraphic">
          <ac:chgData name="김명호" userId="e0d603aa-548e-418b-a070-918475337925" providerId="ADAL" clId="{9447F428-1DA8-4D2C-947C-0B2E878AD40F}" dt="2023-10-31T11:56:05.833" v="2965"/>
          <ac:graphicFrameMkLst>
            <pc:docMk/>
            <pc:sldMk cId="2322667942" sldId="1249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9447F428-1DA8-4D2C-947C-0B2E878AD40F}" dt="2023-10-31T11:45:00.600" v="2368" actId="478"/>
          <ac:picMkLst>
            <pc:docMk/>
            <pc:sldMk cId="2322667942" sldId="1249"/>
            <ac:picMk id="5" creationId="{A8447956-CD93-22F6-83DE-ED34C60EFCA4}"/>
          </ac:picMkLst>
        </pc:picChg>
        <pc:picChg chg="add mod ord modCrop">
          <ac:chgData name="김명호" userId="e0d603aa-548e-418b-a070-918475337925" providerId="ADAL" clId="{9447F428-1DA8-4D2C-947C-0B2E878AD40F}" dt="2023-10-31T11:45:31.214" v="2376" actId="167"/>
          <ac:picMkLst>
            <pc:docMk/>
            <pc:sldMk cId="2322667942" sldId="1249"/>
            <ac:picMk id="8" creationId="{522DB192-E46B-7366-0C88-C020D83490F0}"/>
          </ac:picMkLst>
        </pc:picChg>
        <pc:cxnChg chg="add mod">
          <ac:chgData name="김명호" userId="e0d603aa-548e-418b-a070-918475337925" providerId="ADAL" clId="{9447F428-1DA8-4D2C-947C-0B2E878AD40F}" dt="2023-10-31T11:45:54.835" v="2388" actId="1036"/>
          <ac:cxnSpMkLst>
            <pc:docMk/>
            <pc:sldMk cId="2322667942" sldId="1249"/>
            <ac:cxnSpMk id="4" creationId="{053A19E1-6E6B-4F2B-C72D-8EE58F36A128}"/>
          </ac:cxnSpMkLst>
        </pc:cxnChg>
      </pc:sldChg>
      <pc:sldChg chg="addSp modSp mod">
        <pc:chgData name="김명호" userId="e0d603aa-548e-418b-a070-918475337925" providerId="ADAL" clId="{9447F428-1DA8-4D2C-947C-0B2E878AD40F}" dt="2023-10-31T11:38:24.545" v="2352"/>
        <pc:sldMkLst>
          <pc:docMk/>
          <pc:sldMk cId="4216325724" sldId="1250"/>
        </pc:sldMkLst>
        <pc:spChg chg="mod">
          <ac:chgData name="김명호" userId="e0d603aa-548e-418b-a070-918475337925" providerId="ADAL" clId="{9447F428-1DA8-4D2C-947C-0B2E878AD40F}" dt="2023-10-31T11:26:31.952" v="1619" actId="20577"/>
          <ac:spMkLst>
            <pc:docMk/>
            <pc:sldMk cId="4216325724" sldId="1250"/>
            <ac:spMk id="7" creationId="{0C81DD60-D84B-4D3C-8F3E-7D0E22E11300}"/>
          </ac:spMkLst>
        </pc:spChg>
        <pc:cxnChg chg="add mod">
          <ac:chgData name="김명호" userId="e0d603aa-548e-418b-a070-918475337925" providerId="ADAL" clId="{9447F428-1DA8-4D2C-947C-0B2E878AD40F}" dt="2023-10-31T11:38:24.545" v="2352"/>
          <ac:cxnSpMkLst>
            <pc:docMk/>
            <pc:sldMk cId="4216325724" sldId="1250"/>
            <ac:cxnSpMk id="4" creationId="{C24E9A0E-25C4-63DB-D77A-E6E3CD1951A2}"/>
          </ac:cxnSpMkLst>
        </pc:cxnChg>
      </pc:sldChg>
      <pc:sldChg chg="addSp modSp mod">
        <pc:chgData name="김명호" userId="e0d603aa-548e-418b-a070-918475337925" providerId="ADAL" clId="{9447F428-1DA8-4D2C-947C-0B2E878AD40F}" dt="2023-10-31T11:56:20.413" v="2967" actId="20577"/>
        <pc:sldMkLst>
          <pc:docMk/>
          <pc:sldMk cId="1011153317" sldId="1252"/>
        </pc:sldMkLst>
        <pc:spChg chg="mod">
          <ac:chgData name="김명호" userId="e0d603aa-548e-418b-a070-918475337925" providerId="ADAL" clId="{9447F428-1DA8-4D2C-947C-0B2E878AD40F}" dt="2023-10-31T11:26:56.631" v="1620"/>
          <ac:spMkLst>
            <pc:docMk/>
            <pc:sldMk cId="1011153317" sldId="1252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9447F428-1DA8-4D2C-947C-0B2E878AD40F}" dt="2023-10-31T11:56:20.413" v="2967" actId="20577"/>
          <ac:graphicFrameMkLst>
            <pc:docMk/>
            <pc:sldMk cId="1011153317" sldId="1252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38:29.130" v="2354" actId="1076"/>
          <ac:cxnSpMkLst>
            <pc:docMk/>
            <pc:sldMk cId="1011153317" sldId="1252"/>
            <ac:cxnSpMk id="4" creationId="{B516FD49-18AD-7091-711E-FD04A510171C}"/>
          </ac:cxnSpMkLst>
        </pc:cxnChg>
      </pc:sldChg>
      <pc:sldChg chg="addSp modSp mod">
        <pc:chgData name="김명호" userId="e0d603aa-548e-418b-a070-918475337925" providerId="ADAL" clId="{9447F428-1DA8-4D2C-947C-0B2E878AD40F}" dt="2023-10-31T11:38:33.014" v="2355"/>
        <pc:sldMkLst>
          <pc:docMk/>
          <pc:sldMk cId="3776829970" sldId="1253"/>
        </pc:sldMkLst>
        <pc:spChg chg="mod">
          <ac:chgData name="김명호" userId="e0d603aa-548e-418b-a070-918475337925" providerId="ADAL" clId="{9447F428-1DA8-4D2C-947C-0B2E878AD40F}" dt="2023-10-31T11:27:01.068" v="1621"/>
          <ac:spMkLst>
            <pc:docMk/>
            <pc:sldMk cId="3776829970" sldId="1253"/>
            <ac:spMk id="7" creationId="{0C81DD60-D84B-4D3C-8F3E-7D0E22E11300}"/>
          </ac:spMkLst>
        </pc:spChg>
        <pc:cxnChg chg="add mod">
          <ac:chgData name="김명호" userId="e0d603aa-548e-418b-a070-918475337925" providerId="ADAL" clId="{9447F428-1DA8-4D2C-947C-0B2E878AD40F}" dt="2023-10-31T11:38:33.014" v="2355"/>
          <ac:cxnSpMkLst>
            <pc:docMk/>
            <pc:sldMk cId="3776829970" sldId="1253"/>
            <ac:cxnSpMk id="4" creationId="{E74BBA47-047C-D2F6-848A-F83C179462E6}"/>
          </ac:cxnSpMkLst>
        </pc:cxnChg>
      </pc:sldChg>
      <pc:sldChg chg="addSp modSp mod">
        <pc:chgData name="김명호" userId="e0d603aa-548e-418b-a070-918475337925" providerId="ADAL" clId="{9447F428-1DA8-4D2C-947C-0B2E878AD40F}" dt="2023-10-31T11:33:25.137" v="2310" actId="1076"/>
        <pc:sldMkLst>
          <pc:docMk/>
          <pc:sldMk cId="490664316" sldId="1254"/>
        </pc:sldMkLst>
        <pc:spChg chg="mod">
          <ac:chgData name="김명호" userId="e0d603aa-548e-418b-a070-918475337925" providerId="ADAL" clId="{9447F428-1DA8-4D2C-947C-0B2E878AD40F}" dt="2023-10-31T11:33:18.381" v="2308" actId="20577"/>
          <ac:spMkLst>
            <pc:docMk/>
            <pc:sldMk cId="490664316" sldId="1254"/>
            <ac:spMk id="7" creationId="{0C81DD60-D84B-4D3C-8F3E-7D0E22E11300}"/>
          </ac:spMkLst>
        </pc:spChg>
        <pc:cxnChg chg="add mod">
          <ac:chgData name="김명호" userId="e0d603aa-548e-418b-a070-918475337925" providerId="ADAL" clId="{9447F428-1DA8-4D2C-947C-0B2E878AD40F}" dt="2023-10-31T11:33:25.137" v="2310" actId="1076"/>
          <ac:cxnSpMkLst>
            <pc:docMk/>
            <pc:sldMk cId="490664316" sldId="1254"/>
            <ac:cxnSpMk id="4" creationId="{B3D13A9D-2E41-E087-F19C-2D1CAD5270C1}"/>
          </ac:cxnSpMkLst>
        </pc:cxnChg>
      </pc:sldChg>
      <pc:sldChg chg="addSp modSp mod">
        <pc:chgData name="김명호" userId="e0d603aa-548e-418b-a070-918475337925" providerId="ADAL" clId="{9447F428-1DA8-4D2C-947C-0B2E878AD40F}" dt="2023-10-31T11:57:47.867" v="2972" actId="20577"/>
        <pc:sldMkLst>
          <pc:docMk/>
          <pc:sldMk cId="3400578088" sldId="1255"/>
        </pc:sldMkLst>
        <pc:spChg chg="mod">
          <ac:chgData name="김명호" userId="e0d603aa-548e-418b-a070-918475337925" providerId="ADAL" clId="{9447F428-1DA8-4D2C-947C-0B2E878AD40F}" dt="2023-10-31T11:28:38.104" v="1767" actId="20577"/>
          <ac:spMkLst>
            <pc:docMk/>
            <pc:sldMk cId="3400578088" sldId="1255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9447F428-1DA8-4D2C-947C-0B2E878AD40F}" dt="2023-10-31T11:57:47.867" v="2972" actId="20577"/>
          <ac:graphicFrameMkLst>
            <pc:docMk/>
            <pc:sldMk cId="3400578088" sldId="1255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9447F428-1DA8-4D2C-947C-0B2E878AD40F}" dt="2023-10-31T11:38:37.399" v="2357" actId="1076"/>
          <ac:cxnSpMkLst>
            <pc:docMk/>
            <pc:sldMk cId="3400578088" sldId="1255"/>
            <ac:cxnSpMk id="4" creationId="{C6318C12-2C30-5BB2-5454-6943D3BB33AB}"/>
          </ac:cxnSpMkLst>
        </pc:cxnChg>
      </pc:sldChg>
      <pc:sldChg chg="modSp mod">
        <pc:chgData name="김명호" userId="e0d603aa-548e-418b-a070-918475337925" providerId="ADAL" clId="{9447F428-1DA8-4D2C-947C-0B2E878AD40F}" dt="2023-10-31T11:37:46.356" v="2344" actId="20577"/>
        <pc:sldMkLst>
          <pc:docMk/>
          <pc:sldMk cId="1380200255" sldId="1256"/>
        </pc:sldMkLst>
        <pc:spChg chg="mod">
          <ac:chgData name="김명호" userId="e0d603aa-548e-418b-a070-918475337925" providerId="ADAL" clId="{9447F428-1DA8-4D2C-947C-0B2E878AD40F}" dt="2023-10-31T11:37:46.356" v="2344" actId="20577"/>
          <ac:spMkLst>
            <pc:docMk/>
            <pc:sldMk cId="1380200255" sldId="1256"/>
            <ac:spMk id="7" creationId="{0C81DD60-D84B-4D3C-8F3E-7D0E22E11300}"/>
          </ac:spMkLst>
        </pc:spChg>
      </pc:sldChg>
      <pc:sldChg chg="del">
        <pc:chgData name="김명호" userId="e0d603aa-548e-418b-a070-918475337925" providerId="ADAL" clId="{9447F428-1DA8-4D2C-947C-0B2E878AD40F}" dt="2023-10-31T11:37:15.490" v="2319" actId="47"/>
        <pc:sldMkLst>
          <pc:docMk/>
          <pc:sldMk cId="1232027689" sldId="1258"/>
        </pc:sldMkLst>
      </pc:sldChg>
      <pc:sldChg chg="del">
        <pc:chgData name="김명호" userId="e0d603aa-548e-418b-a070-918475337925" providerId="ADAL" clId="{9447F428-1DA8-4D2C-947C-0B2E878AD40F}" dt="2023-10-31T11:37:49.467" v="2345" actId="47"/>
        <pc:sldMkLst>
          <pc:docMk/>
          <pc:sldMk cId="3647339958" sldId="1259"/>
        </pc:sldMkLst>
      </pc:sldChg>
      <pc:sldChg chg="del">
        <pc:chgData name="김명호" userId="e0d603aa-548e-418b-a070-918475337925" providerId="ADAL" clId="{9447F428-1DA8-4D2C-947C-0B2E878AD40F}" dt="2023-10-31T11:37:51.800" v="2346" actId="47"/>
        <pc:sldMkLst>
          <pc:docMk/>
          <pc:sldMk cId="4272561208" sldId="1260"/>
        </pc:sldMkLst>
      </pc:sldChg>
      <pc:sldChg chg="del">
        <pc:chgData name="김명호" userId="e0d603aa-548e-418b-a070-918475337925" providerId="ADAL" clId="{9447F428-1DA8-4D2C-947C-0B2E878AD40F}" dt="2023-10-31T11:37:59.433" v="2347" actId="47"/>
        <pc:sldMkLst>
          <pc:docMk/>
          <pc:sldMk cId="1736143798" sldId="1261"/>
        </pc:sldMkLst>
      </pc:sldChg>
      <pc:sldChg chg="addSp delSp modSp add mod">
        <pc:chgData name="김명호" userId="e0d603aa-548e-418b-a070-918475337925" providerId="ADAL" clId="{9447F428-1DA8-4D2C-947C-0B2E878AD40F}" dt="2023-10-31T11:54:20.718" v="2954" actId="20577"/>
        <pc:sldMkLst>
          <pc:docMk/>
          <pc:sldMk cId="2758413943" sldId="1262"/>
        </pc:sldMkLst>
        <pc:spChg chg="add mod">
          <ac:chgData name="김명호" userId="e0d603aa-548e-418b-a070-918475337925" providerId="ADAL" clId="{9447F428-1DA8-4D2C-947C-0B2E878AD40F}" dt="2023-10-31T11:12:45.999" v="919" actId="1035"/>
          <ac:spMkLst>
            <pc:docMk/>
            <pc:sldMk cId="2758413943" sldId="1262"/>
            <ac:spMk id="4" creationId="{D597B47F-4580-4805-A693-16BFF739E5FA}"/>
          </ac:spMkLst>
        </pc:spChg>
        <pc:spChg chg="mod">
          <ac:chgData name="김명호" userId="e0d603aa-548e-418b-a070-918475337925" providerId="ADAL" clId="{9447F428-1DA8-4D2C-947C-0B2E878AD40F}" dt="2023-10-31T11:13:52.452" v="1137"/>
          <ac:spMkLst>
            <pc:docMk/>
            <pc:sldMk cId="2758413943" sldId="1262"/>
            <ac:spMk id="7" creationId="{0C81DD60-D84B-4D3C-8F3E-7D0E22E11300}"/>
          </ac:spMkLst>
        </pc:spChg>
        <pc:spChg chg="del">
          <ac:chgData name="김명호" userId="e0d603aa-548e-418b-a070-918475337925" providerId="ADAL" clId="{9447F428-1DA8-4D2C-947C-0B2E878AD40F}" dt="2023-10-31T11:12:22.542" v="910" actId="478"/>
          <ac:spMkLst>
            <pc:docMk/>
            <pc:sldMk cId="2758413943" sldId="1262"/>
            <ac:spMk id="10" creationId="{5BE13981-CB9C-7051-D3C8-B813BF090CFE}"/>
          </ac:spMkLst>
        </pc:spChg>
        <pc:spChg chg="del">
          <ac:chgData name="김명호" userId="e0d603aa-548e-418b-a070-918475337925" providerId="ADAL" clId="{9447F428-1DA8-4D2C-947C-0B2E878AD40F}" dt="2023-10-31T11:12:20.355" v="908" actId="478"/>
          <ac:spMkLst>
            <pc:docMk/>
            <pc:sldMk cId="2758413943" sldId="1262"/>
            <ac:spMk id="13" creationId="{0D3A752A-5591-55DA-6FDF-89A4E52150FC}"/>
          </ac:spMkLst>
        </pc:spChg>
        <pc:graphicFrameChg chg="mod modGraphic">
          <ac:chgData name="김명호" userId="e0d603aa-548e-418b-a070-918475337925" providerId="ADAL" clId="{9447F428-1DA8-4D2C-947C-0B2E878AD40F}" dt="2023-10-31T11:54:20.718" v="2954" actId="20577"/>
          <ac:graphicFrameMkLst>
            <pc:docMk/>
            <pc:sldMk cId="2758413943" sldId="1262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9447F428-1DA8-4D2C-947C-0B2E878AD40F}" dt="2023-10-31T11:12:21.462" v="909" actId="478"/>
          <ac:picMkLst>
            <pc:docMk/>
            <pc:sldMk cId="2758413943" sldId="1262"/>
            <ac:picMk id="9" creationId="{66680C0E-9431-2C60-C6F0-80E4AD915249}"/>
          </ac:picMkLst>
        </pc:picChg>
        <pc:picChg chg="mod">
          <ac:chgData name="김명호" userId="e0d603aa-548e-418b-a070-918475337925" providerId="ADAL" clId="{9447F428-1DA8-4D2C-947C-0B2E878AD40F}" dt="2023-10-31T11:12:26.512" v="913" actId="1076"/>
          <ac:picMkLst>
            <pc:docMk/>
            <pc:sldMk cId="2758413943" sldId="1262"/>
            <ac:picMk id="12" creationId="{7B8C7EC2-59C7-4714-4EBC-0671EFC6BE3B}"/>
          </ac:picMkLst>
        </pc:picChg>
        <pc:cxnChg chg="add mod">
          <ac:chgData name="김명호" userId="e0d603aa-548e-418b-a070-918475337925" providerId="ADAL" clId="{9447F428-1DA8-4D2C-947C-0B2E878AD40F}" dt="2023-10-31T11:12:48.780" v="920" actId="1076"/>
          <ac:cxnSpMkLst>
            <pc:docMk/>
            <pc:sldMk cId="2758413943" sldId="1262"/>
            <ac:cxnSpMk id="5" creationId="{D19B5965-415C-9086-40AB-B81631B08468}"/>
          </ac:cxnSpMkLst>
        </pc:cxnChg>
        <pc:cxnChg chg="del mod">
          <ac:chgData name="김명호" userId="e0d603aa-548e-418b-a070-918475337925" providerId="ADAL" clId="{9447F428-1DA8-4D2C-947C-0B2E878AD40F}" dt="2023-10-31T11:12:22.977" v="911" actId="478"/>
          <ac:cxnSpMkLst>
            <pc:docMk/>
            <pc:sldMk cId="2758413943" sldId="1262"/>
            <ac:cxnSpMk id="15" creationId="{0140A813-BC7B-AB0B-10EA-3F21A03401BE}"/>
          </ac:cxnSpMkLst>
        </pc:cxnChg>
      </pc:sldChg>
      <pc:sldChg chg="addSp delSp modSp add del mod">
        <pc:chgData name="김명호" userId="e0d603aa-548e-418b-a070-918475337925" providerId="ADAL" clId="{9447F428-1DA8-4D2C-947C-0B2E878AD40F}" dt="2023-10-31T11:19:37.766" v="1198" actId="47"/>
        <pc:sldMkLst>
          <pc:docMk/>
          <pc:sldMk cId="719243661" sldId="1263"/>
        </pc:sldMkLst>
        <pc:spChg chg="mod">
          <ac:chgData name="김명호" userId="e0d603aa-548e-418b-a070-918475337925" providerId="ADAL" clId="{9447F428-1DA8-4D2C-947C-0B2E878AD40F}" dt="2023-10-31T11:19:35.765" v="1197" actId="1076"/>
          <ac:spMkLst>
            <pc:docMk/>
            <pc:sldMk cId="719243661" sldId="1263"/>
            <ac:spMk id="4" creationId="{EE1F067C-9A10-FDE6-1755-A7E7CEDC6DFE}"/>
          </ac:spMkLst>
        </pc:spChg>
        <pc:picChg chg="add del">
          <ac:chgData name="김명호" userId="e0d603aa-548e-418b-a070-918475337925" providerId="ADAL" clId="{9447F428-1DA8-4D2C-947C-0B2E878AD40F}" dt="2023-10-31T11:19:28.592" v="1195" actId="478"/>
          <ac:picMkLst>
            <pc:docMk/>
            <pc:sldMk cId="719243661" sldId="1263"/>
            <ac:picMk id="6" creationId="{42CF4D0D-278E-8C12-CAC6-99C7A026C985}"/>
          </ac:picMkLst>
        </pc:picChg>
        <pc:cxnChg chg="mod">
          <ac:chgData name="김명호" userId="e0d603aa-548e-418b-a070-918475337925" providerId="ADAL" clId="{9447F428-1DA8-4D2C-947C-0B2E878AD40F}" dt="2023-10-31T11:19:35.765" v="1197" actId="1076"/>
          <ac:cxnSpMkLst>
            <pc:docMk/>
            <pc:sldMk cId="719243661" sldId="1263"/>
            <ac:cxnSpMk id="5" creationId="{04A76A42-4E9D-E393-C2F4-D3E835126C5B}"/>
          </ac:cxnSpMkLst>
        </pc:cxnChg>
      </pc:sldChg>
      <pc:sldChg chg="addSp modSp add mod">
        <pc:chgData name="김명호" userId="e0d603aa-548e-418b-a070-918475337925" providerId="ADAL" clId="{9447F428-1DA8-4D2C-947C-0B2E878AD40F}" dt="2023-10-31T11:29:35.403" v="1958" actId="20577"/>
        <pc:sldMkLst>
          <pc:docMk/>
          <pc:sldMk cId="3700459755" sldId="1263"/>
        </pc:sldMkLst>
        <pc:spChg chg="mod">
          <ac:chgData name="김명호" userId="e0d603aa-548e-418b-a070-918475337925" providerId="ADAL" clId="{9447F428-1DA8-4D2C-947C-0B2E878AD40F}" dt="2023-10-31T11:29:35.403" v="1958" actId="20577"/>
          <ac:spMkLst>
            <pc:docMk/>
            <pc:sldMk cId="3700459755" sldId="1263"/>
            <ac:spMk id="7" creationId="{0C81DD60-D84B-4D3C-8F3E-7D0E22E11300}"/>
          </ac:spMkLst>
        </pc:spChg>
        <pc:spChg chg="mod">
          <ac:chgData name="김명호" userId="e0d603aa-548e-418b-a070-918475337925" providerId="ADAL" clId="{9447F428-1DA8-4D2C-947C-0B2E878AD40F}" dt="2023-10-31T11:29:00.955" v="1772" actId="1076"/>
          <ac:spMkLst>
            <pc:docMk/>
            <pc:sldMk cId="3700459755" sldId="1263"/>
            <ac:spMk id="13" creationId="{0D3A752A-5591-55DA-6FDF-89A4E52150FC}"/>
          </ac:spMkLst>
        </pc:spChg>
        <pc:cxnChg chg="add mod">
          <ac:chgData name="김명호" userId="e0d603aa-548e-418b-a070-918475337925" providerId="ADAL" clId="{9447F428-1DA8-4D2C-947C-0B2E878AD40F}" dt="2023-10-31T11:29:03.037" v="1773" actId="1076"/>
          <ac:cxnSpMkLst>
            <pc:docMk/>
            <pc:sldMk cId="3700459755" sldId="1263"/>
            <ac:cxnSpMk id="4" creationId="{4A46A0BD-440C-40DD-ED7F-42E56E5FA7FF}"/>
          </ac:cxnSpMkLst>
        </pc:cxnChg>
      </pc:sldChg>
      <pc:sldChg chg="modSp add mod">
        <pc:chgData name="김명호" userId="e0d603aa-548e-418b-a070-918475337925" providerId="ADAL" clId="{9447F428-1DA8-4D2C-947C-0B2E878AD40F}" dt="2023-10-31T11:55:35.355" v="2960"/>
        <pc:sldMkLst>
          <pc:docMk/>
          <pc:sldMk cId="3791140700" sldId="1264"/>
        </pc:sldMkLst>
        <pc:graphicFrameChg chg="mod modGraphic">
          <ac:chgData name="김명호" userId="e0d603aa-548e-418b-a070-918475337925" providerId="ADAL" clId="{9447F428-1DA8-4D2C-947C-0B2E878AD40F}" dt="2023-10-31T11:55:35.355" v="2960"/>
          <ac:graphicFrameMkLst>
            <pc:docMk/>
            <pc:sldMk cId="3791140700" sldId="1264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9447F428-1DA8-4D2C-947C-0B2E878AD40F}" dt="2023-11-01T10:37:54.708" v="3215" actId="20577"/>
        <pc:sldMkLst>
          <pc:docMk/>
          <pc:sldMk cId="2465085187" sldId="1275"/>
        </pc:sldMkLst>
        <pc:spChg chg="mod">
          <ac:chgData name="김명호" userId="e0d603aa-548e-418b-a070-918475337925" providerId="ADAL" clId="{9447F428-1DA8-4D2C-947C-0B2E878AD40F}" dt="2023-11-01T10:36:55.589" v="2979" actId="14100"/>
          <ac:spMkLst>
            <pc:docMk/>
            <pc:sldMk cId="2465085187" sldId="1275"/>
            <ac:spMk id="6" creationId="{F666CC41-84A8-1B9A-EDA4-6E6ED88AA2BF}"/>
          </ac:spMkLst>
        </pc:spChg>
        <pc:spChg chg="mod">
          <ac:chgData name="김명호" userId="e0d603aa-548e-418b-a070-918475337925" providerId="ADAL" clId="{9447F428-1DA8-4D2C-947C-0B2E878AD40F}" dt="2023-11-01T10:37:54.708" v="3215" actId="20577"/>
          <ac:spMkLst>
            <pc:docMk/>
            <pc:sldMk cId="2465085187" sldId="1275"/>
            <ac:spMk id="7" creationId="{0C81DD60-D84B-4D3C-8F3E-7D0E22E11300}"/>
          </ac:spMkLst>
        </pc:spChg>
        <pc:spChg chg="mod">
          <ac:chgData name="김명호" userId="e0d603aa-548e-418b-a070-918475337925" providerId="ADAL" clId="{9447F428-1DA8-4D2C-947C-0B2E878AD40F}" dt="2023-11-01T10:37:03.374" v="2981" actId="14100"/>
          <ac:spMkLst>
            <pc:docMk/>
            <pc:sldMk cId="2465085187" sldId="1275"/>
            <ac:spMk id="10" creationId="{96653A8C-0ECB-A10E-869C-B9FD7C249FEA}"/>
          </ac:spMkLst>
        </pc:spChg>
        <pc:cxnChg chg="mod">
          <ac:chgData name="김명호" userId="e0d603aa-548e-418b-a070-918475337925" providerId="ADAL" clId="{9447F428-1DA8-4D2C-947C-0B2E878AD40F}" dt="2023-11-01T10:36:51.144" v="2978" actId="1076"/>
          <ac:cxnSpMkLst>
            <pc:docMk/>
            <pc:sldMk cId="2465085187" sldId="1275"/>
            <ac:cxnSpMk id="4" creationId="{BAD265E0-6064-B537-75F7-319A344A8E86}"/>
          </ac:cxnSpMkLst>
        </pc:cxnChg>
        <pc:cxnChg chg="mod">
          <ac:chgData name="김명호" userId="e0d603aa-548e-418b-a070-918475337925" providerId="ADAL" clId="{9447F428-1DA8-4D2C-947C-0B2E878AD40F}" dt="2023-11-01T10:37:05.254" v="2982" actId="1076"/>
          <ac:cxnSpMkLst>
            <pc:docMk/>
            <pc:sldMk cId="2465085187" sldId="1275"/>
            <ac:cxnSpMk id="11" creationId="{17BA07AD-83BD-A7C5-0CBF-372A2986A174}"/>
          </ac:cxnSpMkLst>
        </pc:cxnChg>
      </pc:sldChg>
      <pc:sldChg chg="modSp mod">
        <pc:chgData name="김명호" userId="e0d603aa-548e-418b-a070-918475337925" providerId="ADAL" clId="{9447F428-1DA8-4D2C-947C-0B2E878AD40F}" dt="2023-11-01T10:38:22.950" v="3223" actId="20577"/>
        <pc:sldMkLst>
          <pc:docMk/>
          <pc:sldMk cId="2552596326" sldId="1278"/>
        </pc:sldMkLst>
        <pc:graphicFrameChg chg="mod modGraphic">
          <ac:chgData name="김명호" userId="e0d603aa-548e-418b-a070-918475337925" providerId="ADAL" clId="{9447F428-1DA8-4D2C-947C-0B2E878AD40F}" dt="2023-11-01T10:38:22.950" v="3223" actId="20577"/>
          <ac:graphicFrameMkLst>
            <pc:docMk/>
            <pc:sldMk cId="2552596326" sldId="1278"/>
            <ac:graphicFrameMk id="3" creationId="{EB5E6BEF-7528-22F3-81D3-C88DBE43847E}"/>
          </ac:graphicFrameMkLst>
        </pc:graphicFrameChg>
      </pc:sldChg>
      <pc:sldChg chg="delSp modSp mod">
        <pc:chgData name="김명호" userId="e0d603aa-548e-418b-a070-918475337925" providerId="ADAL" clId="{9447F428-1DA8-4D2C-947C-0B2E878AD40F}" dt="2023-11-01T10:42:18.094" v="3412" actId="478"/>
        <pc:sldMkLst>
          <pc:docMk/>
          <pc:sldMk cId="484620486" sldId="1280"/>
        </pc:sldMkLst>
        <pc:spChg chg="mod">
          <ac:chgData name="김명호" userId="e0d603aa-548e-418b-a070-918475337925" providerId="ADAL" clId="{9447F428-1DA8-4D2C-947C-0B2E878AD40F}" dt="2023-11-01T10:42:12.258" v="3410" actId="20577"/>
          <ac:spMkLst>
            <pc:docMk/>
            <pc:sldMk cId="484620486" sldId="1280"/>
            <ac:spMk id="7" creationId="{0C81DD60-D84B-4D3C-8F3E-7D0E22E11300}"/>
          </ac:spMkLst>
        </pc:spChg>
        <pc:spChg chg="del">
          <ac:chgData name="김명호" userId="e0d603aa-548e-418b-a070-918475337925" providerId="ADAL" clId="{9447F428-1DA8-4D2C-947C-0B2E878AD40F}" dt="2023-11-01T10:42:16.504" v="3411" actId="478"/>
          <ac:spMkLst>
            <pc:docMk/>
            <pc:sldMk cId="484620486" sldId="1280"/>
            <ac:spMk id="12" creationId="{3FBEBF3B-2A29-9DEE-53B9-FFBD51807A68}"/>
          </ac:spMkLst>
        </pc:spChg>
        <pc:spChg chg="del">
          <ac:chgData name="김명호" userId="e0d603aa-548e-418b-a070-918475337925" providerId="ADAL" clId="{9447F428-1DA8-4D2C-947C-0B2E878AD40F}" dt="2023-11-01T10:42:18.094" v="3412" actId="478"/>
          <ac:spMkLst>
            <pc:docMk/>
            <pc:sldMk cId="484620486" sldId="1280"/>
            <ac:spMk id="13" creationId="{365DB192-FDDE-2E6B-5F58-E6987E545154}"/>
          </ac:spMkLst>
        </pc:spChg>
        <pc:picChg chg="del">
          <ac:chgData name="김명호" userId="e0d603aa-548e-418b-a070-918475337925" providerId="ADAL" clId="{9447F428-1DA8-4D2C-947C-0B2E878AD40F}" dt="2023-11-01T10:42:16.504" v="3411" actId="478"/>
          <ac:picMkLst>
            <pc:docMk/>
            <pc:sldMk cId="484620486" sldId="1280"/>
            <ac:picMk id="11" creationId="{3787D749-6871-A226-C07E-AD00E74B4C9D}"/>
          </ac:picMkLst>
        </pc:picChg>
      </pc:sldChg>
      <pc:sldChg chg="modSp mod">
        <pc:chgData name="김명호" userId="e0d603aa-548e-418b-a070-918475337925" providerId="ADAL" clId="{9447F428-1DA8-4D2C-947C-0B2E878AD40F}" dt="2023-11-01T10:40:11.760" v="3224"/>
        <pc:sldMkLst>
          <pc:docMk/>
          <pc:sldMk cId="2968431506" sldId="1281"/>
        </pc:sldMkLst>
        <pc:spChg chg="mod">
          <ac:chgData name="김명호" userId="e0d603aa-548e-418b-a070-918475337925" providerId="ADAL" clId="{9447F428-1DA8-4D2C-947C-0B2E878AD40F}" dt="2023-11-01T10:40:11.760" v="3224"/>
          <ac:spMkLst>
            <pc:docMk/>
            <pc:sldMk cId="2968431506" sldId="1281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9447F428-1DA8-4D2C-947C-0B2E878AD40F}" dt="2023-11-01T10:43:27.418" v="3470" actId="20577"/>
        <pc:sldMkLst>
          <pc:docMk/>
          <pc:sldMk cId="2900440599" sldId="1283"/>
        </pc:sldMkLst>
        <pc:spChg chg="mod">
          <ac:chgData name="김명호" userId="e0d603aa-548e-418b-a070-918475337925" providerId="ADAL" clId="{9447F428-1DA8-4D2C-947C-0B2E878AD40F}" dt="2023-11-01T10:43:27.418" v="3470" actId="20577"/>
          <ac:spMkLst>
            <pc:docMk/>
            <pc:sldMk cId="2900440599" sldId="1283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9447F428-1DA8-4D2C-947C-0B2E878AD40F}" dt="2023-11-01T10:46:28.458" v="3537" actId="20577"/>
        <pc:sldMkLst>
          <pc:docMk/>
          <pc:sldMk cId="2837840231" sldId="1287"/>
        </pc:sldMkLst>
        <pc:spChg chg="mod">
          <ac:chgData name="김명호" userId="e0d603aa-548e-418b-a070-918475337925" providerId="ADAL" clId="{9447F428-1DA8-4D2C-947C-0B2E878AD40F}" dt="2023-11-01T10:46:28.458" v="3537" actId="20577"/>
          <ac:spMkLst>
            <pc:docMk/>
            <pc:sldMk cId="2837840231" sldId="1287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9447F428-1DA8-4D2C-947C-0B2E878AD40F}" dt="2023-11-01T10:47:56.722" v="3638" actId="20577"/>
        <pc:sldMkLst>
          <pc:docMk/>
          <pc:sldMk cId="1100756332" sldId="1291"/>
        </pc:sldMkLst>
        <pc:spChg chg="mod">
          <ac:chgData name="김명호" userId="e0d603aa-548e-418b-a070-918475337925" providerId="ADAL" clId="{9447F428-1DA8-4D2C-947C-0B2E878AD40F}" dt="2023-11-01T10:47:56.722" v="3638" actId="20577"/>
          <ac:spMkLst>
            <pc:docMk/>
            <pc:sldMk cId="1100756332" sldId="1291"/>
            <ac:spMk id="7" creationId="{0C81DD60-D84B-4D3C-8F3E-7D0E22E11300}"/>
          </ac:spMkLst>
        </pc:spChg>
      </pc:sldChg>
      <pc:sldChg chg="del">
        <pc:chgData name="김명호" userId="e0d603aa-548e-418b-a070-918475337925" providerId="ADAL" clId="{9447F428-1DA8-4D2C-947C-0B2E878AD40F}" dt="2023-11-01T10:48:19.409" v="3639" actId="47"/>
        <pc:sldMkLst>
          <pc:docMk/>
          <pc:sldMk cId="1915384850" sldId="1296"/>
        </pc:sldMkLst>
      </pc:sldChg>
      <pc:sldChg chg="modSp mod">
        <pc:chgData name="김명호" userId="e0d603aa-548e-418b-a070-918475337925" providerId="ADAL" clId="{9447F428-1DA8-4D2C-947C-0B2E878AD40F}" dt="2023-11-01T10:52:06.265" v="4211" actId="13926"/>
        <pc:sldMkLst>
          <pc:docMk/>
          <pc:sldMk cId="3827568494" sldId="1301"/>
        </pc:sldMkLst>
        <pc:spChg chg="mod">
          <ac:chgData name="김명호" userId="e0d603aa-548e-418b-a070-918475337925" providerId="ADAL" clId="{9447F428-1DA8-4D2C-947C-0B2E878AD40F}" dt="2023-11-01T10:52:06.265" v="4211" actId="13926"/>
          <ac:spMkLst>
            <pc:docMk/>
            <pc:sldMk cId="3827568494" sldId="1301"/>
            <ac:spMk id="7" creationId="{0C81DD60-D84B-4D3C-8F3E-7D0E22E11300}"/>
          </ac:spMkLst>
        </pc:spChg>
      </pc:sldChg>
      <pc:sldChg chg="del">
        <pc:chgData name="김명호" userId="e0d603aa-548e-418b-a070-918475337925" providerId="ADAL" clId="{9447F428-1DA8-4D2C-947C-0B2E878AD40F}" dt="2023-11-01T10:52:13.674" v="4212" actId="47"/>
        <pc:sldMkLst>
          <pc:docMk/>
          <pc:sldMk cId="1957506229" sldId="1302"/>
        </pc:sldMkLst>
      </pc:sldChg>
      <pc:sldChg chg="modSp mod">
        <pc:chgData name="김명호" userId="e0d603aa-548e-418b-a070-918475337925" providerId="ADAL" clId="{9447F428-1DA8-4D2C-947C-0B2E878AD40F}" dt="2023-11-01T10:52:37.073" v="4229" actId="20577"/>
        <pc:sldMkLst>
          <pc:docMk/>
          <pc:sldMk cId="1531610059" sldId="1303"/>
        </pc:sldMkLst>
        <pc:spChg chg="mod">
          <ac:chgData name="김명호" userId="e0d603aa-548e-418b-a070-918475337925" providerId="ADAL" clId="{9447F428-1DA8-4D2C-947C-0B2E878AD40F}" dt="2023-11-01T10:52:37.073" v="4229" actId="20577"/>
          <ac:spMkLst>
            <pc:docMk/>
            <pc:sldMk cId="1531610059" sldId="1303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9447F428-1DA8-4D2C-947C-0B2E878AD40F}" dt="2023-11-01T10:52:45.141" v="4230"/>
        <pc:sldMkLst>
          <pc:docMk/>
          <pc:sldMk cId="3985820544" sldId="1305"/>
        </pc:sldMkLst>
        <pc:spChg chg="mod">
          <ac:chgData name="김명호" userId="e0d603aa-548e-418b-a070-918475337925" providerId="ADAL" clId="{9447F428-1DA8-4D2C-947C-0B2E878AD40F}" dt="2023-11-01T10:52:45.141" v="4230"/>
          <ac:spMkLst>
            <pc:docMk/>
            <pc:sldMk cId="3985820544" sldId="1305"/>
            <ac:spMk id="7" creationId="{0C81DD60-D84B-4D3C-8F3E-7D0E22E11300}"/>
          </ac:spMkLst>
        </pc:spChg>
      </pc:sldChg>
      <pc:sldChg chg="del">
        <pc:chgData name="김명호" userId="e0d603aa-548e-418b-a070-918475337925" providerId="ADAL" clId="{9447F428-1DA8-4D2C-947C-0B2E878AD40F}" dt="2023-11-01T10:53:15.348" v="4231" actId="47"/>
        <pc:sldMkLst>
          <pc:docMk/>
          <pc:sldMk cId="1999665129" sldId="1306"/>
        </pc:sldMkLst>
      </pc:sldChg>
      <pc:sldChg chg="del">
        <pc:chgData name="김명호" userId="e0d603aa-548e-418b-a070-918475337925" providerId="ADAL" clId="{9447F428-1DA8-4D2C-947C-0B2E878AD40F}" dt="2023-11-01T10:54:23.113" v="4232" actId="47"/>
        <pc:sldMkLst>
          <pc:docMk/>
          <pc:sldMk cId="3511711499" sldId="1307"/>
        </pc:sldMkLst>
      </pc:sldChg>
      <pc:sldChg chg="del">
        <pc:chgData name="김명호" userId="e0d603aa-548e-418b-a070-918475337925" providerId="ADAL" clId="{9447F428-1DA8-4D2C-947C-0B2E878AD40F}" dt="2023-11-01T10:54:25.419" v="4233" actId="47"/>
        <pc:sldMkLst>
          <pc:docMk/>
          <pc:sldMk cId="2808743734" sldId="1308"/>
        </pc:sldMkLst>
      </pc:sldChg>
      <pc:sldChg chg="del">
        <pc:chgData name="김명호" userId="e0d603aa-548e-418b-a070-918475337925" providerId="ADAL" clId="{9447F428-1DA8-4D2C-947C-0B2E878AD40F}" dt="2023-11-01T10:54:27.388" v="4234" actId="47"/>
        <pc:sldMkLst>
          <pc:docMk/>
          <pc:sldMk cId="3816198893" sldId="1309"/>
        </pc:sldMkLst>
      </pc:sldChg>
      <pc:sldChg chg="del">
        <pc:chgData name="김명호" userId="e0d603aa-548e-418b-a070-918475337925" providerId="ADAL" clId="{9447F428-1DA8-4D2C-947C-0B2E878AD40F}" dt="2023-11-01T10:57:58.912" v="4235" actId="47"/>
        <pc:sldMkLst>
          <pc:docMk/>
          <pc:sldMk cId="1408642208" sldId="1313"/>
        </pc:sldMkLst>
      </pc:sldChg>
      <pc:sldChg chg="modSp mod">
        <pc:chgData name="김명호" userId="e0d603aa-548e-418b-a070-918475337925" providerId="ADAL" clId="{9447F428-1DA8-4D2C-947C-0B2E878AD40F}" dt="2023-11-02T11:28:46.565" v="4264" actId="20577"/>
        <pc:sldMkLst>
          <pc:docMk/>
          <pc:sldMk cId="915577697" sldId="1345"/>
        </pc:sldMkLst>
        <pc:spChg chg="mod">
          <ac:chgData name="김명호" userId="e0d603aa-548e-418b-a070-918475337925" providerId="ADAL" clId="{9447F428-1DA8-4D2C-947C-0B2E878AD40F}" dt="2023-11-02T11:28:46.565" v="4264" actId="20577"/>
          <ac:spMkLst>
            <pc:docMk/>
            <pc:sldMk cId="915577697" sldId="1345"/>
            <ac:spMk id="7" creationId="{0C81DD60-D84B-4D3C-8F3E-7D0E22E11300}"/>
          </ac:spMkLst>
        </pc:spChg>
      </pc:sldChg>
    </pc:docChg>
  </pc:docChgLst>
  <pc:docChgLst>
    <pc:chgData name="김명호" userId="e0d603aa-548e-418b-a070-918475337925" providerId="ADAL" clId="{EB451184-BA9A-4A5C-9B3F-495ADF05D454}"/>
    <pc:docChg chg="undo redo custSel addSld delSld modSld sldOrd addSection modSection">
      <pc:chgData name="김명호" userId="e0d603aa-548e-418b-a070-918475337925" providerId="ADAL" clId="{EB451184-BA9A-4A5C-9B3F-495ADF05D454}" dt="2023-09-26T05:41:05.919" v="27193" actId="20577"/>
      <pc:docMkLst>
        <pc:docMk/>
      </pc:docMkLst>
      <pc:sldChg chg="modSp mod">
        <pc:chgData name="김명호" userId="e0d603aa-548e-418b-a070-918475337925" providerId="ADAL" clId="{EB451184-BA9A-4A5C-9B3F-495ADF05D454}" dt="2023-09-20T04:51:40.201" v="6098"/>
        <pc:sldMkLst>
          <pc:docMk/>
          <pc:sldMk cId="663090028" sldId="259"/>
        </pc:sldMkLst>
        <pc:spChg chg="mod">
          <ac:chgData name="김명호" userId="e0d603aa-548e-418b-a070-918475337925" providerId="ADAL" clId="{EB451184-BA9A-4A5C-9B3F-495ADF05D454}" dt="2023-09-20T04:51:40.201" v="6098"/>
          <ac:spMkLst>
            <pc:docMk/>
            <pc:sldMk cId="663090028" sldId="259"/>
            <ac:spMk id="5" creationId="{029A339E-21A1-41D7-8EEF-1BB6F1C3B0B0}"/>
          </ac:spMkLst>
        </pc:spChg>
      </pc:sldChg>
      <pc:sldChg chg="modSp mod">
        <pc:chgData name="김명호" userId="e0d603aa-548e-418b-a070-918475337925" providerId="ADAL" clId="{EB451184-BA9A-4A5C-9B3F-495ADF05D454}" dt="2023-09-22T06:08:38.970" v="21843" actId="14734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EB451184-BA9A-4A5C-9B3F-495ADF05D454}" dt="2023-09-22T06:08:38.970" v="21843" actId="14734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del">
        <pc:chgData name="김명호" userId="e0d603aa-548e-418b-a070-918475337925" providerId="ADAL" clId="{EB451184-BA9A-4A5C-9B3F-495ADF05D454}" dt="2023-09-22T06:10:20.690" v="21845" actId="47"/>
        <pc:sldMkLst>
          <pc:docMk/>
          <pc:sldMk cId="706377792" sldId="346"/>
        </pc:sldMkLst>
      </pc:sldChg>
      <pc:sldChg chg="modSp mod">
        <pc:chgData name="김명호" userId="e0d603aa-548e-418b-a070-918475337925" providerId="ADAL" clId="{EB451184-BA9A-4A5C-9B3F-495ADF05D454}" dt="2023-09-22T07:43:33.404" v="23421" actId="20577"/>
        <pc:sldMkLst>
          <pc:docMk/>
          <pc:sldMk cId="1687266130" sldId="362"/>
        </pc:sldMkLst>
        <pc:spChg chg="mod">
          <ac:chgData name="김명호" userId="e0d603aa-548e-418b-a070-918475337925" providerId="ADAL" clId="{EB451184-BA9A-4A5C-9B3F-495ADF05D454}" dt="2023-09-22T07:43:33.404" v="23421" actId="20577"/>
          <ac:spMkLst>
            <pc:docMk/>
            <pc:sldMk cId="1687266130" sldId="362"/>
            <ac:spMk id="6" creationId="{DEC948E3-FBF5-45EE-B6C5-B3EBDB6CD957}"/>
          </ac:spMkLst>
        </pc:spChg>
        <pc:spChg chg="mod">
          <ac:chgData name="김명호" userId="e0d603aa-548e-418b-a070-918475337925" providerId="ADAL" clId="{EB451184-BA9A-4A5C-9B3F-495ADF05D454}" dt="2023-09-20T04:52:39.659" v="6276" actId="6549"/>
          <ac:spMkLst>
            <pc:docMk/>
            <pc:sldMk cId="1687266130" sldId="362"/>
            <ac:spMk id="24" creationId="{9B295392-FB91-4594-8D67-2C3EFB13B1D7}"/>
          </ac:spMkLst>
        </pc:spChg>
        <pc:grpChg chg="mod">
          <ac:chgData name="김명호" userId="e0d603aa-548e-418b-a070-918475337925" providerId="ADAL" clId="{EB451184-BA9A-4A5C-9B3F-495ADF05D454}" dt="2023-09-20T04:52:42.493" v="6277" actId="1076"/>
          <ac:grpSpMkLst>
            <pc:docMk/>
            <pc:sldMk cId="1687266130" sldId="362"/>
            <ac:grpSpMk id="18" creationId="{661359AE-04CA-4C4E-93FB-04C024F975AB}"/>
          </ac:grpSpMkLst>
        </pc:grpChg>
        <pc:grpChg chg="mod">
          <ac:chgData name="김명호" userId="e0d603aa-548e-418b-a070-918475337925" providerId="ADAL" clId="{EB451184-BA9A-4A5C-9B3F-495ADF05D454}" dt="2023-09-20T04:52:42.493" v="6277" actId="1076"/>
          <ac:grpSpMkLst>
            <pc:docMk/>
            <pc:sldMk cId="1687266130" sldId="362"/>
            <ac:grpSpMk id="23" creationId="{6062F352-6EAB-4B10-AEEA-76730ECB3316}"/>
          </ac:grpSpMkLst>
        </pc:grpChg>
      </pc:sldChg>
      <pc:sldChg chg="modSp mod">
        <pc:chgData name="김명호" userId="e0d603aa-548e-418b-a070-918475337925" providerId="ADAL" clId="{EB451184-BA9A-4A5C-9B3F-495ADF05D454}" dt="2023-09-22T07:34:23.318" v="22949" actId="115"/>
        <pc:sldMkLst>
          <pc:docMk/>
          <pc:sldMk cId="3497645603" sldId="367"/>
        </pc:sldMkLst>
        <pc:spChg chg="mod">
          <ac:chgData name="김명호" userId="e0d603aa-548e-418b-a070-918475337925" providerId="ADAL" clId="{EB451184-BA9A-4A5C-9B3F-495ADF05D454}" dt="2023-09-22T07:34:23.318" v="22949" actId="115"/>
          <ac:spMkLst>
            <pc:docMk/>
            <pc:sldMk cId="3497645603" sldId="367"/>
            <ac:spMk id="10" creationId="{39B0F59A-2BB4-43BB-99AB-2C610FC0395B}"/>
          </ac:spMkLst>
        </pc:spChg>
      </pc:sldChg>
      <pc:sldChg chg="del">
        <pc:chgData name="김명호" userId="e0d603aa-548e-418b-a070-918475337925" providerId="ADAL" clId="{EB451184-BA9A-4A5C-9B3F-495ADF05D454}" dt="2023-09-22T06:10:21.247" v="21846" actId="47"/>
        <pc:sldMkLst>
          <pc:docMk/>
          <pc:sldMk cId="3748167120" sldId="376"/>
        </pc:sldMkLst>
      </pc:sldChg>
      <pc:sldChg chg="addSp delSp modSp mod">
        <pc:chgData name="김명호" userId="e0d603aa-548e-418b-a070-918475337925" providerId="ADAL" clId="{EB451184-BA9A-4A5C-9B3F-495ADF05D454}" dt="2023-09-22T06:57:09.483" v="21940" actId="6549"/>
        <pc:sldMkLst>
          <pc:docMk/>
          <pc:sldMk cId="438729540" sldId="390"/>
        </pc:sldMkLst>
        <pc:spChg chg="mod">
          <ac:chgData name="김명호" userId="e0d603aa-548e-418b-a070-918475337925" providerId="ADAL" clId="{EB451184-BA9A-4A5C-9B3F-495ADF05D454}" dt="2023-09-22T06:56:49.733" v="21935"/>
          <ac:spMkLst>
            <pc:docMk/>
            <pc:sldMk cId="438729540" sldId="390"/>
            <ac:spMk id="5" creationId="{D51A2049-BA27-5934-A3B0-4CFE03A2FEA9}"/>
          </ac:spMkLst>
        </pc:spChg>
        <pc:spChg chg="mod">
          <ac:chgData name="김명호" userId="e0d603aa-548e-418b-a070-918475337925" providerId="ADAL" clId="{EB451184-BA9A-4A5C-9B3F-495ADF05D454}" dt="2023-09-22T06:57:07.320" v="21939"/>
          <ac:spMkLst>
            <pc:docMk/>
            <pc:sldMk cId="438729540" sldId="390"/>
            <ac:spMk id="6" creationId="{00FBDCD5-C2B1-9FAE-9632-AC9226749865}"/>
          </ac:spMkLst>
        </pc:spChg>
        <pc:spChg chg="mod">
          <ac:chgData name="김명호" userId="e0d603aa-548e-418b-a070-918475337925" providerId="ADAL" clId="{EB451184-BA9A-4A5C-9B3F-495ADF05D454}" dt="2023-09-22T06:57:09.483" v="21940" actId="6549"/>
          <ac:spMkLst>
            <pc:docMk/>
            <pc:sldMk cId="438729540" sldId="390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04:03:53.828" v="3378" actId="14100"/>
          <ac:spMkLst>
            <pc:docMk/>
            <pc:sldMk cId="438729540" sldId="390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2T06:56:49.733" v="21935"/>
          <ac:grpSpMkLst>
            <pc:docMk/>
            <pc:sldMk cId="438729540" sldId="390"/>
            <ac:grpSpMk id="4" creationId="{D997B25E-A00B-8E4B-A20C-A1ED4FACE276}"/>
          </ac:grpSpMkLst>
        </pc:grpChg>
        <pc:grpChg chg="del">
          <ac:chgData name="김명호" userId="e0d603aa-548e-418b-a070-918475337925" providerId="ADAL" clId="{EB451184-BA9A-4A5C-9B3F-495ADF05D454}" dt="2023-09-20T01:47:32.853" v="494" actId="478"/>
          <ac:grpSpMkLst>
            <pc:docMk/>
            <pc:sldMk cId="438729540" sldId="390"/>
            <ac:grpSpMk id="12" creationId="{0D0B6B4F-0C4B-A63B-D36A-F0C1785D52AD}"/>
          </ac:grpSpMkLst>
        </pc:grpChg>
        <pc:grpChg chg="del">
          <ac:chgData name="김명호" userId="e0d603aa-548e-418b-a070-918475337925" providerId="ADAL" clId="{EB451184-BA9A-4A5C-9B3F-495ADF05D454}" dt="2023-09-20T01:47:32.853" v="494" actId="478"/>
          <ac:grpSpMkLst>
            <pc:docMk/>
            <pc:sldMk cId="438729540" sldId="390"/>
            <ac:grpSpMk id="19" creationId="{6B3D4B0D-9E89-F018-B6A6-F0D784934549}"/>
          </ac:grpSpMkLst>
        </pc:grpChg>
        <pc:graphicFrameChg chg="mod modGraphic">
          <ac:chgData name="김명호" userId="e0d603aa-548e-418b-a070-918475337925" providerId="ADAL" clId="{EB451184-BA9A-4A5C-9B3F-495ADF05D454}" dt="2023-09-20T04:04:14.667" v="3382" actId="20577"/>
          <ac:graphicFrameMkLst>
            <pc:docMk/>
            <pc:sldMk cId="438729540" sldId="390"/>
            <ac:graphicFrameMk id="3" creationId="{EB5E6BEF-7528-22F3-81D3-C88DBE43847E}"/>
          </ac:graphicFrameMkLst>
        </pc:graphicFrameChg>
        <pc:picChg chg="add del mod modCrop">
          <ac:chgData name="김명호" userId="e0d603aa-548e-418b-a070-918475337925" providerId="ADAL" clId="{EB451184-BA9A-4A5C-9B3F-495ADF05D454}" dt="2023-09-20T01:50:56.646" v="497" actId="478"/>
          <ac:picMkLst>
            <pc:docMk/>
            <pc:sldMk cId="438729540" sldId="390"/>
            <ac:picMk id="5" creationId="{76B0CD38-A840-338D-95B4-887B4873D481}"/>
          </ac:picMkLst>
        </pc:picChg>
        <pc:picChg chg="add del mod modCrop">
          <ac:chgData name="김명호" userId="e0d603aa-548e-418b-a070-918475337925" providerId="ADAL" clId="{EB451184-BA9A-4A5C-9B3F-495ADF05D454}" dt="2023-09-20T04:00:52.551" v="3375" actId="478"/>
          <ac:picMkLst>
            <pc:docMk/>
            <pc:sldMk cId="438729540" sldId="390"/>
            <ac:picMk id="8" creationId="{67F92F47-8FE3-414C-788A-3F46C50A24B8}"/>
          </ac:picMkLst>
        </pc:picChg>
        <pc:picChg chg="add mod ord modCrop">
          <ac:chgData name="김명호" userId="e0d603aa-548e-418b-a070-918475337925" providerId="ADAL" clId="{EB451184-BA9A-4A5C-9B3F-495ADF05D454}" dt="2023-09-20T04:00:55.907" v="3376" actId="167"/>
          <ac:picMkLst>
            <pc:docMk/>
            <pc:sldMk cId="438729540" sldId="390"/>
            <ac:picMk id="15" creationId="{4037265C-B357-0255-D971-EA827DF1198C}"/>
          </ac:picMkLst>
        </pc:picChg>
        <pc:cxnChg chg="add mod">
          <ac:chgData name="김명호" userId="e0d603aa-548e-418b-a070-918475337925" providerId="ADAL" clId="{EB451184-BA9A-4A5C-9B3F-495ADF05D454}" dt="2023-09-20T04:03:56.011" v="3379" actId="1076"/>
          <ac:cxnSpMkLst>
            <pc:docMk/>
            <pc:sldMk cId="438729540" sldId="390"/>
            <ac:cxnSpMk id="13" creationId="{331DDFAF-E372-E3B3-6B05-B0D7F3785A4E}"/>
          </ac:cxnSpMkLst>
        </pc:cxnChg>
      </pc:sldChg>
      <pc:sldChg chg="addSp delSp add del mod">
        <pc:chgData name="김명호" userId="e0d603aa-548e-418b-a070-918475337925" providerId="ADAL" clId="{EB451184-BA9A-4A5C-9B3F-495ADF05D454}" dt="2023-09-22T06:11:19.962" v="21849" actId="47"/>
        <pc:sldMkLst>
          <pc:docMk/>
          <pc:sldMk cId="2398833664" sldId="394"/>
        </pc:sldMkLst>
        <pc:spChg chg="add del">
          <ac:chgData name="김명호" userId="e0d603aa-548e-418b-a070-918475337925" providerId="ADAL" clId="{EB451184-BA9A-4A5C-9B3F-495ADF05D454}" dt="2023-09-22T06:10:25.219" v="21848" actId="478"/>
          <ac:spMkLst>
            <pc:docMk/>
            <pc:sldMk cId="2398833664" sldId="394"/>
            <ac:spMk id="5" creationId="{342FB9EF-08C8-48C8-B141-475EABD5A0B1}"/>
          </ac:spMkLst>
        </pc:spChg>
      </pc:sldChg>
      <pc:sldChg chg="add del">
        <pc:chgData name="김명호" userId="e0d603aa-548e-418b-a070-918475337925" providerId="ADAL" clId="{EB451184-BA9A-4A5C-9B3F-495ADF05D454}" dt="2023-09-22T06:11:20.809" v="21850" actId="47"/>
        <pc:sldMkLst>
          <pc:docMk/>
          <pc:sldMk cId="1275645984" sldId="395"/>
        </pc:sldMkLst>
      </pc:sldChg>
      <pc:sldChg chg="addSp modSp add del mod">
        <pc:chgData name="김명호" userId="e0d603aa-548e-418b-a070-918475337925" providerId="ADAL" clId="{EB451184-BA9A-4A5C-9B3F-495ADF05D454}" dt="2023-09-22T02:15:53.725" v="21596" actId="47"/>
        <pc:sldMkLst>
          <pc:docMk/>
          <pc:sldMk cId="3578330855" sldId="437"/>
        </pc:sldMkLst>
        <pc:picChg chg="add mod ord modCrop">
          <ac:chgData name="김명호" userId="e0d603aa-548e-418b-a070-918475337925" providerId="ADAL" clId="{EB451184-BA9A-4A5C-9B3F-495ADF05D454}" dt="2023-09-22T02:14:38.663" v="21586" actId="167"/>
          <ac:picMkLst>
            <pc:docMk/>
            <pc:sldMk cId="3578330855" sldId="437"/>
            <ac:picMk id="15" creationId="{03503915-1093-C5B1-655A-143862A57E1F}"/>
          </ac:picMkLst>
        </pc:picChg>
      </pc:sldChg>
      <pc:sldChg chg="delSp add mod">
        <pc:chgData name="김명호" userId="e0d603aa-548e-418b-a070-918475337925" providerId="ADAL" clId="{EB451184-BA9A-4A5C-9B3F-495ADF05D454}" dt="2023-09-22T06:11:24.534" v="21852" actId="478"/>
        <pc:sldMkLst>
          <pc:docMk/>
          <pc:sldMk cId="3791663613" sldId="889"/>
        </pc:sldMkLst>
        <pc:spChg chg="del">
          <ac:chgData name="김명호" userId="e0d603aa-548e-418b-a070-918475337925" providerId="ADAL" clId="{EB451184-BA9A-4A5C-9B3F-495ADF05D454}" dt="2023-09-22T06:11:24.534" v="21852" actId="478"/>
          <ac:spMkLst>
            <pc:docMk/>
            <pc:sldMk cId="3791663613" sldId="889"/>
            <ac:spMk id="6" creationId="{A48C3734-22FB-4C17-A50C-E589C01B4BF8}"/>
          </ac:spMkLst>
        </pc:spChg>
      </pc:sldChg>
      <pc:sldChg chg="delSp add mod">
        <pc:chgData name="김명호" userId="e0d603aa-548e-418b-a070-918475337925" providerId="ADAL" clId="{EB451184-BA9A-4A5C-9B3F-495ADF05D454}" dt="2023-09-22T06:11:26.871" v="21853" actId="478"/>
        <pc:sldMkLst>
          <pc:docMk/>
          <pc:sldMk cId="251407273" sldId="890"/>
        </pc:sldMkLst>
        <pc:spChg chg="del">
          <ac:chgData name="김명호" userId="e0d603aa-548e-418b-a070-918475337925" providerId="ADAL" clId="{EB451184-BA9A-4A5C-9B3F-495ADF05D454}" dt="2023-09-22T06:11:26.871" v="21853" actId="478"/>
          <ac:spMkLst>
            <pc:docMk/>
            <pc:sldMk cId="251407273" sldId="890"/>
            <ac:spMk id="4" creationId="{94E21428-0869-4D45-A744-5E0888805048}"/>
          </ac:spMkLst>
        </pc:spChg>
      </pc:sldChg>
      <pc:sldChg chg="delSp add mod">
        <pc:chgData name="김명호" userId="e0d603aa-548e-418b-a070-918475337925" providerId="ADAL" clId="{EB451184-BA9A-4A5C-9B3F-495ADF05D454}" dt="2023-09-22T06:18:25.188" v="21856" actId="478"/>
        <pc:sldMkLst>
          <pc:docMk/>
          <pc:sldMk cId="1638528583" sldId="895"/>
        </pc:sldMkLst>
        <pc:spChg chg="del">
          <ac:chgData name="김명호" userId="e0d603aa-548e-418b-a070-918475337925" providerId="ADAL" clId="{EB451184-BA9A-4A5C-9B3F-495ADF05D454}" dt="2023-09-22T06:18:25.188" v="21856" actId="478"/>
          <ac:spMkLst>
            <pc:docMk/>
            <pc:sldMk cId="1638528583" sldId="895"/>
            <ac:spMk id="17" creationId="{1C55B0B7-7AE0-4B2A-94B6-8AFC5F1D70C7}"/>
          </ac:spMkLst>
        </pc:spChg>
      </pc:sldChg>
      <pc:sldChg chg="del">
        <pc:chgData name="김명호" userId="e0d603aa-548e-418b-a070-918475337925" providerId="ADAL" clId="{EB451184-BA9A-4A5C-9B3F-495ADF05D454}" dt="2023-09-22T06:18:23.288" v="21855" actId="47"/>
        <pc:sldMkLst>
          <pc:docMk/>
          <pc:sldMk cId="634537752" sldId="1053"/>
        </pc:sldMkLst>
      </pc:sldChg>
      <pc:sldChg chg="add del">
        <pc:chgData name="김명호" userId="e0d603aa-548e-418b-a070-918475337925" providerId="ADAL" clId="{EB451184-BA9A-4A5C-9B3F-495ADF05D454}" dt="2023-09-20T01:55:56.075" v="625" actId="47"/>
        <pc:sldMkLst>
          <pc:docMk/>
          <pc:sldMk cId="2427834420" sldId="1054"/>
        </pc:sldMkLst>
      </pc:sldChg>
      <pc:sldChg chg="del">
        <pc:chgData name="김명호" userId="e0d603aa-548e-418b-a070-918475337925" providerId="ADAL" clId="{EB451184-BA9A-4A5C-9B3F-495ADF05D454}" dt="2023-09-20T01:55:34.870" v="617" actId="47"/>
        <pc:sldMkLst>
          <pc:docMk/>
          <pc:sldMk cId="1898097448" sldId="1055"/>
        </pc:sldMkLst>
      </pc:sldChg>
      <pc:sldChg chg="addSp delSp modSp add del mod">
        <pc:chgData name="김명호" userId="e0d603aa-548e-418b-a070-918475337925" providerId="ADAL" clId="{EB451184-BA9A-4A5C-9B3F-495ADF05D454}" dt="2023-09-21T22:26:05.387" v="17100" actId="478"/>
        <pc:sldMkLst>
          <pc:docMk/>
          <pc:sldMk cId="3034943958" sldId="1056"/>
        </pc:sldMkLst>
        <pc:spChg chg="mod">
          <ac:chgData name="김명호" userId="e0d603aa-548e-418b-a070-918475337925" providerId="ADAL" clId="{EB451184-BA9A-4A5C-9B3F-495ADF05D454}" dt="2023-09-20T11:21:59.785" v="15539" actId="20577"/>
          <ac:spMkLst>
            <pc:docMk/>
            <pc:sldMk cId="3034943958" sldId="1056"/>
            <ac:spMk id="4" creationId="{B29C842E-FD35-555C-803F-4C01A8C6EA32}"/>
          </ac:spMkLst>
        </pc:spChg>
        <pc:spChg chg="add del mod">
          <ac:chgData name="김명호" userId="e0d603aa-548e-418b-a070-918475337925" providerId="ADAL" clId="{EB451184-BA9A-4A5C-9B3F-495ADF05D454}" dt="2023-09-21T22:26:05.387" v="17100" actId="478"/>
          <ac:spMkLst>
            <pc:docMk/>
            <pc:sldMk cId="3034943958" sldId="1056"/>
            <ac:spMk id="7" creationId="{12A98E68-553D-6B42-3D75-7AA359CF0CFB}"/>
          </ac:spMkLst>
        </pc:spChg>
        <pc:spChg chg="add del mod">
          <ac:chgData name="김명호" userId="e0d603aa-548e-418b-a070-918475337925" providerId="ADAL" clId="{EB451184-BA9A-4A5C-9B3F-495ADF05D454}" dt="2023-09-20T01:59:23.309" v="1005" actId="478"/>
          <ac:spMkLst>
            <pc:docMk/>
            <pc:sldMk cId="3034943958" sldId="1056"/>
            <ac:spMk id="9" creationId="{13A0658C-76A4-EC7D-ABF9-97C12619DB7C}"/>
          </ac:spMkLst>
        </pc:spChg>
        <pc:spChg chg="add mod">
          <ac:chgData name="김명호" userId="e0d603aa-548e-418b-a070-918475337925" providerId="ADAL" clId="{EB451184-BA9A-4A5C-9B3F-495ADF05D454}" dt="2023-09-20T10:36:14.835" v="14182" actId="1036"/>
          <ac:spMkLst>
            <pc:docMk/>
            <pc:sldMk cId="3034943958" sldId="1056"/>
            <ac:spMk id="11" creationId="{5FE8FE42-2B15-8E91-CBD7-11BAC37EAEF7}"/>
          </ac:spMkLst>
        </pc:spChg>
        <pc:spChg chg="add mod">
          <ac:chgData name="김명호" userId="e0d603aa-548e-418b-a070-918475337925" providerId="ADAL" clId="{EB451184-BA9A-4A5C-9B3F-495ADF05D454}" dt="2023-09-20T10:36:14.835" v="14182" actId="1036"/>
          <ac:spMkLst>
            <pc:docMk/>
            <pc:sldMk cId="3034943958" sldId="1056"/>
            <ac:spMk id="14" creationId="{B5C26A1A-0191-19A4-8426-BDE238A47C86}"/>
          </ac:spMkLst>
        </pc:spChg>
        <pc:spChg chg="add mod">
          <ac:chgData name="김명호" userId="e0d603aa-548e-418b-a070-918475337925" providerId="ADAL" clId="{EB451184-BA9A-4A5C-9B3F-495ADF05D454}" dt="2023-09-20T10:36:14.835" v="14182" actId="1036"/>
          <ac:spMkLst>
            <pc:docMk/>
            <pc:sldMk cId="3034943958" sldId="1056"/>
            <ac:spMk id="17" creationId="{02398E07-A94F-035C-724D-A4D49E13A9AF}"/>
          </ac:spMkLst>
        </pc:spChg>
        <pc:spChg chg="add mod">
          <ac:chgData name="김명호" userId="e0d603aa-548e-418b-a070-918475337925" providerId="ADAL" clId="{EB451184-BA9A-4A5C-9B3F-495ADF05D454}" dt="2023-09-20T10:36:14.835" v="14182" actId="1036"/>
          <ac:spMkLst>
            <pc:docMk/>
            <pc:sldMk cId="3034943958" sldId="1056"/>
            <ac:spMk id="19" creationId="{AE8B9FAD-25AC-0430-8165-F0967BAC9054}"/>
          </ac:spMkLst>
        </pc:spChg>
        <pc:spChg chg="add mod">
          <ac:chgData name="김명호" userId="e0d603aa-548e-418b-a070-918475337925" providerId="ADAL" clId="{EB451184-BA9A-4A5C-9B3F-495ADF05D454}" dt="2023-09-20T02:18:25.402" v="2582"/>
          <ac:spMkLst>
            <pc:docMk/>
            <pc:sldMk cId="3034943958" sldId="1056"/>
            <ac:spMk id="21" creationId="{E4AF15C8-32C3-FFE4-5475-01DF6A3DE540}"/>
          </ac:spMkLst>
        </pc:spChg>
        <pc:spChg chg="add mod">
          <ac:chgData name="김명호" userId="e0d603aa-548e-418b-a070-918475337925" providerId="ADAL" clId="{EB451184-BA9A-4A5C-9B3F-495ADF05D454}" dt="2023-09-20T11:22:04.625" v="15541" actId="1076"/>
          <ac:spMkLst>
            <pc:docMk/>
            <pc:sldMk cId="3034943958" sldId="1056"/>
            <ac:spMk id="22" creationId="{74058FA2-1A90-4C81-4475-43E89C6DB42D}"/>
          </ac:spMkLst>
        </pc:spChg>
        <pc:spChg chg="add mod">
          <ac:chgData name="김명호" userId="e0d603aa-548e-418b-a070-918475337925" providerId="ADAL" clId="{EB451184-BA9A-4A5C-9B3F-495ADF05D454}" dt="2023-09-20T11:22:04.625" v="15541" actId="1076"/>
          <ac:spMkLst>
            <pc:docMk/>
            <pc:sldMk cId="3034943958" sldId="1056"/>
            <ac:spMk id="23" creationId="{C72FCBEA-910E-99D5-0A7C-9601A799A13F}"/>
          </ac:spMkLst>
        </pc:spChg>
        <pc:graphicFrameChg chg="mod modGraphic">
          <ac:chgData name="김명호" userId="e0d603aa-548e-418b-a070-918475337925" providerId="ADAL" clId="{EB451184-BA9A-4A5C-9B3F-495ADF05D454}" dt="2023-09-20T01:58:01.248" v="649"/>
          <ac:graphicFrameMkLst>
            <pc:docMk/>
            <pc:sldMk cId="3034943958" sldId="1056"/>
            <ac:graphicFrameMk id="6" creationId="{924148D2-5097-2877-1A30-57054C4A5264}"/>
          </ac:graphicFrameMkLst>
        </pc:graphicFrameChg>
        <pc:picChg chg="add mod">
          <ac:chgData name="김명호" userId="e0d603aa-548e-418b-a070-918475337925" providerId="ADAL" clId="{EB451184-BA9A-4A5C-9B3F-495ADF05D454}" dt="2023-09-20T10:36:14.835" v="14182" actId="1036"/>
          <ac:picMkLst>
            <pc:docMk/>
            <pc:sldMk cId="3034943958" sldId="1056"/>
            <ac:picMk id="2" creationId="{F40DB867-42DC-C2FD-1824-8EA59AC7458E}"/>
          </ac:picMkLst>
        </pc:picChg>
        <pc:picChg chg="add mod modCrop">
          <ac:chgData name="김명호" userId="e0d603aa-548e-418b-a070-918475337925" providerId="ADAL" clId="{EB451184-BA9A-4A5C-9B3F-495ADF05D454}" dt="2023-09-20T10:36:14.835" v="14182" actId="1036"/>
          <ac:picMkLst>
            <pc:docMk/>
            <pc:sldMk cId="3034943958" sldId="1056"/>
            <ac:picMk id="8" creationId="{27878555-5CC8-77FF-521B-9F9E6473C0F3}"/>
          </ac:picMkLst>
        </pc:picChg>
        <pc:picChg chg="add mod">
          <ac:chgData name="김명호" userId="e0d603aa-548e-418b-a070-918475337925" providerId="ADAL" clId="{EB451184-BA9A-4A5C-9B3F-495ADF05D454}" dt="2023-09-20T10:36:14.835" v="14182" actId="1036"/>
          <ac:picMkLst>
            <pc:docMk/>
            <pc:sldMk cId="3034943958" sldId="1056"/>
            <ac:picMk id="15" creationId="{8C788C0F-5881-9643-5927-80D09DAACA88}"/>
          </ac:picMkLst>
        </pc:picChg>
        <pc:picChg chg="add mod">
          <ac:chgData name="김명호" userId="e0d603aa-548e-418b-a070-918475337925" providerId="ADAL" clId="{EB451184-BA9A-4A5C-9B3F-495ADF05D454}" dt="2023-09-20T10:36:14.835" v="14182" actId="1036"/>
          <ac:picMkLst>
            <pc:docMk/>
            <pc:sldMk cId="3034943958" sldId="1056"/>
            <ac:picMk id="16" creationId="{29390BD4-207F-BC92-74CD-5ABFC3BE4D94}"/>
          </ac:picMkLst>
        </pc:picChg>
        <pc:cxnChg chg="add del mod">
          <ac:chgData name="김명호" userId="e0d603aa-548e-418b-a070-918475337925" providerId="ADAL" clId="{EB451184-BA9A-4A5C-9B3F-495ADF05D454}" dt="2023-09-20T01:59:33.794" v="1012" actId="478"/>
          <ac:cxnSpMkLst>
            <pc:docMk/>
            <pc:sldMk cId="3034943958" sldId="1056"/>
            <ac:cxnSpMk id="10" creationId="{FCD2AACF-8EFB-C3EE-B67D-F113EDC5E925}"/>
          </ac:cxnSpMkLst>
        </pc:cxnChg>
        <pc:cxnChg chg="add mod">
          <ac:chgData name="김명호" userId="e0d603aa-548e-418b-a070-918475337925" providerId="ADAL" clId="{EB451184-BA9A-4A5C-9B3F-495ADF05D454}" dt="2023-09-20T10:36:14.835" v="14182" actId="1036"/>
          <ac:cxnSpMkLst>
            <pc:docMk/>
            <pc:sldMk cId="3034943958" sldId="1056"/>
            <ac:cxnSpMk id="13" creationId="{6387ACAF-04E1-5894-06FE-B0F44514EAE8}"/>
          </ac:cxnSpMkLst>
        </pc:cxnChg>
        <pc:cxnChg chg="add mod">
          <ac:chgData name="김명호" userId="e0d603aa-548e-418b-a070-918475337925" providerId="ADAL" clId="{EB451184-BA9A-4A5C-9B3F-495ADF05D454}" dt="2023-09-20T10:36:14.835" v="14182" actId="1036"/>
          <ac:cxnSpMkLst>
            <pc:docMk/>
            <pc:sldMk cId="3034943958" sldId="1056"/>
            <ac:cxnSpMk id="18" creationId="{4B39F146-C999-187D-9BD1-8742F9F90833}"/>
          </ac:cxnSpMkLst>
        </pc:cxnChg>
      </pc:sldChg>
      <pc:sldChg chg="add del">
        <pc:chgData name="김명호" userId="e0d603aa-548e-418b-a070-918475337925" providerId="ADAL" clId="{EB451184-BA9A-4A5C-9B3F-495ADF05D454}" dt="2023-09-20T01:55:56.979" v="626" actId="47"/>
        <pc:sldMkLst>
          <pc:docMk/>
          <pc:sldMk cId="2339452309" sldId="1057"/>
        </pc:sldMkLst>
      </pc:sldChg>
      <pc:sldChg chg="del">
        <pc:chgData name="김명호" userId="e0d603aa-548e-418b-a070-918475337925" providerId="ADAL" clId="{EB451184-BA9A-4A5C-9B3F-495ADF05D454}" dt="2023-09-20T01:55:59.017" v="627" actId="47"/>
        <pc:sldMkLst>
          <pc:docMk/>
          <pc:sldMk cId="1092404881" sldId="1058"/>
        </pc:sldMkLst>
      </pc:sldChg>
      <pc:sldChg chg="addSp modSp add mod">
        <pc:chgData name="김명호" userId="e0d603aa-548e-418b-a070-918475337925" providerId="ADAL" clId="{EB451184-BA9A-4A5C-9B3F-495ADF05D454}" dt="2023-09-20T10:51:28.454" v="14701"/>
        <pc:sldMkLst>
          <pc:docMk/>
          <pc:sldMk cId="55996155" sldId="1059"/>
        </pc:sldMkLst>
        <pc:spChg chg="add mod">
          <ac:chgData name="김명호" userId="e0d603aa-548e-418b-a070-918475337925" providerId="ADAL" clId="{EB451184-BA9A-4A5C-9B3F-495ADF05D454}" dt="2023-09-20T10:51:28.454" v="14701"/>
          <ac:spMkLst>
            <pc:docMk/>
            <pc:sldMk cId="55996155" sldId="1059"/>
            <ac:spMk id="4" creationId="{4A278ED3-A02C-52EC-56FF-4DC08E2906C3}"/>
          </ac:spMkLst>
        </pc:spChg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55996155" sldId="1059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B451184-BA9A-4A5C-9B3F-495ADF05D454}" dt="2023-09-20T01:52:52.710" v="513"/>
          <ac:graphicFrameMkLst>
            <pc:docMk/>
            <pc:sldMk cId="55996155" sldId="1059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0T01:50:33.946" v="496" actId="47"/>
        <pc:sldMkLst>
          <pc:docMk/>
          <pc:sldMk cId="1355387815" sldId="1059"/>
        </pc:sldMkLst>
      </pc:sldChg>
      <pc:sldChg chg="addSp delSp modSp add mod">
        <pc:chgData name="김명호" userId="e0d603aa-548e-418b-a070-918475337925" providerId="ADAL" clId="{EB451184-BA9A-4A5C-9B3F-495ADF05D454}" dt="2023-09-21T22:26:13.350" v="17101"/>
        <pc:sldMkLst>
          <pc:docMk/>
          <pc:sldMk cId="643738955" sldId="1060"/>
        </pc:sldMkLst>
        <pc:spChg chg="add mod">
          <ac:chgData name="김명호" userId="e0d603aa-548e-418b-a070-918475337925" providerId="ADAL" clId="{EB451184-BA9A-4A5C-9B3F-495ADF05D454}" dt="2023-09-20T02:05:12.078" v="1455" actId="14100"/>
          <ac:spMkLst>
            <pc:docMk/>
            <pc:sldMk cId="643738955" sldId="1060"/>
            <ac:spMk id="5" creationId="{0692E697-7A14-FF93-72C6-A16D90EEFF55}"/>
          </ac:spMkLst>
        </pc:spChg>
        <pc:spChg chg="add mod">
          <ac:chgData name="김명호" userId="e0d603aa-548e-418b-a070-918475337925" providerId="ADAL" clId="{EB451184-BA9A-4A5C-9B3F-495ADF05D454}" dt="2023-09-20T02:18:27.373" v="2583"/>
          <ac:spMkLst>
            <pc:docMk/>
            <pc:sldMk cId="643738955" sldId="1060"/>
            <ac:spMk id="6" creationId="{8D0AE994-7064-70A9-D4F9-EE95493FE4E8}"/>
          </ac:spMkLst>
        </pc:spChg>
        <pc:spChg chg="mod">
          <ac:chgData name="김명호" userId="e0d603aa-548e-418b-a070-918475337925" providerId="ADAL" clId="{EB451184-BA9A-4A5C-9B3F-495ADF05D454}" dt="2023-09-20T02:17:36.508" v="2581"/>
          <ac:spMkLst>
            <pc:docMk/>
            <pc:sldMk cId="643738955" sldId="1060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1T22:26:13.350" v="17101"/>
          <ac:spMkLst>
            <pc:docMk/>
            <pc:sldMk cId="643738955" sldId="1060"/>
            <ac:spMk id="8" creationId="{CF9BFE2A-6699-A638-8F13-EB10AE7092D0}"/>
          </ac:spMkLst>
        </pc:spChg>
        <pc:spChg chg="mod">
          <ac:chgData name="김명호" userId="e0d603aa-548e-418b-a070-918475337925" providerId="ADAL" clId="{EB451184-BA9A-4A5C-9B3F-495ADF05D454}" dt="2023-09-20T02:03:55.391" v="1279" actId="14100"/>
          <ac:spMkLst>
            <pc:docMk/>
            <pc:sldMk cId="643738955" sldId="1060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04:27:48.406" v="5524"/>
          <ac:spMkLst>
            <pc:docMk/>
            <pc:sldMk cId="643738955" sldId="1060"/>
            <ac:spMk id="11" creationId="{D19ADC40-437B-9503-DC1D-04BCD57BA83C}"/>
          </ac:spMkLst>
        </pc:spChg>
        <pc:spChg chg="mod">
          <ac:chgData name="김명호" userId="e0d603aa-548e-418b-a070-918475337925" providerId="ADAL" clId="{EB451184-BA9A-4A5C-9B3F-495ADF05D454}" dt="2023-09-20T04:28:54.740" v="5531"/>
          <ac:spMkLst>
            <pc:docMk/>
            <pc:sldMk cId="643738955" sldId="1060"/>
            <ac:spMk id="12" creationId="{FA3C1157-54F3-DACF-8D44-B1820662B339}"/>
          </ac:spMkLst>
        </pc:spChg>
        <pc:grpChg chg="add mod">
          <ac:chgData name="김명호" userId="e0d603aa-548e-418b-a070-918475337925" providerId="ADAL" clId="{EB451184-BA9A-4A5C-9B3F-495ADF05D454}" dt="2023-09-20T04:27:50.664" v="5525" actId="1076"/>
          <ac:grpSpMkLst>
            <pc:docMk/>
            <pc:sldMk cId="643738955" sldId="1060"/>
            <ac:grpSpMk id="9" creationId="{8B68A996-48D8-1F26-9336-A6FE8C1E8B77}"/>
          </ac:grpSpMkLst>
        </pc:grpChg>
        <pc:graphicFrameChg chg="mod modGraphic">
          <ac:chgData name="김명호" userId="e0d603aa-548e-418b-a070-918475337925" providerId="ADAL" clId="{EB451184-BA9A-4A5C-9B3F-495ADF05D454}" dt="2023-09-20T04:04:03.865" v="3380" actId="20577"/>
          <ac:graphicFrameMkLst>
            <pc:docMk/>
            <pc:sldMk cId="643738955" sldId="1060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B451184-BA9A-4A5C-9B3F-495ADF05D454}" dt="2023-09-20T02:03:38.527" v="1277" actId="167"/>
          <ac:picMkLst>
            <pc:docMk/>
            <pc:sldMk cId="643738955" sldId="1060"/>
            <ac:picMk id="4" creationId="{B063B0DF-D797-282E-6D87-CBD31B6CA485}"/>
          </ac:picMkLst>
        </pc:picChg>
        <pc:picChg chg="del">
          <ac:chgData name="김명호" userId="e0d603aa-548e-418b-a070-918475337925" providerId="ADAL" clId="{EB451184-BA9A-4A5C-9B3F-495ADF05D454}" dt="2023-09-20T02:03:20.535" v="1270" actId="478"/>
          <ac:picMkLst>
            <pc:docMk/>
            <pc:sldMk cId="643738955" sldId="1060"/>
            <ac:picMk id="8" creationId="{67F92F47-8FE3-414C-788A-3F46C50A24B8}"/>
          </ac:picMkLst>
        </pc:picChg>
        <pc:cxnChg chg="mod">
          <ac:chgData name="김명호" userId="e0d603aa-548e-418b-a070-918475337925" providerId="ADAL" clId="{EB451184-BA9A-4A5C-9B3F-495ADF05D454}" dt="2023-09-20T02:03:58.038" v="1280" actId="1076"/>
          <ac:cxnSpMkLst>
            <pc:docMk/>
            <pc:sldMk cId="643738955" sldId="1060"/>
            <ac:cxnSpMk id="13" creationId="{331DDFAF-E372-E3B3-6B05-B0D7F3785A4E}"/>
          </ac:cxnSpMkLst>
        </pc:cxnChg>
      </pc:sldChg>
      <pc:sldChg chg="addSp modSp add mod">
        <pc:chgData name="김명호" userId="e0d603aa-548e-418b-a070-918475337925" providerId="ADAL" clId="{EB451184-BA9A-4A5C-9B3F-495ADF05D454}" dt="2023-09-20T10:51:37.022" v="14702"/>
        <pc:sldMkLst>
          <pc:docMk/>
          <pc:sldMk cId="1181143746" sldId="1061"/>
        </pc:sldMkLst>
        <pc:spChg chg="add mod">
          <ac:chgData name="김명호" userId="e0d603aa-548e-418b-a070-918475337925" providerId="ADAL" clId="{EB451184-BA9A-4A5C-9B3F-495ADF05D454}" dt="2023-09-20T10:51:37.022" v="14702"/>
          <ac:spMkLst>
            <pc:docMk/>
            <pc:sldMk cId="1181143746" sldId="1061"/>
            <ac:spMk id="4" creationId="{CB883B88-E82F-2DF2-B628-2B86DC97CEDB}"/>
          </ac:spMkLst>
        </pc:spChg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1181143746" sldId="1061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2:18:57.472" v="2586" actId="14100"/>
          <ac:spMkLst>
            <pc:docMk/>
            <pc:sldMk cId="1181143746" sldId="1061"/>
            <ac:spMk id="10" creationId="{14F878EE-D031-B862-A82B-49EBF6A805B4}"/>
          </ac:spMkLst>
        </pc:spChg>
        <pc:graphicFrameChg chg="mod">
          <ac:chgData name="김명호" userId="e0d603aa-548e-418b-a070-918475337925" providerId="ADAL" clId="{EB451184-BA9A-4A5C-9B3F-495ADF05D454}" dt="2023-09-20T02:19:24.651" v="2597"/>
          <ac:graphicFrameMkLst>
            <pc:docMk/>
            <pc:sldMk cId="1181143746" sldId="1061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2:19:00.736" v="2593" actId="1037"/>
          <ac:cxnSpMkLst>
            <pc:docMk/>
            <pc:sldMk cId="1181143746" sldId="1061"/>
            <ac:cxnSpMk id="13" creationId="{331DDFAF-E372-E3B3-6B05-B0D7F3785A4E}"/>
          </ac:cxnSpMkLst>
        </pc:cxnChg>
      </pc:sldChg>
      <pc:sldChg chg="addSp delSp modSp add del mod">
        <pc:chgData name="김명호" userId="e0d603aa-548e-418b-a070-918475337925" providerId="ADAL" clId="{EB451184-BA9A-4A5C-9B3F-495ADF05D454}" dt="2023-09-20T02:12:23.339" v="1998" actId="47"/>
        <pc:sldMkLst>
          <pc:docMk/>
          <pc:sldMk cId="1477552108" sldId="1061"/>
        </pc:sldMkLst>
        <pc:spChg chg="mod">
          <ac:chgData name="김명호" userId="e0d603aa-548e-418b-a070-918475337925" providerId="ADAL" clId="{EB451184-BA9A-4A5C-9B3F-495ADF05D454}" dt="2023-09-20T02:09:29.117" v="1879" actId="14100"/>
          <ac:spMkLst>
            <pc:docMk/>
            <pc:sldMk cId="1477552108" sldId="1061"/>
            <ac:spMk id="11" creationId="{5FE8FE42-2B15-8E91-CBD7-11BAC37EAEF7}"/>
          </ac:spMkLst>
        </pc:spChg>
        <pc:spChg chg="mod">
          <ac:chgData name="김명호" userId="e0d603aa-548e-418b-a070-918475337925" providerId="ADAL" clId="{EB451184-BA9A-4A5C-9B3F-495ADF05D454}" dt="2023-09-20T02:09:59.308" v="1885" actId="14100"/>
          <ac:spMkLst>
            <pc:docMk/>
            <pc:sldMk cId="1477552108" sldId="1061"/>
            <ac:spMk id="14" creationId="{B5C26A1A-0191-19A4-8426-BDE238A47C86}"/>
          </ac:spMkLst>
        </pc:spChg>
        <pc:graphicFrameChg chg="ord">
          <ac:chgData name="김명호" userId="e0d603aa-548e-418b-a070-918475337925" providerId="ADAL" clId="{EB451184-BA9A-4A5C-9B3F-495ADF05D454}" dt="2023-09-20T02:09:46.069" v="1883" actId="167"/>
          <ac:graphicFrameMkLst>
            <pc:docMk/>
            <pc:sldMk cId="1477552108" sldId="1061"/>
            <ac:graphicFrameMk id="5" creationId="{5033399F-56ED-E6CA-4D76-BA2525DB94E2}"/>
          </ac:graphicFrameMkLst>
        </pc:graphicFrameChg>
        <pc:picChg chg="del">
          <ac:chgData name="김명호" userId="e0d603aa-548e-418b-a070-918475337925" providerId="ADAL" clId="{EB451184-BA9A-4A5C-9B3F-495ADF05D454}" dt="2023-09-20T02:08:37.165" v="1866" actId="478"/>
          <ac:picMkLst>
            <pc:docMk/>
            <pc:sldMk cId="1477552108" sldId="1061"/>
            <ac:picMk id="2" creationId="{F40DB867-42DC-C2FD-1824-8EA59AC7458E}"/>
          </ac:picMkLst>
        </pc:picChg>
        <pc:picChg chg="mod">
          <ac:chgData name="김명호" userId="e0d603aa-548e-418b-a070-918475337925" providerId="ADAL" clId="{EB451184-BA9A-4A5C-9B3F-495ADF05D454}" dt="2023-09-20T02:08:40.788" v="1867" actId="1076"/>
          <ac:picMkLst>
            <pc:docMk/>
            <pc:sldMk cId="1477552108" sldId="1061"/>
            <ac:picMk id="8" creationId="{27878555-5CC8-77FF-521B-9F9E6473C0F3}"/>
          </ac:picMkLst>
        </pc:picChg>
        <pc:picChg chg="add mod ord modCrop">
          <ac:chgData name="김명호" userId="e0d603aa-548e-418b-a070-918475337925" providerId="ADAL" clId="{EB451184-BA9A-4A5C-9B3F-495ADF05D454}" dt="2023-09-20T02:09:40.842" v="1882" actId="1076"/>
          <ac:picMkLst>
            <pc:docMk/>
            <pc:sldMk cId="1477552108" sldId="1061"/>
            <ac:picMk id="9" creationId="{9CCA25E2-93D9-A2BA-F386-3F0C3BF26B92}"/>
          </ac:picMkLst>
        </pc:picChg>
        <pc:cxnChg chg="mod">
          <ac:chgData name="김명호" userId="e0d603aa-548e-418b-a070-918475337925" providerId="ADAL" clId="{EB451184-BA9A-4A5C-9B3F-495ADF05D454}" dt="2023-09-20T02:09:29.117" v="1879" actId="14100"/>
          <ac:cxnSpMkLst>
            <pc:docMk/>
            <pc:sldMk cId="1477552108" sldId="1061"/>
            <ac:cxnSpMk id="13" creationId="{6387ACAF-04E1-5894-06FE-B0F44514EAE8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02:13.339" v="22000"/>
        <pc:sldMkLst>
          <pc:docMk/>
          <pc:sldMk cId="1854393400" sldId="1062"/>
        </pc:sldMkLst>
        <pc:spChg chg="add mod">
          <ac:chgData name="김명호" userId="e0d603aa-548e-418b-a070-918475337925" providerId="ADAL" clId="{EB451184-BA9A-4A5C-9B3F-495ADF05D454}" dt="2023-09-20T02:29:42.195" v="3366" actId="1036"/>
          <ac:spMkLst>
            <pc:docMk/>
            <pc:sldMk cId="1854393400" sldId="1062"/>
            <ac:spMk id="4" creationId="{9028693B-01B7-4724-A089-40EFBB802CC5}"/>
          </ac:spMkLst>
        </pc:spChg>
        <pc:spChg chg="mod">
          <ac:chgData name="김명호" userId="e0d603aa-548e-418b-a070-918475337925" providerId="ADAL" clId="{EB451184-BA9A-4A5C-9B3F-495ADF05D454}" dt="2023-09-20T10:52:11.090" v="14703"/>
          <ac:spMkLst>
            <pc:docMk/>
            <pc:sldMk cId="1854393400" sldId="1062"/>
            <ac:spMk id="6" creationId="{D8205E52-B719-2A15-2851-65A3A5482A92}"/>
          </ac:spMkLst>
        </pc:spChg>
        <pc:spChg chg="mod">
          <ac:chgData name="김명호" userId="e0d603aa-548e-418b-a070-918475337925" providerId="ADAL" clId="{EB451184-BA9A-4A5C-9B3F-495ADF05D454}" dt="2023-09-20T04:49:42.153" v="6037"/>
          <ac:spMkLst>
            <pc:docMk/>
            <pc:sldMk cId="1854393400" sldId="106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52:11.090" v="14703"/>
          <ac:spMkLst>
            <pc:docMk/>
            <pc:sldMk cId="1854393400" sldId="1062"/>
            <ac:spMk id="9" creationId="{6846FD89-0BC4-DF15-9EB3-E9F3C17867F1}"/>
          </ac:spMkLst>
        </pc:spChg>
        <pc:spChg chg="mod">
          <ac:chgData name="김명호" userId="e0d603aa-548e-418b-a070-918475337925" providerId="ADAL" clId="{EB451184-BA9A-4A5C-9B3F-495ADF05D454}" dt="2023-09-20T02:26:16.029" v="2646" actId="14100"/>
          <ac:spMkLst>
            <pc:docMk/>
            <pc:sldMk cId="1854393400" sldId="1062"/>
            <ac:spMk id="10" creationId="{14F878EE-D031-B862-A82B-49EBF6A805B4}"/>
          </ac:spMkLst>
        </pc:spChg>
        <pc:spChg chg="add mod">
          <ac:chgData name="김명호" userId="e0d603aa-548e-418b-a070-918475337925" providerId="ADAL" clId="{EB451184-BA9A-4A5C-9B3F-495ADF05D454}" dt="2023-09-20T10:52:30.625" v="14705"/>
          <ac:spMkLst>
            <pc:docMk/>
            <pc:sldMk cId="1854393400" sldId="1062"/>
            <ac:spMk id="11" creationId="{C550286D-B0ED-B0AF-CFE9-DDD2FEFA69B5}"/>
          </ac:spMkLst>
        </pc:spChg>
        <pc:grpChg chg="add mod">
          <ac:chgData name="김명호" userId="e0d603aa-548e-418b-a070-918475337925" providerId="ADAL" clId="{EB451184-BA9A-4A5C-9B3F-495ADF05D454}" dt="2023-09-20T10:52:11.090" v="14703"/>
          <ac:grpSpMkLst>
            <pc:docMk/>
            <pc:sldMk cId="1854393400" sldId="1062"/>
            <ac:grpSpMk id="5" creationId="{0431477A-CC27-5486-5106-FC5CE629B10A}"/>
          </ac:grpSpMkLst>
        </pc:grpChg>
        <pc:graphicFrameChg chg="mod modGraphic">
          <ac:chgData name="김명호" userId="e0d603aa-548e-418b-a070-918475337925" providerId="ADAL" clId="{EB451184-BA9A-4A5C-9B3F-495ADF05D454}" dt="2023-09-22T07:02:13.339" v="22000"/>
          <ac:graphicFrameMkLst>
            <pc:docMk/>
            <pc:sldMk cId="1854393400" sldId="1062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2:26:18.404" v="2647" actId="1076"/>
          <ac:cxnSpMkLst>
            <pc:docMk/>
            <pc:sldMk cId="1854393400" sldId="1062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0T10:51:21.950" v="14700"/>
        <pc:sldMkLst>
          <pc:docMk/>
          <pc:sldMk cId="3674794683" sldId="1063"/>
        </pc:sldMkLst>
        <pc:spChg chg="mod">
          <ac:chgData name="김명호" userId="e0d603aa-548e-418b-a070-918475337925" providerId="ADAL" clId="{EB451184-BA9A-4A5C-9B3F-495ADF05D454}" dt="2023-09-20T04:29:25.710" v="5532"/>
          <ac:spMkLst>
            <pc:docMk/>
            <pc:sldMk cId="3674794683" sldId="1063"/>
            <ac:spMk id="5" creationId="{7758DC89-39B6-DA8D-EEE5-0423D2CAC994}"/>
          </ac:spMkLst>
        </pc:spChg>
        <pc:spChg chg="mod">
          <ac:chgData name="김명호" userId="e0d603aa-548e-418b-a070-918475337925" providerId="ADAL" clId="{EB451184-BA9A-4A5C-9B3F-495ADF05D454}" dt="2023-09-20T04:29:25.710" v="5532"/>
          <ac:spMkLst>
            <pc:docMk/>
            <pc:sldMk cId="3674794683" sldId="1063"/>
            <ac:spMk id="6" creationId="{C5C2E02B-FC55-4530-2EBB-243147DC465F}"/>
          </ac:spMkLst>
        </pc:spChg>
        <pc:spChg chg="mod">
          <ac:chgData name="김명호" userId="e0d603aa-548e-418b-a070-918475337925" providerId="ADAL" clId="{EB451184-BA9A-4A5C-9B3F-495ADF05D454}" dt="2023-09-20T04:29:28.742" v="5534"/>
          <ac:spMkLst>
            <pc:docMk/>
            <pc:sldMk cId="3674794683" sldId="1063"/>
            <ac:spMk id="11" creationId="{539E1E8D-052C-BABC-3E61-021CB3A89F3D}"/>
          </ac:spMkLst>
        </pc:spChg>
        <pc:spChg chg="mod">
          <ac:chgData name="김명호" userId="e0d603aa-548e-418b-a070-918475337925" providerId="ADAL" clId="{EB451184-BA9A-4A5C-9B3F-495ADF05D454}" dt="2023-09-20T04:30:48.605" v="5673" actId="20577"/>
          <ac:spMkLst>
            <pc:docMk/>
            <pc:sldMk cId="3674794683" sldId="1063"/>
            <ac:spMk id="12" creationId="{0F60CE7E-133B-487E-4FA7-FEB9489341C8}"/>
          </ac:spMkLst>
        </pc:spChg>
        <pc:spChg chg="add mod">
          <ac:chgData name="김명호" userId="e0d603aa-548e-418b-a070-918475337925" providerId="ADAL" clId="{EB451184-BA9A-4A5C-9B3F-495ADF05D454}" dt="2023-09-20T10:51:21.950" v="14700"/>
          <ac:spMkLst>
            <pc:docMk/>
            <pc:sldMk cId="3674794683" sldId="1063"/>
            <ac:spMk id="14" creationId="{815B5F90-B3B6-E346-3521-EE7C63244C23}"/>
          </ac:spMkLst>
        </pc:spChg>
        <pc:grpChg chg="add del mod">
          <ac:chgData name="김명호" userId="e0d603aa-548e-418b-a070-918475337925" providerId="ADAL" clId="{EB451184-BA9A-4A5C-9B3F-495ADF05D454}" dt="2023-09-20T04:29:26.577" v="5533"/>
          <ac:grpSpMkLst>
            <pc:docMk/>
            <pc:sldMk cId="3674794683" sldId="1063"/>
            <ac:grpSpMk id="4" creationId="{3F72BC6D-1400-62B2-6092-4EC62A29220F}"/>
          </ac:grpSpMkLst>
        </pc:grpChg>
        <pc:grpChg chg="add mod">
          <ac:chgData name="김명호" userId="e0d603aa-548e-418b-a070-918475337925" providerId="ADAL" clId="{EB451184-BA9A-4A5C-9B3F-495ADF05D454}" dt="2023-09-20T04:29:31.080" v="5535" actId="1076"/>
          <ac:grpSpMkLst>
            <pc:docMk/>
            <pc:sldMk cId="3674794683" sldId="1063"/>
            <ac:grpSpMk id="9" creationId="{D7C694AB-427E-628F-8FEB-51C4483DC5D5}"/>
          </ac:grpSpMkLst>
        </pc:grpChg>
      </pc:sldChg>
      <pc:sldChg chg="addSp modSp add mod">
        <pc:chgData name="김명호" userId="e0d603aa-548e-418b-a070-918475337925" providerId="ADAL" clId="{EB451184-BA9A-4A5C-9B3F-495ADF05D454}" dt="2023-09-20T04:31:20.338" v="5695"/>
        <pc:sldMkLst>
          <pc:docMk/>
          <pc:sldMk cId="22172442" sldId="1064"/>
        </pc:sldMkLst>
        <pc:spChg chg="mod">
          <ac:chgData name="김명호" userId="e0d603aa-548e-418b-a070-918475337925" providerId="ADAL" clId="{EB451184-BA9A-4A5C-9B3F-495ADF05D454}" dt="2023-09-20T04:31:08.491" v="5674"/>
          <ac:spMkLst>
            <pc:docMk/>
            <pc:sldMk cId="22172442" sldId="1064"/>
            <ac:spMk id="5" creationId="{7EE10F65-8E2A-4D15-4680-9827EAB25236}"/>
          </ac:spMkLst>
        </pc:spChg>
        <pc:spChg chg="mod">
          <ac:chgData name="김명호" userId="e0d603aa-548e-418b-a070-918475337925" providerId="ADAL" clId="{EB451184-BA9A-4A5C-9B3F-495ADF05D454}" dt="2023-09-20T04:31:20.338" v="5695"/>
          <ac:spMkLst>
            <pc:docMk/>
            <pc:sldMk cId="22172442" sldId="1064"/>
            <ac:spMk id="6" creationId="{215FCF8B-FE37-E89E-43DE-F956DC89E8CD}"/>
          </ac:spMkLst>
        </pc:spChg>
        <pc:spChg chg="mod">
          <ac:chgData name="김명호" userId="e0d603aa-548e-418b-a070-918475337925" providerId="ADAL" clId="{EB451184-BA9A-4A5C-9B3F-495ADF05D454}" dt="2023-09-20T04:08:40.449" v="3945"/>
          <ac:spMkLst>
            <pc:docMk/>
            <pc:sldMk cId="22172442" sldId="106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4:07:57.137" v="3799" actId="1076"/>
          <ac:spMkLst>
            <pc:docMk/>
            <pc:sldMk cId="22172442" sldId="1064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04:31:08.491" v="5674"/>
          <ac:grpSpMkLst>
            <pc:docMk/>
            <pc:sldMk cId="22172442" sldId="1064"/>
            <ac:grpSpMk id="4" creationId="{EF3D380B-D1AF-F764-7FDD-6B83EB6AC655}"/>
          </ac:grpSpMkLst>
        </pc:grpChg>
        <pc:graphicFrameChg chg="mod">
          <ac:chgData name="김명호" userId="e0d603aa-548e-418b-a070-918475337925" providerId="ADAL" clId="{EB451184-BA9A-4A5C-9B3F-495ADF05D454}" dt="2023-09-20T04:09:57.624" v="4180"/>
          <ac:graphicFrameMkLst>
            <pc:docMk/>
            <pc:sldMk cId="22172442" sldId="1064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4:07:59.937" v="3800" actId="1076"/>
          <ac:cxnSpMkLst>
            <pc:docMk/>
            <pc:sldMk cId="22172442" sldId="1064"/>
            <ac:cxnSpMk id="13" creationId="{331DDFAF-E372-E3B3-6B05-B0D7F3785A4E}"/>
          </ac:cxnSpMkLst>
        </pc:cxnChg>
      </pc:sldChg>
      <pc:sldChg chg="add del">
        <pc:chgData name="김명호" userId="e0d603aa-548e-418b-a070-918475337925" providerId="ADAL" clId="{EB451184-BA9A-4A5C-9B3F-495ADF05D454}" dt="2023-09-20T04:12:37.297" v="4182"/>
        <pc:sldMkLst>
          <pc:docMk/>
          <pc:sldMk cId="2051123826" sldId="1065"/>
        </pc:sldMkLst>
      </pc:sldChg>
      <pc:sldChg chg="addSp modSp add mod">
        <pc:chgData name="김명호" userId="e0d603aa-548e-418b-a070-918475337925" providerId="ADAL" clId="{EB451184-BA9A-4A5C-9B3F-495ADF05D454}" dt="2023-09-22T06:28:06.217" v="21866" actId="20577"/>
        <pc:sldMkLst>
          <pc:docMk/>
          <pc:sldMk cId="2387242006" sldId="1065"/>
        </pc:sldMkLst>
        <pc:spChg chg="add mod">
          <ac:chgData name="김명호" userId="e0d603aa-548e-418b-a070-918475337925" providerId="ADAL" clId="{EB451184-BA9A-4A5C-9B3F-495ADF05D454}" dt="2023-09-20T05:56:35.800" v="9265"/>
          <ac:spMkLst>
            <pc:docMk/>
            <pc:sldMk cId="2387242006" sldId="1065"/>
            <ac:spMk id="4" creationId="{D3BCB107-AEF8-68FC-0CEA-C9EABFCCD231}"/>
          </ac:spMkLst>
        </pc:spChg>
        <pc:spChg chg="add mod">
          <ac:chgData name="김명호" userId="e0d603aa-548e-418b-a070-918475337925" providerId="ADAL" clId="{EB451184-BA9A-4A5C-9B3F-495ADF05D454}" dt="2023-09-20T07:39:18.468" v="12005" actId="1076"/>
          <ac:spMkLst>
            <pc:docMk/>
            <pc:sldMk cId="2387242006" sldId="1065"/>
            <ac:spMk id="5" creationId="{91C77EF6-937B-30A8-5737-B694DC9E422A}"/>
          </ac:spMkLst>
        </pc:spChg>
        <pc:spChg chg="mod">
          <ac:chgData name="김명호" userId="e0d603aa-548e-418b-a070-918475337925" providerId="ADAL" clId="{EB451184-BA9A-4A5C-9B3F-495ADF05D454}" dt="2023-09-20T07:39:22.708" v="12006" actId="6549"/>
          <ac:spMkLst>
            <pc:docMk/>
            <pc:sldMk cId="2387242006" sldId="1065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4:15:03.966" v="4771" actId="693"/>
          <ac:spMkLst>
            <pc:docMk/>
            <pc:sldMk cId="2387242006" sldId="1065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6:28:06.217" v="21866" actId="20577"/>
          <ac:graphicFrameMkLst>
            <pc:docMk/>
            <pc:sldMk cId="2387242006" sldId="1065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4:14:57.494" v="4770" actId="1076"/>
          <ac:cxnSpMkLst>
            <pc:docMk/>
            <pc:sldMk cId="2387242006" sldId="1065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01:46.756" v="21996" actId="20577"/>
        <pc:sldMkLst>
          <pc:docMk/>
          <pc:sldMk cId="2045569043" sldId="1066"/>
        </pc:sldMkLst>
        <pc:spChg chg="mod">
          <ac:chgData name="김명호" userId="e0d603aa-548e-418b-a070-918475337925" providerId="ADAL" clId="{EB451184-BA9A-4A5C-9B3F-495ADF05D454}" dt="2023-09-22T07:01:18.004" v="21990" actId="20577"/>
          <ac:spMkLst>
            <pc:docMk/>
            <pc:sldMk cId="2045569043" sldId="106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4:25:20.683" v="5391" actId="20577"/>
          <ac:spMkLst>
            <pc:docMk/>
            <pc:sldMk cId="2045569043" sldId="1066"/>
            <ac:spMk id="9" creationId="{51A6D74F-47E5-C349-ACD6-A0594BAACD2D}"/>
          </ac:spMkLst>
        </pc:spChg>
        <pc:spChg chg="mod ord">
          <ac:chgData name="김명호" userId="e0d603aa-548e-418b-a070-918475337925" providerId="ADAL" clId="{EB451184-BA9A-4A5C-9B3F-495ADF05D454}" dt="2023-09-20T04:24:21.786" v="5251" actId="14100"/>
          <ac:spMkLst>
            <pc:docMk/>
            <pc:sldMk cId="2045569043" sldId="1066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04:27:32.420" v="5522"/>
          <ac:spMkLst>
            <pc:docMk/>
            <pc:sldMk cId="2045569043" sldId="1066"/>
            <ac:spMk id="11" creationId="{C948BC2A-353B-F3E9-0141-A91637FFE16F}"/>
          </ac:spMkLst>
        </pc:spChg>
        <pc:grpChg chg="add mod">
          <ac:chgData name="김명호" userId="e0d603aa-548e-418b-a070-918475337925" providerId="ADAL" clId="{EB451184-BA9A-4A5C-9B3F-495ADF05D454}" dt="2023-09-22T07:01:21.345" v="21991" actId="1076"/>
          <ac:grpSpMkLst>
            <pc:docMk/>
            <pc:sldMk cId="2045569043" sldId="1066"/>
            <ac:grpSpMk id="6" creationId="{F571ABDA-8E50-93CA-6221-D778E2F35966}"/>
          </ac:grpSpMkLst>
        </pc:grpChg>
        <pc:graphicFrameChg chg="mod modGraphic">
          <ac:chgData name="김명호" userId="e0d603aa-548e-418b-a070-918475337925" providerId="ADAL" clId="{EB451184-BA9A-4A5C-9B3F-495ADF05D454}" dt="2023-09-22T07:01:46.756" v="21996" actId="20577"/>
          <ac:graphicFrameMkLst>
            <pc:docMk/>
            <pc:sldMk cId="2045569043" sldId="1066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0T04:23:56.522" v="5249" actId="1076"/>
          <ac:picMkLst>
            <pc:docMk/>
            <pc:sldMk cId="2045569043" sldId="1066"/>
            <ac:picMk id="5" creationId="{9C17AD81-0092-D76E-9384-F8AF24BD802C}"/>
          </ac:picMkLst>
        </pc:picChg>
        <pc:picChg chg="del">
          <ac:chgData name="김명호" userId="e0d603aa-548e-418b-a070-918475337925" providerId="ADAL" clId="{EB451184-BA9A-4A5C-9B3F-495ADF05D454}" dt="2023-09-20T04:23:46.417" v="5246" actId="478"/>
          <ac:picMkLst>
            <pc:docMk/>
            <pc:sldMk cId="2045569043" sldId="1066"/>
            <ac:picMk id="8" creationId="{67F92F47-8FE3-414C-788A-3F46C50A24B8}"/>
          </ac:picMkLst>
        </pc:picChg>
        <pc:cxnChg chg="mod ord">
          <ac:chgData name="김명호" userId="e0d603aa-548e-418b-a070-918475337925" providerId="ADAL" clId="{EB451184-BA9A-4A5C-9B3F-495ADF05D454}" dt="2023-09-20T04:24:25.282" v="5252" actId="1076"/>
          <ac:cxnSpMkLst>
            <pc:docMk/>
            <pc:sldMk cId="2045569043" sldId="1066"/>
            <ac:cxnSpMk id="13" creationId="{331DDFAF-E372-E3B3-6B05-B0D7F3785A4E}"/>
          </ac:cxnSpMkLst>
        </pc:cxnChg>
      </pc:sldChg>
      <pc:sldChg chg="addSp delSp modSp add del mod">
        <pc:chgData name="김명호" userId="e0d603aa-548e-418b-a070-918475337925" providerId="ADAL" clId="{EB451184-BA9A-4A5C-9B3F-495ADF05D454}" dt="2023-09-20T10:52:15.991" v="14704" actId="47"/>
        <pc:sldMkLst>
          <pc:docMk/>
          <pc:sldMk cId="1990321989" sldId="1067"/>
        </pc:sldMkLst>
        <pc:spChg chg="del">
          <ac:chgData name="김명호" userId="e0d603aa-548e-418b-a070-918475337925" providerId="ADAL" clId="{EB451184-BA9A-4A5C-9B3F-495ADF05D454}" dt="2023-09-20T04:49:56.281" v="6039" actId="478"/>
          <ac:spMkLst>
            <pc:docMk/>
            <pc:sldMk cId="1990321989" sldId="1067"/>
            <ac:spMk id="4" creationId="{9028693B-01B7-4724-A089-40EFBB802CC5}"/>
          </ac:spMkLst>
        </pc:spChg>
        <pc:spChg chg="mod">
          <ac:chgData name="김명호" userId="e0d603aa-548e-418b-a070-918475337925" providerId="ADAL" clId="{EB451184-BA9A-4A5C-9B3F-495ADF05D454}" dt="2023-09-20T04:51:05.866" v="6077"/>
          <ac:spMkLst>
            <pc:docMk/>
            <pc:sldMk cId="1990321989" sldId="1067"/>
            <ac:spMk id="6" creationId="{6DCF1024-BB97-C075-0A22-BF188CDECB23}"/>
          </ac:spMkLst>
        </pc:spChg>
        <pc:spChg chg="mod">
          <ac:chgData name="김명호" userId="e0d603aa-548e-418b-a070-918475337925" providerId="ADAL" clId="{EB451184-BA9A-4A5C-9B3F-495ADF05D454}" dt="2023-09-20T04:50:56.016" v="6076"/>
          <ac:spMkLst>
            <pc:docMk/>
            <pc:sldMk cId="1990321989" sldId="1067"/>
            <ac:spMk id="9" creationId="{BD272373-F233-14FE-0AAC-DCFF8D8483C0}"/>
          </ac:spMkLst>
        </pc:spChg>
        <pc:spChg chg="mod">
          <ac:chgData name="김명호" userId="e0d603aa-548e-418b-a070-918475337925" providerId="ADAL" clId="{EB451184-BA9A-4A5C-9B3F-495ADF05D454}" dt="2023-09-20T04:50:05.279" v="6043" actId="1035"/>
          <ac:spMkLst>
            <pc:docMk/>
            <pc:sldMk cId="1990321989" sldId="1067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04:51:27.174" v="6079" actId="1076"/>
          <ac:grpSpMkLst>
            <pc:docMk/>
            <pc:sldMk cId="1990321989" sldId="1067"/>
            <ac:grpSpMk id="5" creationId="{F6DD9E16-19F5-DFFF-79FF-A1BA888EE8EA}"/>
          </ac:grpSpMkLst>
        </pc:grpChg>
        <pc:graphicFrameChg chg="modGraphic">
          <ac:chgData name="김명호" userId="e0d603aa-548e-418b-a070-918475337925" providerId="ADAL" clId="{EB451184-BA9A-4A5C-9B3F-495ADF05D454}" dt="2023-09-20T04:54:03.277" v="6286" actId="20577"/>
          <ac:graphicFrameMkLst>
            <pc:docMk/>
            <pc:sldMk cId="1990321989" sldId="1067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4:50:05.279" v="6043" actId="1035"/>
          <ac:cxnSpMkLst>
            <pc:docMk/>
            <pc:sldMk cId="1990321989" sldId="1067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0T10:52:34.582" v="14706"/>
        <pc:sldMkLst>
          <pc:docMk/>
          <pc:sldMk cId="1439191056" sldId="1068"/>
        </pc:sldMkLst>
        <pc:spChg chg="add mod">
          <ac:chgData name="김명호" userId="e0d603aa-548e-418b-a070-918475337925" providerId="ADAL" clId="{EB451184-BA9A-4A5C-9B3F-495ADF05D454}" dt="2023-09-20T04:58:05.362" v="6292"/>
          <ac:spMkLst>
            <pc:docMk/>
            <pc:sldMk cId="1439191056" sldId="1068"/>
            <ac:spMk id="4" creationId="{ADCF154C-1ED9-CF12-73CC-CB607AB0B536}"/>
          </ac:spMkLst>
        </pc:spChg>
        <pc:spChg chg="mod">
          <ac:chgData name="김명호" userId="e0d603aa-548e-418b-a070-918475337925" providerId="ADAL" clId="{EB451184-BA9A-4A5C-9B3F-495ADF05D454}" dt="2023-09-20T04:57:57.071" v="6291" actId="20577"/>
          <ac:spMkLst>
            <pc:docMk/>
            <pc:sldMk cId="1439191056" sldId="1068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04:58:05.362" v="6292"/>
          <ac:spMkLst>
            <pc:docMk/>
            <pc:sldMk cId="1439191056" sldId="1068"/>
            <ac:spMk id="12" creationId="{8B6B4A25-2A7C-23D6-894E-65F1C437E7A2}"/>
          </ac:spMkLst>
        </pc:spChg>
        <pc:spChg chg="add mod">
          <ac:chgData name="김명호" userId="e0d603aa-548e-418b-a070-918475337925" providerId="ADAL" clId="{EB451184-BA9A-4A5C-9B3F-495ADF05D454}" dt="2023-09-20T10:52:34.582" v="14706"/>
          <ac:spMkLst>
            <pc:docMk/>
            <pc:sldMk cId="1439191056" sldId="1068"/>
            <ac:spMk id="14" creationId="{35F51CA1-EDBE-FD4E-6E91-EEAD3C635314}"/>
          </ac:spMkLst>
        </pc:spChg>
        <pc:grpChg chg="del">
          <ac:chgData name="김명호" userId="e0d603aa-548e-418b-a070-918475337925" providerId="ADAL" clId="{EB451184-BA9A-4A5C-9B3F-495ADF05D454}" dt="2023-09-20T04:57:48.787" v="6290" actId="478"/>
          <ac:grpSpMkLst>
            <pc:docMk/>
            <pc:sldMk cId="1439191056" sldId="1068"/>
            <ac:grpSpMk id="5" creationId="{F6DD9E16-19F5-DFFF-79FF-A1BA888EE8EA}"/>
          </ac:grpSpMkLst>
        </pc:grpChg>
        <pc:graphicFrameChg chg="mod modGraphic">
          <ac:chgData name="김명호" userId="e0d603aa-548e-418b-a070-918475337925" providerId="ADAL" clId="{EB451184-BA9A-4A5C-9B3F-495ADF05D454}" dt="2023-09-20T04:54:22.813" v="6289" actId="404"/>
          <ac:graphicFrameMkLst>
            <pc:docMk/>
            <pc:sldMk cId="1439191056" sldId="1068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EB451184-BA9A-4A5C-9B3F-495ADF05D454}" dt="2023-09-20T04:58:05.362" v="6292"/>
          <ac:picMkLst>
            <pc:docMk/>
            <pc:sldMk cId="1439191056" sldId="1068"/>
            <ac:picMk id="11" creationId="{A19F07A4-1E83-4309-A624-AF4C7D66E370}"/>
          </ac:picMkLst>
        </pc:picChg>
      </pc:sldChg>
      <pc:sldChg chg="addSp delSp modSp add mod ord">
        <pc:chgData name="김명호" userId="e0d603aa-548e-418b-a070-918475337925" providerId="ADAL" clId="{EB451184-BA9A-4A5C-9B3F-495ADF05D454}" dt="2023-09-22T06:26:08.121" v="21861" actId="20577"/>
        <pc:sldMkLst>
          <pc:docMk/>
          <pc:sldMk cId="2939735492" sldId="1069"/>
        </pc:sldMkLst>
        <pc:spChg chg="add mod">
          <ac:chgData name="김명호" userId="e0d603aa-548e-418b-a070-918475337925" providerId="ADAL" clId="{EB451184-BA9A-4A5C-9B3F-495ADF05D454}" dt="2023-09-20T05:09:14.176" v="6844"/>
          <ac:spMkLst>
            <pc:docMk/>
            <pc:sldMk cId="2939735492" sldId="1069"/>
            <ac:spMk id="4" creationId="{C3A6B1BC-FABE-3C86-128E-A3F989856620}"/>
          </ac:spMkLst>
        </pc:spChg>
        <pc:spChg chg="add mod">
          <ac:chgData name="김명호" userId="e0d603aa-548e-418b-a070-918475337925" providerId="ADAL" clId="{EB451184-BA9A-4A5C-9B3F-495ADF05D454}" dt="2023-09-20T05:10:11.109" v="6849" actId="14100"/>
          <ac:spMkLst>
            <pc:docMk/>
            <pc:sldMk cId="2939735492" sldId="1069"/>
            <ac:spMk id="5" creationId="{A811F64B-4F12-5126-3A00-C9B43C583786}"/>
          </ac:spMkLst>
        </pc:spChg>
        <pc:spChg chg="mod">
          <ac:chgData name="김명호" userId="e0d603aa-548e-418b-a070-918475337925" providerId="ADAL" clId="{EB451184-BA9A-4A5C-9B3F-495ADF05D454}" dt="2023-09-20T05:17:07.992" v="7203" actId="6549"/>
          <ac:spMkLst>
            <pc:docMk/>
            <pc:sldMk cId="2939735492" sldId="1069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05:10:37.085" v="6853" actId="14100"/>
          <ac:spMkLst>
            <pc:docMk/>
            <pc:sldMk cId="2939735492" sldId="1069"/>
            <ac:spMk id="9" creationId="{D6BC6EB7-6FF5-88F2-EB3C-8B37344D7447}"/>
          </ac:spMkLst>
        </pc:spChg>
        <pc:spChg chg="del mod">
          <ac:chgData name="김명호" userId="e0d603aa-548e-418b-a070-918475337925" providerId="ADAL" clId="{EB451184-BA9A-4A5C-9B3F-495ADF05D454}" dt="2023-09-20T05:09:25.551" v="6846" actId="478"/>
          <ac:spMkLst>
            <pc:docMk/>
            <pc:sldMk cId="2939735492" sldId="1069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6:26:08.121" v="21861" actId="20577"/>
          <ac:graphicFrameMkLst>
            <pc:docMk/>
            <pc:sldMk cId="2939735492" sldId="1069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EB451184-BA9A-4A5C-9B3F-495ADF05D454}" dt="2023-09-20T05:10:16.988" v="6850" actId="1076"/>
          <ac:cxnSpMkLst>
            <pc:docMk/>
            <pc:sldMk cId="2939735492" sldId="1069"/>
            <ac:cxnSpMk id="6" creationId="{ED71FFE6-57B1-00F7-B618-9D3DCF47207B}"/>
          </ac:cxnSpMkLst>
        </pc:cxnChg>
        <pc:cxnChg chg="add mod">
          <ac:chgData name="김명호" userId="e0d603aa-548e-418b-a070-918475337925" providerId="ADAL" clId="{EB451184-BA9A-4A5C-9B3F-495ADF05D454}" dt="2023-09-20T05:10:40.004" v="6854" actId="1076"/>
          <ac:cxnSpMkLst>
            <pc:docMk/>
            <pc:sldMk cId="2939735492" sldId="1069"/>
            <ac:cxnSpMk id="11" creationId="{810A280D-55A9-137B-DFE1-C811A3532F16}"/>
          </ac:cxnSpMkLst>
        </pc:cxnChg>
        <pc:cxnChg chg="del mod">
          <ac:chgData name="김명호" userId="e0d603aa-548e-418b-a070-918475337925" providerId="ADAL" clId="{EB451184-BA9A-4A5C-9B3F-495ADF05D454}" dt="2023-09-20T05:09:25.551" v="6846" actId="478"/>
          <ac:cxnSpMkLst>
            <pc:docMk/>
            <pc:sldMk cId="2939735492" sldId="1069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0T05:15:04.359" v="7202" actId="6549"/>
        <pc:sldMkLst>
          <pc:docMk/>
          <pc:sldMk cId="1849704483" sldId="1070"/>
        </pc:sldMkLst>
        <pc:spChg chg="mod">
          <ac:chgData name="김명호" userId="e0d603aa-548e-418b-a070-918475337925" providerId="ADAL" clId="{EB451184-BA9A-4A5C-9B3F-495ADF05D454}" dt="2023-09-20T05:15:04.359" v="7202" actId="6549"/>
          <ac:spMkLst>
            <pc:docMk/>
            <pc:sldMk cId="1849704483" sldId="1070"/>
            <ac:spMk id="4" creationId="{B29C842E-FD35-555C-803F-4C01A8C6EA32}"/>
          </ac:spMkLst>
        </pc:spChg>
        <pc:spChg chg="del mod">
          <ac:chgData name="김명호" userId="e0d603aa-548e-418b-a070-918475337925" providerId="ADAL" clId="{EB451184-BA9A-4A5C-9B3F-495ADF05D454}" dt="2023-09-20T05:12:17.708" v="6868" actId="478"/>
          <ac:spMkLst>
            <pc:docMk/>
            <pc:sldMk cId="1849704483" sldId="1070"/>
            <ac:spMk id="11" creationId="{5FE8FE42-2B15-8E91-CBD7-11BAC37EAEF7}"/>
          </ac:spMkLst>
        </pc:spChg>
        <pc:spChg chg="del">
          <ac:chgData name="김명호" userId="e0d603aa-548e-418b-a070-918475337925" providerId="ADAL" clId="{EB451184-BA9A-4A5C-9B3F-495ADF05D454}" dt="2023-09-20T05:12:17.708" v="6868" actId="478"/>
          <ac:spMkLst>
            <pc:docMk/>
            <pc:sldMk cId="1849704483" sldId="1070"/>
            <ac:spMk id="14" creationId="{B5C26A1A-0191-19A4-8426-BDE238A47C86}"/>
          </ac:spMkLst>
        </pc:spChg>
        <pc:spChg chg="mod">
          <ac:chgData name="김명호" userId="e0d603aa-548e-418b-a070-918475337925" providerId="ADAL" clId="{EB451184-BA9A-4A5C-9B3F-495ADF05D454}" dt="2023-09-20T05:14:10.947" v="7121" actId="14100"/>
          <ac:spMkLst>
            <pc:docMk/>
            <pc:sldMk cId="1849704483" sldId="1070"/>
            <ac:spMk id="17" creationId="{02398E07-A94F-035C-724D-A4D49E13A9AF}"/>
          </ac:spMkLst>
        </pc:spChg>
        <pc:spChg chg="mod">
          <ac:chgData name="김명호" userId="e0d603aa-548e-418b-a070-918475337925" providerId="ADAL" clId="{EB451184-BA9A-4A5C-9B3F-495ADF05D454}" dt="2023-09-20T05:14:28.124" v="7126" actId="14100"/>
          <ac:spMkLst>
            <pc:docMk/>
            <pc:sldMk cId="1849704483" sldId="1070"/>
            <ac:spMk id="19" creationId="{AE8B9FAD-25AC-0430-8165-F0967BAC9054}"/>
          </ac:spMkLst>
        </pc:spChg>
        <pc:picChg chg="add del mod">
          <ac:chgData name="김명호" userId="e0d603aa-548e-418b-a070-918475337925" providerId="ADAL" clId="{EB451184-BA9A-4A5C-9B3F-495ADF05D454}" dt="2023-09-20T05:12:17.708" v="6868" actId="478"/>
          <ac:picMkLst>
            <pc:docMk/>
            <pc:sldMk cId="1849704483" sldId="1070"/>
            <ac:picMk id="2" creationId="{F40DB867-42DC-C2FD-1824-8EA59AC7458E}"/>
          </ac:picMkLst>
        </pc:picChg>
        <pc:picChg chg="del mod">
          <ac:chgData name="김명호" userId="e0d603aa-548e-418b-a070-918475337925" providerId="ADAL" clId="{EB451184-BA9A-4A5C-9B3F-495ADF05D454}" dt="2023-09-20T05:12:17.708" v="6868" actId="478"/>
          <ac:picMkLst>
            <pc:docMk/>
            <pc:sldMk cId="1849704483" sldId="1070"/>
            <ac:picMk id="8" creationId="{27878555-5CC8-77FF-521B-9F9E6473C0F3}"/>
          </ac:picMkLst>
        </pc:picChg>
        <pc:picChg chg="mod">
          <ac:chgData name="김명호" userId="e0d603aa-548e-418b-a070-918475337925" providerId="ADAL" clId="{EB451184-BA9A-4A5C-9B3F-495ADF05D454}" dt="2023-09-20T05:12:42.600" v="6877" actId="1038"/>
          <ac:picMkLst>
            <pc:docMk/>
            <pc:sldMk cId="1849704483" sldId="1070"/>
            <ac:picMk id="15" creationId="{8C788C0F-5881-9643-5927-80D09DAACA88}"/>
          </ac:picMkLst>
        </pc:picChg>
        <pc:picChg chg="mod">
          <ac:chgData name="김명호" userId="e0d603aa-548e-418b-a070-918475337925" providerId="ADAL" clId="{EB451184-BA9A-4A5C-9B3F-495ADF05D454}" dt="2023-09-20T05:12:42.600" v="6877" actId="1038"/>
          <ac:picMkLst>
            <pc:docMk/>
            <pc:sldMk cId="1849704483" sldId="1070"/>
            <ac:picMk id="16" creationId="{29390BD4-207F-BC92-74CD-5ABFC3BE4D94}"/>
          </ac:picMkLst>
        </pc:picChg>
        <pc:cxnChg chg="del mod">
          <ac:chgData name="김명호" userId="e0d603aa-548e-418b-a070-918475337925" providerId="ADAL" clId="{EB451184-BA9A-4A5C-9B3F-495ADF05D454}" dt="2023-09-20T05:12:17.708" v="6868" actId="478"/>
          <ac:cxnSpMkLst>
            <pc:docMk/>
            <pc:sldMk cId="1849704483" sldId="1070"/>
            <ac:cxnSpMk id="13" creationId="{6387ACAF-04E1-5894-06FE-B0F44514EAE8}"/>
          </ac:cxnSpMkLst>
        </pc:cxnChg>
        <pc:cxnChg chg="mod">
          <ac:chgData name="김명호" userId="e0d603aa-548e-418b-a070-918475337925" providerId="ADAL" clId="{EB451184-BA9A-4A5C-9B3F-495ADF05D454}" dt="2023-09-20T05:14:28.124" v="7126" actId="14100"/>
          <ac:cxnSpMkLst>
            <pc:docMk/>
            <pc:sldMk cId="1849704483" sldId="1070"/>
            <ac:cxnSpMk id="18" creationId="{4B39F146-C999-187D-9BD1-8742F9F90833}"/>
          </ac:cxnSpMkLst>
        </pc:cxnChg>
      </pc:sldChg>
      <pc:sldChg chg="addSp modSp add mod">
        <pc:chgData name="김명호" userId="e0d603aa-548e-418b-a070-918475337925" providerId="ADAL" clId="{EB451184-BA9A-4A5C-9B3F-495ADF05D454}" dt="2023-09-22T06:28:39.176" v="21867"/>
        <pc:sldMkLst>
          <pc:docMk/>
          <pc:sldMk cId="1120424626" sldId="1071"/>
        </pc:sldMkLst>
        <pc:spChg chg="add mod">
          <ac:chgData name="김명호" userId="e0d603aa-548e-418b-a070-918475337925" providerId="ADAL" clId="{EB451184-BA9A-4A5C-9B3F-495ADF05D454}" dt="2023-09-20T06:57:34.406" v="11071"/>
          <ac:spMkLst>
            <pc:docMk/>
            <pc:sldMk cId="1120424626" sldId="1071"/>
            <ac:spMk id="4" creationId="{CF247A15-B873-EE47-2292-3C075BDB1F1B}"/>
          </ac:spMkLst>
        </pc:spChg>
        <pc:spChg chg="mod">
          <ac:chgData name="김명호" userId="e0d603aa-548e-418b-a070-918475337925" providerId="ADAL" clId="{EB451184-BA9A-4A5C-9B3F-495ADF05D454}" dt="2023-09-20T06:58:14.479" v="11245" actId="13926"/>
          <ac:spMkLst>
            <pc:docMk/>
            <pc:sldMk cId="1120424626" sldId="1071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B451184-BA9A-4A5C-9B3F-495ADF05D454}" dt="2023-09-22T06:28:39.176" v="21867"/>
          <ac:graphicFrameMkLst>
            <pc:docMk/>
            <pc:sldMk cId="1120424626" sldId="1071"/>
            <ac:graphicFrameMk id="3" creationId="{EB5E6BEF-7528-22F3-81D3-C88DBE43847E}"/>
          </ac:graphicFrameMkLst>
        </pc:graphicFrameChg>
      </pc:sldChg>
      <pc:sldChg chg="addSp delSp modSp add del mod">
        <pc:chgData name="김명호" userId="e0d603aa-548e-418b-a070-918475337925" providerId="ADAL" clId="{EB451184-BA9A-4A5C-9B3F-495ADF05D454}" dt="2023-09-20T06:57:18.575" v="11068" actId="2696"/>
        <pc:sldMkLst>
          <pc:docMk/>
          <pc:sldMk cId="3600580349" sldId="1071"/>
        </pc:sldMkLst>
        <pc:spChg chg="mod">
          <ac:chgData name="김명호" userId="e0d603aa-548e-418b-a070-918475337925" providerId="ADAL" clId="{EB451184-BA9A-4A5C-9B3F-495ADF05D454}" dt="2023-09-20T06:39:47.321" v="10096"/>
          <ac:spMkLst>
            <pc:docMk/>
            <pc:sldMk cId="3600580349" sldId="1071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21:38.329" v="7323"/>
          <ac:spMkLst>
            <pc:docMk/>
            <pc:sldMk cId="3600580349" sldId="1071"/>
            <ac:spMk id="9" creationId="{BD272373-F233-14FE-0AAC-DCFF8D8483C0}"/>
          </ac:spMkLst>
        </pc:spChg>
        <pc:spChg chg="mod ord">
          <ac:chgData name="김명호" userId="e0d603aa-548e-418b-a070-918475337925" providerId="ADAL" clId="{EB451184-BA9A-4A5C-9B3F-495ADF05D454}" dt="2023-09-20T06:39:55.261" v="10116" actId="1035"/>
          <ac:spMkLst>
            <pc:docMk/>
            <pc:sldMk cId="3600580349" sldId="1071"/>
            <ac:spMk id="10" creationId="{14F878EE-D031-B862-A82B-49EBF6A805B4}"/>
          </ac:spMkLst>
        </pc:spChg>
        <pc:grpChg chg="del mod">
          <ac:chgData name="김명호" userId="e0d603aa-548e-418b-a070-918475337925" providerId="ADAL" clId="{EB451184-BA9A-4A5C-9B3F-495ADF05D454}" dt="2023-09-20T06:36:56.622" v="9691" actId="478"/>
          <ac:grpSpMkLst>
            <pc:docMk/>
            <pc:sldMk cId="3600580349" sldId="1071"/>
            <ac:grpSpMk id="5" creationId="{F6DD9E16-19F5-DFFF-79FF-A1BA888EE8EA}"/>
          </ac:grpSpMkLst>
        </pc:grpChg>
        <pc:picChg chg="del">
          <ac:chgData name="김명호" userId="e0d603aa-548e-418b-a070-918475337925" providerId="ADAL" clId="{EB451184-BA9A-4A5C-9B3F-495ADF05D454}" dt="2023-09-20T05:19:30.714" v="7209" actId="478"/>
          <ac:picMkLst>
            <pc:docMk/>
            <pc:sldMk cId="3600580349" sldId="1071"/>
            <ac:picMk id="8" creationId="{67F92F47-8FE3-414C-788A-3F46C50A24B8}"/>
          </ac:picMkLst>
        </pc:picChg>
        <pc:picChg chg="add del mod modCrop">
          <ac:chgData name="김명호" userId="e0d603aa-548e-418b-a070-918475337925" providerId="ADAL" clId="{EB451184-BA9A-4A5C-9B3F-495ADF05D454}" dt="2023-09-20T06:36:15.863" v="9678" actId="478"/>
          <ac:picMkLst>
            <pc:docMk/>
            <pc:sldMk cId="3600580349" sldId="1071"/>
            <ac:picMk id="11" creationId="{A31E6352-DFD1-1CD6-DD63-E132456BD017}"/>
          </ac:picMkLst>
        </pc:picChg>
        <pc:picChg chg="add mod modCrop">
          <ac:chgData name="김명호" userId="e0d603aa-548e-418b-a070-918475337925" providerId="ADAL" clId="{EB451184-BA9A-4A5C-9B3F-495ADF05D454}" dt="2023-09-20T06:36:40.374" v="9686" actId="1076"/>
          <ac:picMkLst>
            <pc:docMk/>
            <pc:sldMk cId="3600580349" sldId="1071"/>
            <ac:picMk id="14" creationId="{7F039603-C849-0863-8484-D62FD52EEC14}"/>
          </ac:picMkLst>
        </pc:picChg>
        <pc:cxnChg chg="mod ord">
          <ac:chgData name="김명호" userId="e0d603aa-548e-418b-a070-918475337925" providerId="ADAL" clId="{EB451184-BA9A-4A5C-9B3F-495ADF05D454}" dt="2023-09-20T06:39:55.261" v="10116" actId="1035"/>
          <ac:cxnSpMkLst>
            <pc:docMk/>
            <pc:sldMk cId="3600580349" sldId="1071"/>
            <ac:cxnSpMk id="13" creationId="{331DDFAF-E372-E3B3-6B05-B0D7F3785A4E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6:54.318" v="23083"/>
        <pc:sldMkLst>
          <pc:docMk/>
          <pc:sldMk cId="692896232" sldId="1072"/>
        </pc:sldMkLst>
        <pc:spChg chg="mod">
          <ac:chgData name="김명호" userId="e0d603aa-548e-418b-a070-918475337925" providerId="ADAL" clId="{EB451184-BA9A-4A5C-9B3F-495ADF05D454}" dt="2023-09-20T05:24:35.331" v="7813"/>
          <ac:spMkLst>
            <pc:docMk/>
            <pc:sldMk cId="692896232" sldId="107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23:20.687" v="7465" actId="693"/>
          <ac:spMkLst>
            <pc:docMk/>
            <pc:sldMk cId="692896232" sldId="1072"/>
            <ac:spMk id="10" creationId="{14F878EE-D031-B862-A82B-49EBF6A805B4}"/>
          </ac:spMkLst>
        </pc:spChg>
        <pc:grpChg chg="del">
          <ac:chgData name="김명호" userId="e0d603aa-548e-418b-a070-918475337925" providerId="ADAL" clId="{EB451184-BA9A-4A5C-9B3F-495ADF05D454}" dt="2023-09-20T05:22:35.412" v="7326" actId="478"/>
          <ac:grpSpMkLst>
            <pc:docMk/>
            <pc:sldMk cId="692896232" sldId="1072"/>
            <ac:grpSpMk id="5" creationId="{F6DD9E16-19F5-DFFF-79FF-A1BA888EE8EA}"/>
          </ac:grpSpMkLst>
        </pc:grpChg>
        <pc:graphicFrameChg chg="mod modGraphic">
          <ac:chgData name="김명호" userId="e0d603aa-548e-418b-a070-918475337925" providerId="ADAL" clId="{EB451184-BA9A-4A5C-9B3F-495ADF05D454}" dt="2023-09-22T07:36:54.318" v="23083"/>
          <ac:graphicFrameMkLst>
            <pc:docMk/>
            <pc:sldMk cId="692896232" sldId="1072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23:34.720" v="7478" actId="108"/>
          <ac:cxnSpMkLst>
            <pc:docMk/>
            <pc:sldMk cId="692896232" sldId="1072"/>
            <ac:cxnSpMk id="13" creationId="{331DDFAF-E372-E3B3-6B05-B0D7F3785A4E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6:57.046" v="23084"/>
        <pc:sldMkLst>
          <pc:docMk/>
          <pc:sldMk cId="735861782" sldId="1073"/>
        </pc:sldMkLst>
        <pc:spChg chg="add mod">
          <ac:chgData name="김명호" userId="e0d603aa-548e-418b-a070-918475337925" providerId="ADAL" clId="{EB451184-BA9A-4A5C-9B3F-495ADF05D454}" dt="2023-09-20T10:52:51.265" v="14707"/>
          <ac:spMkLst>
            <pc:docMk/>
            <pc:sldMk cId="735861782" sldId="1073"/>
            <ac:spMk id="4" creationId="{C789766C-FD23-9C36-D53C-58B9D088E785}"/>
          </ac:spMkLst>
        </pc:spChg>
        <pc:spChg chg="mod">
          <ac:chgData name="김명호" userId="e0d603aa-548e-418b-a070-918475337925" providerId="ADAL" clId="{EB451184-BA9A-4A5C-9B3F-495ADF05D454}" dt="2023-09-20T05:30:56.965" v="8056"/>
          <ac:spMkLst>
            <pc:docMk/>
            <pc:sldMk cId="735861782" sldId="1073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28:10.840" v="7819" actId="693"/>
          <ac:spMkLst>
            <pc:docMk/>
            <pc:sldMk cId="735861782" sldId="1073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7:36:57.046" v="23084"/>
          <ac:graphicFrameMkLst>
            <pc:docMk/>
            <pc:sldMk cId="735861782" sldId="1073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26:04.670" v="7818" actId="1076"/>
          <ac:cxnSpMkLst>
            <pc:docMk/>
            <pc:sldMk cId="735861782" sldId="1073"/>
            <ac:cxnSpMk id="13" creationId="{331DDFAF-E372-E3B3-6B05-B0D7F3785A4E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6:59.593" v="23085"/>
        <pc:sldMkLst>
          <pc:docMk/>
          <pc:sldMk cId="3290195256" sldId="1074"/>
        </pc:sldMkLst>
        <pc:spChg chg="mod">
          <ac:chgData name="김명호" userId="e0d603aa-548e-418b-a070-918475337925" providerId="ADAL" clId="{EB451184-BA9A-4A5C-9B3F-495ADF05D454}" dt="2023-09-20T05:31:50.242" v="8064"/>
          <ac:spMkLst>
            <pc:docMk/>
            <pc:sldMk cId="3290195256" sldId="1074"/>
            <ac:spMk id="5" creationId="{1C414B87-EFDB-BDB8-2CC3-94BA97FB0DE9}"/>
          </ac:spMkLst>
        </pc:spChg>
        <pc:spChg chg="mod">
          <ac:chgData name="김명호" userId="e0d603aa-548e-418b-a070-918475337925" providerId="ADAL" clId="{EB451184-BA9A-4A5C-9B3F-495ADF05D454}" dt="2023-09-20T05:34:04.859" v="8242"/>
          <ac:spMkLst>
            <pc:docMk/>
            <pc:sldMk cId="3290195256" sldId="1074"/>
            <ac:spMk id="6" creationId="{2058D9D1-2404-4C4F-72A3-63820FC52EA4}"/>
          </ac:spMkLst>
        </pc:spChg>
        <pc:spChg chg="mod">
          <ac:chgData name="김명호" userId="e0d603aa-548e-418b-a070-918475337925" providerId="ADAL" clId="{EB451184-BA9A-4A5C-9B3F-495ADF05D454}" dt="2023-09-20T05:32:35.611" v="8239"/>
          <ac:spMkLst>
            <pc:docMk/>
            <pc:sldMk cId="3290195256" sldId="107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31:42.835" v="8062" actId="14100"/>
          <ac:spMkLst>
            <pc:docMk/>
            <pc:sldMk cId="3290195256" sldId="1074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05:31:52.789" v="8065" actId="1076"/>
          <ac:grpSpMkLst>
            <pc:docMk/>
            <pc:sldMk cId="3290195256" sldId="1074"/>
            <ac:grpSpMk id="4" creationId="{09232AAC-0E11-E194-482A-3CC8A0D8397A}"/>
          </ac:grpSpMkLst>
        </pc:grpChg>
        <pc:graphicFrameChg chg="mod modGraphic">
          <ac:chgData name="김명호" userId="e0d603aa-548e-418b-a070-918475337925" providerId="ADAL" clId="{EB451184-BA9A-4A5C-9B3F-495ADF05D454}" dt="2023-09-22T07:36:59.593" v="23085"/>
          <ac:graphicFrameMkLst>
            <pc:docMk/>
            <pc:sldMk cId="3290195256" sldId="1074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31:45.084" v="8063" actId="1076"/>
          <ac:cxnSpMkLst>
            <pc:docMk/>
            <pc:sldMk cId="3290195256" sldId="1074"/>
            <ac:cxnSpMk id="13" creationId="{331DDFAF-E372-E3B3-6B05-B0D7F3785A4E}"/>
          </ac:cxnSpMkLst>
        </pc:cxnChg>
      </pc:sldChg>
      <pc:sldChg chg="modSp add mod">
        <pc:chgData name="김명호" userId="e0d603aa-548e-418b-a070-918475337925" providerId="ADAL" clId="{EB451184-BA9A-4A5C-9B3F-495ADF05D454}" dt="2023-09-22T07:37:39.143" v="23129"/>
        <pc:sldMkLst>
          <pc:docMk/>
          <pc:sldMk cId="3513050030" sldId="1075"/>
        </pc:sldMkLst>
        <pc:spChg chg="mod">
          <ac:chgData name="김명호" userId="e0d603aa-548e-418b-a070-918475337925" providerId="ADAL" clId="{EB451184-BA9A-4A5C-9B3F-495ADF05D454}" dt="2023-09-20T05:41:06.707" v="8615"/>
          <ac:spMkLst>
            <pc:docMk/>
            <pc:sldMk cId="3513050030" sldId="1075"/>
            <ac:spMk id="6" creationId="{2058D9D1-2404-4C4F-72A3-63820FC52EA4}"/>
          </ac:spMkLst>
        </pc:spChg>
        <pc:spChg chg="mod">
          <ac:chgData name="김명호" userId="e0d603aa-548e-418b-a070-918475337925" providerId="ADAL" clId="{EB451184-BA9A-4A5C-9B3F-495ADF05D454}" dt="2023-09-20T05:40:44.447" v="8597"/>
          <ac:spMkLst>
            <pc:docMk/>
            <pc:sldMk cId="3513050030" sldId="1075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35:47.394" v="8253" actId="1035"/>
          <ac:spMkLst>
            <pc:docMk/>
            <pc:sldMk cId="3513050030" sldId="1075"/>
            <ac:spMk id="10" creationId="{14F878EE-D031-B862-A82B-49EBF6A805B4}"/>
          </ac:spMkLst>
        </pc:spChg>
        <pc:grpChg chg="mod">
          <ac:chgData name="김명호" userId="e0d603aa-548e-418b-a070-918475337925" providerId="ADAL" clId="{EB451184-BA9A-4A5C-9B3F-495ADF05D454}" dt="2023-09-20T05:40:47.256" v="8598" actId="1076"/>
          <ac:grpSpMkLst>
            <pc:docMk/>
            <pc:sldMk cId="3513050030" sldId="1075"/>
            <ac:grpSpMk id="4" creationId="{09232AAC-0E11-E194-482A-3CC8A0D8397A}"/>
          </ac:grpSpMkLst>
        </pc:grpChg>
        <pc:graphicFrameChg chg="mod modGraphic">
          <ac:chgData name="김명호" userId="e0d603aa-548e-418b-a070-918475337925" providerId="ADAL" clId="{EB451184-BA9A-4A5C-9B3F-495ADF05D454}" dt="2023-09-22T07:37:39.143" v="23129"/>
          <ac:graphicFrameMkLst>
            <pc:docMk/>
            <pc:sldMk cId="3513050030" sldId="1075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36:08.146" v="8258" actId="1038"/>
          <ac:cxnSpMkLst>
            <pc:docMk/>
            <pc:sldMk cId="3513050030" sldId="1075"/>
            <ac:cxnSpMk id="13" creationId="{331DDFAF-E372-E3B3-6B05-B0D7F3785A4E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7:02.613" v="23086"/>
        <pc:sldMkLst>
          <pc:docMk/>
          <pc:sldMk cId="760539002" sldId="1076"/>
        </pc:sldMkLst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760539002" sldId="107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42:37.127" v="8618" actId="14100"/>
          <ac:spMkLst>
            <pc:docMk/>
            <pc:sldMk cId="760539002" sldId="1076"/>
            <ac:spMk id="10" creationId="{14F878EE-D031-B862-A82B-49EBF6A805B4}"/>
          </ac:spMkLst>
        </pc:spChg>
        <pc:grpChg chg="del">
          <ac:chgData name="김명호" userId="e0d603aa-548e-418b-a070-918475337925" providerId="ADAL" clId="{EB451184-BA9A-4A5C-9B3F-495ADF05D454}" dt="2023-09-20T05:43:00.695" v="8621" actId="478"/>
          <ac:grpSpMkLst>
            <pc:docMk/>
            <pc:sldMk cId="760539002" sldId="1076"/>
            <ac:grpSpMk id="4" creationId="{09232AAC-0E11-E194-482A-3CC8A0D8397A}"/>
          </ac:grpSpMkLst>
        </pc:grpChg>
        <pc:graphicFrameChg chg="mod">
          <ac:chgData name="김명호" userId="e0d603aa-548e-418b-a070-918475337925" providerId="ADAL" clId="{EB451184-BA9A-4A5C-9B3F-495ADF05D454}" dt="2023-09-22T07:37:02.613" v="23086"/>
          <ac:graphicFrameMkLst>
            <pc:docMk/>
            <pc:sldMk cId="760539002" sldId="1076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5:42:39.798" v="8619" actId="1076"/>
          <ac:cxnSpMkLst>
            <pc:docMk/>
            <pc:sldMk cId="760539002" sldId="1076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42.757" v="23130"/>
        <pc:sldMkLst>
          <pc:docMk/>
          <pc:sldMk cId="550163239" sldId="1077"/>
        </pc:sldMkLst>
        <pc:spChg chg="mod">
          <ac:chgData name="김명호" userId="e0d603aa-548e-418b-a070-918475337925" providerId="ADAL" clId="{EB451184-BA9A-4A5C-9B3F-495ADF05D454}" dt="2023-09-20T10:12:51.049" v="13137" actId="20577"/>
          <ac:spMkLst>
            <pc:docMk/>
            <pc:sldMk cId="550163239" sldId="1077"/>
            <ac:spMk id="7" creationId="{0C81DD60-D84B-4D3C-8F3E-7D0E22E11300}"/>
          </ac:spMkLst>
        </pc:spChg>
        <pc:spChg chg="mod ord">
          <ac:chgData name="김명호" userId="e0d603aa-548e-418b-a070-918475337925" providerId="ADAL" clId="{EB451184-BA9A-4A5C-9B3F-495ADF05D454}" dt="2023-09-20T05:51:01.051" v="9053" actId="14100"/>
          <ac:spMkLst>
            <pc:docMk/>
            <pc:sldMk cId="550163239" sldId="1077"/>
            <ac:spMk id="10" creationId="{14F878EE-D031-B862-A82B-49EBF6A805B4}"/>
          </ac:spMkLst>
        </pc:spChg>
        <pc:grpChg chg="del mod">
          <ac:chgData name="김명호" userId="e0d603aa-548e-418b-a070-918475337925" providerId="ADAL" clId="{EB451184-BA9A-4A5C-9B3F-495ADF05D454}" dt="2023-09-20T05:45:20.366" v="8790" actId="478"/>
          <ac:grpSpMkLst>
            <pc:docMk/>
            <pc:sldMk cId="550163239" sldId="1077"/>
            <ac:grpSpMk id="4" creationId="{09232AAC-0E11-E194-482A-3CC8A0D8397A}"/>
          </ac:grpSpMkLst>
        </pc:grpChg>
        <pc:graphicFrameChg chg="mod modGraphic">
          <ac:chgData name="김명호" userId="e0d603aa-548e-418b-a070-918475337925" providerId="ADAL" clId="{EB451184-BA9A-4A5C-9B3F-495ADF05D454}" dt="2023-09-22T07:37:42.757" v="23130"/>
          <ac:graphicFrameMkLst>
            <pc:docMk/>
            <pc:sldMk cId="550163239" sldId="1077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0T05:50:44.331" v="9050" actId="1076"/>
          <ac:picMkLst>
            <pc:docMk/>
            <pc:sldMk cId="550163239" sldId="1077"/>
            <ac:picMk id="9" creationId="{3FCDFA35-A976-45D7-38CA-A5F8139FDE59}"/>
          </ac:picMkLst>
        </pc:picChg>
        <pc:picChg chg="mod modCrop">
          <ac:chgData name="김명호" userId="e0d603aa-548e-418b-a070-918475337925" providerId="ADAL" clId="{EB451184-BA9A-4A5C-9B3F-495ADF05D454}" dt="2023-09-20T05:50:40.715" v="9049" actId="1076"/>
          <ac:picMkLst>
            <pc:docMk/>
            <pc:sldMk cId="550163239" sldId="1077"/>
            <ac:picMk id="11" creationId="{A31E6352-DFD1-1CD6-DD63-E132456BD017}"/>
          </ac:picMkLst>
        </pc:picChg>
        <pc:cxnChg chg="add mod">
          <ac:chgData name="김명호" userId="e0d603aa-548e-418b-a070-918475337925" providerId="ADAL" clId="{EB451184-BA9A-4A5C-9B3F-495ADF05D454}" dt="2023-09-20T05:51:23.363" v="9057" actId="14100"/>
          <ac:cxnSpMkLst>
            <pc:docMk/>
            <pc:sldMk cId="550163239" sldId="1077"/>
            <ac:cxnSpMk id="12" creationId="{85374C27-4D7D-DA5D-03B4-1101339BA62A}"/>
          </ac:cxnSpMkLst>
        </pc:cxnChg>
        <pc:cxnChg chg="mod ord">
          <ac:chgData name="김명호" userId="e0d603aa-548e-418b-a070-918475337925" providerId="ADAL" clId="{EB451184-BA9A-4A5C-9B3F-495ADF05D454}" dt="2023-09-20T05:51:04.411" v="9054" actId="1076"/>
          <ac:cxnSpMkLst>
            <pc:docMk/>
            <pc:sldMk cId="550163239" sldId="1077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36.054" v="23128"/>
        <pc:sldMkLst>
          <pc:docMk/>
          <pc:sldMk cId="1344861977" sldId="1078"/>
        </pc:sldMkLst>
        <pc:spChg chg="mod">
          <ac:chgData name="김명호" userId="e0d603aa-548e-418b-a070-918475337925" providerId="ADAL" clId="{EB451184-BA9A-4A5C-9B3F-495ADF05D454}" dt="2023-09-20T05:48:10.291" v="9034"/>
          <ac:spMkLst>
            <pc:docMk/>
            <pc:sldMk cId="1344861977" sldId="1078"/>
            <ac:spMk id="5" creationId="{7CF0AC9D-32BA-4B0C-C842-FBDABEDD72AA}"/>
          </ac:spMkLst>
        </pc:spChg>
        <pc:spChg chg="mod">
          <ac:chgData name="김명호" userId="e0d603aa-548e-418b-a070-918475337925" providerId="ADAL" clId="{EB451184-BA9A-4A5C-9B3F-495ADF05D454}" dt="2023-09-20T05:48:15.344" v="9039"/>
          <ac:spMkLst>
            <pc:docMk/>
            <pc:sldMk cId="1344861977" sldId="1078"/>
            <ac:spMk id="6" creationId="{2338F667-1845-299B-0C39-F88C52A7EFB5}"/>
          </ac:spMkLst>
        </pc:spChg>
        <pc:spChg chg="mod">
          <ac:chgData name="김명호" userId="e0d603aa-548e-418b-a070-918475337925" providerId="ADAL" clId="{EB451184-BA9A-4A5C-9B3F-495ADF05D454}" dt="2023-09-20T05:46:45.231" v="9033" actId="20577"/>
          <ac:spMkLst>
            <pc:docMk/>
            <pc:sldMk cId="1344861977" sldId="107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5:45:48.253" v="8793" actId="14100"/>
          <ac:spMkLst>
            <pc:docMk/>
            <pc:sldMk cId="1344861977" sldId="1078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05:48:10.291" v="9034"/>
          <ac:grpSpMkLst>
            <pc:docMk/>
            <pc:sldMk cId="1344861977" sldId="1078"/>
            <ac:grpSpMk id="4" creationId="{4FB278E4-E1DB-6D82-A852-AAF17B87523C}"/>
          </ac:grpSpMkLst>
        </pc:grpChg>
        <pc:graphicFrameChg chg="mod modGraphic">
          <ac:chgData name="김명호" userId="e0d603aa-548e-418b-a070-918475337925" providerId="ADAL" clId="{EB451184-BA9A-4A5C-9B3F-495ADF05D454}" dt="2023-09-22T07:37:36.054" v="23128"/>
          <ac:graphicFrameMkLst>
            <pc:docMk/>
            <pc:sldMk cId="1344861977" sldId="1078"/>
            <ac:graphicFrameMk id="3" creationId="{EB5E6BEF-7528-22F3-81D3-C88DBE43847E}"/>
          </ac:graphicFrameMkLst>
        </pc:graphicFrameChg>
        <pc:graphicFrameChg chg="add del">
          <ac:chgData name="김명호" userId="e0d603aa-548e-418b-a070-918475337925" providerId="ADAL" clId="{EB451184-BA9A-4A5C-9B3F-495ADF05D454}" dt="2023-09-22T07:06:52.624" v="22034"/>
          <ac:graphicFrameMkLst>
            <pc:docMk/>
            <pc:sldMk cId="1344861977" sldId="1078"/>
            <ac:graphicFrameMk id="8" creationId="{68312F9A-FD3B-D8C1-641D-F8698A3E9E4D}"/>
          </ac:graphicFrameMkLst>
        </pc:graphicFrameChg>
        <pc:cxnChg chg="mod">
          <ac:chgData name="김명호" userId="e0d603aa-548e-418b-a070-918475337925" providerId="ADAL" clId="{EB451184-BA9A-4A5C-9B3F-495ADF05D454}" dt="2023-09-20T05:45:50.125" v="8794" actId="1076"/>
          <ac:cxnSpMkLst>
            <pc:docMk/>
            <pc:sldMk cId="1344861977" sldId="1078"/>
            <ac:cxnSpMk id="13" creationId="{331DDFAF-E372-E3B3-6B05-B0D7F3785A4E}"/>
          </ac:cxnSpMkLst>
        </pc:cxnChg>
      </pc:sldChg>
      <pc:sldChg chg="addSp delSp modSp add del mod">
        <pc:chgData name="김명호" userId="e0d603aa-548e-418b-a070-918475337925" providerId="ADAL" clId="{EB451184-BA9A-4A5C-9B3F-495ADF05D454}" dt="2023-09-20T05:58:07.635" v="9317" actId="47"/>
        <pc:sldMkLst>
          <pc:docMk/>
          <pc:sldMk cId="206936341" sldId="1079"/>
        </pc:sldMkLst>
        <pc:graphicFrameChg chg="mod modGraphic">
          <ac:chgData name="김명호" userId="e0d603aa-548e-418b-a070-918475337925" providerId="ADAL" clId="{EB451184-BA9A-4A5C-9B3F-495ADF05D454}" dt="2023-09-20T05:56:53.548" v="9314"/>
          <ac:graphicFrameMkLst>
            <pc:docMk/>
            <pc:sldMk cId="206936341" sldId="1079"/>
            <ac:graphicFrameMk id="3" creationId="{EB5E6BEF-7528-22F3-81D3-C88DBE43847E}"/>
          </ac:graphicFrameMkLst>
        </pc:graphicFrameChg>
        <pc:picChg chg="add del">
          <ac:chgData name="김명호" userId="e0d603aa-548e-418b-a070-918475337925" providerId="ADAL" clId="{EB451184-BA9A-4A5C-9B3F-495ADF05D454}" dt="2023-09-20T05:58:04.997" v="9316" actId="478"/>
          <ac:picMkLst>
            <pc:docMk/>
            <pc:sldMk cId="206936341" sldId="1079"/>
            <ac:picMk id="8" creationId="{67F92F47-8FE3-414C-788A-3F46C50A24B8}"/>
          </ac:picMkLst>
        </pc:picChg>
      </pc:sldChg>
      <pc:sldChg chg="addSp delSp modSp add mod">
        <pc:chgData name="김명호" userId="e0d603aa-548e-418b-a070-918475337925" providerId="ADAL" clId="{EB451184-BA9A-4A5C-9B3F-495ADF05D454}" dt="2023-09-20T10:36:48.557" v="14242"/>
        <pc:sldMkLst>
          <pc:docMk/>
          <pc:sldMk cId="2605139840" sldId="1079"/>
        </pc:sldMkLst>
        <pc:spChg chg="mod">
          <ac:chgData name="김명호" userId="e0d603aa-548e-418b-a070-918475337925" providerId="ADAL" clId="{EB451184-BA9A-4A5C-9B3F-495ADF05D454}" dt="2023-09-20T10:36:48.557" v="14242"/>
          <ac:spMkLst>
            <pc:docMk/>
            <pc:sldMk cId="2605139840" sldId="1079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0:36:28.956" v="14195" actId="1036"/>
          <ac:spMkLst>
            <pc:docMk/>
            <pc:sldMk cId="2605139840" sldId="1079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0:36:28.956" v="14195" actId="1036"/>
          <ac:spMkLst>
            <pc:docMk/>
            <pc:sldMk cId="2605139840" sldId="1079"/>
            <ac:spMk id="14" creationId="{B5C26A1A-0191-19A4-8426-BDE238A47C86}"/>
          </ac:spMkLst>
        </pc:spChg>
        <pc:spChg chg="del">
          <ac:chgData name="김명호" userId="e0d603aa-548e-418b-a070-918475337925" providerId="ADAL" clId="{EB451184-BA9A-4A5C-9B3F-495ADF05D454}" dt="2023-09-20T06:01:42.918" v="9514" actId="478"/>
          <ac:spMkLst>
            <pc:docMk/>
            <pc:sldMk cId="2605139840" sldId="1079"/>
            <ac:spMk id="17" creationId="{02398E07-A94F-035C-724D-A4D49E13A9AF}"/>
          </ac:spMkLst>
        </pc:spChg>
        <pc:spChg chg="del">
          <ac:chgData name="김명호" userId="e0d603aa-548e-418b-a070-918475337925" providerId="ADAL" clId="{EB451184-BA9A-4A5C-9B3F-495ADF05D454}" dt="2023-09-20T06:01:42.918" v="9514" actId="478"/>
          <ac:spMkLst>
            <pc:docMk/>
            <pc:sldMk cId="2605139840" sldId="1079"/>
            <ac:spMk id="19" creationId="{AE8B9FAD-25AC-0430-8165-F0967BAC9054}"/>
          </ac:spMkLst>
        </pc:spChg>
        <pc:spChg chg="mod">
          <ac:chgData name="김명호" userId="e0d603aa-548e-418b-a070-918475337925" providerId="ADAL" clId="{EB451184-BA9A-4A5C-9B3F-495ADF05D454}" dt="2023-09-20T05:58:25.843" v="9336"/>
          <ac:spMkLst>
            <pc:docMk/>
            <pc:sldMk cId="2605139840" sldId="1079"/>
            <ac:spMk id="21" creationId="{E4AF15C8-32C3-FFE4-5475-01DF6A3DE540}"/>
          </ac:spMkLst>
        </pc:spChg>
        <pc:spChg chg="add mod">
          <ac:chgData name="김명호" userId="e0d603aa-548e-418b-a070-918475337925" providerId="ADAL" clId="{EB451184-BA9A-4A5C-9B3F-495ADF05D454}" dt="2023-09-20T10:36:28.956" v="14195" actId="1036"/>
          <ac:spMkLst>
            <pc:docMk/>
            <pc:sldMk cId="2605139840" sldId="1079"/>
            <ac:spMk id="23" creationId="{FAF7E0CA-E8AF-10C7-6790-59E494795567}"/>
          </ac:spMkLst>
        </pc:spChg>
        <pc:spChg chg="add mod">
          <ac:chgData name="김명호" userId="e0d603aa-548e-418b-a070-918475337925" providerId="ADAL" clId="{EB451184-BA9A-4A5C-9B3F-495ADF05D454}" dt="2023-09-20T10:36:28.956" v="14195" actId="1036"/>
          <ac:spMkLst>
            <pc:docMk/>
            <pc:sldMk cId="2605139840" sldId="1079"/>
            <ac:spMk id="25" creationId="{1797A2CC-9DF6-6C9D-EE3E-CFA94DCB6921}"/>
          </ac:spMkLst>
        </pc:spChg>
        <pc:graphicFrameChg chg="mod modGraphic">
          <ac:chgData name="김명호" userId="e0d603aa-548e-418b-a070-918475337925" providerId="ADAL" clId="{EB451184-BA9A-4A5C-9B3F-495ADF05D454}" dt="2023-09-20T05:58:21.976" v="9335"/>
          <ac:graphicFrameMkLst>
            <pc:docMk/>
            <pc:sldMk cId="2605139840" sldId="1079"/>
            <ac:graphicFrameMk id="6" creationId="{924148D2-5097-2877-1A30-57054C4A5264}"/>
          </ac:graphicFrameMkLst>
        </pc:graphicFrameChg>
        <pc:picChg chg="del">
          <ac:chgData name="김명호" userId="e0d603aa-548e-418b-a070-918475337925" providerId="ADAL" clId="{EB451184-BA9A-4A5C-9B3F-495ADF05D454}" dt="2023-09-20T05:59:07.016" v="9340" actId="478"/>
          <ac:picMkLst>
            <pc:docMk/>
            <pc:sldMk cId="2605139840" sldId="1079"/>
            <ac:picMk id="2" creationId="{F40DB867-42DC-C2FD-1824-8EA59AC7458E}"/>
          </ac:picMkLst>
        </pc:picChg>
        <pc:picChg chg="add mod">
          <ac:chgData name="김명호" userId="e0d603aa-548e-418b-a070-918475337925" providerId="ADAL" clId="{EB451184-BA9A-4A5C-9B3F-495ADF05D454}" dt="2023-09-20T10:36:28.956" v="14195" actId="1036"/>
          <ac:picMkLst>
            <pc:docMk/>
            <pc:sldMk cId="2605139840" sldId="1079"/>
            <ac:picMk id="7" creationId="{336C055F-FE13-FE11-6D2B-FD0AD9527609}"/>
          </ac:picMkLst>
        </pc:picChg>
        <pc:picChg chg="del">
          <ac:chgData name="김명호" userId="e0d603aa-548e-418b-a070-918475337925" providerId="ADAL" clId="{EB451184-BA9A-4A5C-9B3F-495ADF05D454}" dt="2023-09-20T05:59:19.420" v="9343" actId="478"/>
          <ac:picMkLst>
            <pc:docMk/>
            <pc:sldMk cId="2605139840" sldId="1079"/>
            <ac:picMk id="8" creationId="{27878555-5CC8-77FF-521B-9F9E6473C0F3}"/>
          </ac:picMkLst>
        </pc:picChg>
        <pc:picChg chg="add mod modCrop">
          <ac:chgData name="김명호" userId="e0d603aa-548e-418b-a070-918475337925" providerId="ADAL" clId="{EB451184-BA9A-4A5C-9B3F-495ADF05D454}" dt="2023-09-20T10:36:28.956" v="14195" actId="1036"/>
          <ac:picMkLst>
            <pc:docMk/>
            <pc:sldMk cId="2605139840" sldId="1079"/>
            <ac:picMk id="10" creationId="{E76A9205-31BB-D81D-F795-135F2A5A3726}"/>
          </ac:picMkLst>
        </pc:picChg>
        <pc:picChg chg="del">
          <ac:chgData name="김명호" userId="e0d603aa-548e-418b-a070-918475337925" providerId="ADAL" clId="{EB451184-BA9A-4A5C-9B3F-495ADF05D454}" dt="2023-09-20T06:01:42.918" v="9514" actId="478"/>
          <ac:picMkLst>
            <pc:docMk/>
            <pc:sldMk cId="2605139840" sldId="1079"/>
            <ac:picMk id="15" creationId="{8C788C0F-5881-9643-5927-80D09DAACA88}"/>
          </ac:picMkLst>
        </pc:picChg>
        <pc:picChg chg="del">
          <ac:chgData name="김명호" userId="e0d603aa-548e-418b-a070-918475337925" providerId="ADAL" clId="{EB451184-BA9A-4A5C-9B3F-495ADF05D454}" dt="2023-09-20T06:01:42.918" v="9514" actId="478"/>
          <ac:picMkLst>
            <pc:docMk/>
            <pc:sldMk cId="2605139840" sldId="1079"/>
            <ac:picMk id="16" creationId="{29390BD4-207F-BC92-74CD-5ABFC3BE4D94}"/>
          </ac:picMkLst>
        </pc:picChg>
        <pc:picChg chg="add mod">
          <ac:chgData name="김명호" userId="e0d603aa-548e-418b-a070-918475337925" providerId="ADAL" clId="{EB451184-BA9A-4A5C-9B3F-495ADF05D454}" dt="2023-09-20T10:36:28.956" v="14195" actId="1036"/>
          <ac:picMkLst>
            <pc:docMk/>
            <pc:sldMk cId="2605139840" sldId="1079"/>
            <ac:picMk id="20" creationId="{4A200301-D113-E192-2B49-D2F446571273}"/>
          </ac:picMkLst>
        </pc:picChg>
        <pc:picChg chg="add mod">
          <ac:chgData name="김명호" userId="e0d603aa-548e-418b-a070-918475337925" providerId="ADAL" clId="{EB451184-BA9A-4A5C-9B3F-495ADF05D454}" dt="2023-09-20T10:36:28.956" v="14195" actId="1036"/>
          <ac:picMkLst>
            <pc:docMk/>
            <pc:sldMk cId="2605139840" sldId="1079"/>
            <ac:picMk id="22" creationId="{169488E5-EE0B-DF36-6414-0335CD4F9A75}"/>
          </ac:picMkLst>
        </pc:picChg>
        <pc:cxnChg chg="mod ord">
          <ac:chgData name="김명호" userId="e0d603aa-548e-418b-a070-918475337925" providerId="ADAL" clId="{EB451184-BA9A-4A5C-9B3F-495ADF05D454}" dt="2023-09-20T10:36:28.956" v="14195" actId="1036"/>
          <ac:cxnSpMkLst>
            <pc:docMk/>
            <pc:sldMk cId="2605139840" sldId="1079"/>
            <ac:cxnSpMk id="13" creationId="{6387ACAF-04E1-5894-06FE-B0F44514EAE8}"/>
          </ac:cxnSpMkLst>
        </pc:cxnChg>
        <pc:cxnChg chg="del mod">
          <ac:chgData name="김명호" userId="e0d603aa-548e-418b-a070-918475337925" providerId="ADAL" clId="{EB451184-BA9A-4A5C-9B3F-495ADF05D454}" dt="2023-09-20T06:01:42.918" v="9514" actId="478"/>
          <ac:cxnSpMkLst>
            <pc:docMk/>
            <pc:sldMk cId="2605139840" sldId="1079"/>
            <ac:cxnSpMk id="18" creationId="{4B39F146-C999-187D-9BD1-8742F9F90833}"/>
          </ac:cxnSpMkLst>
        </pc:cxnChg>
        <pc:cxnChg chg="add mod">
          <ac:chgData name="김명호" userId="e0d603aa-548e-418b-a070-918475337925" providerId="ADAL" clId="{EB451184-BA9A-4A5C-9B3F-495ADF05D454}" dt="2023-09-20T10:36:28.956" v="14195" actId="1036"/>
          <ac:cxnSpMkLst>
            <pc:docMk/>
            <pc:sldMk cId="2605139840" sldId="1079"/>
            <ac:cxnSpMk id="24" creationId="{15C6FB11-C532-AAFE-0A1D-DD1B6682DD21}"/>
          </ac:cxnSpMkLst>
        </pc:cxnChg>
      </pc:sldChg>
      <pc:sldChg chg="modSp add mod">
        <pc:chgData name="김명호" userId="e0d603aa-548e-418b-a070-918475337925" providerId="ADAL" clId="{EB451184-BA9A-4A5C-9B3F-495ADF05D454}" dt="2023-09-22T07:36:49.627" v="23082"/>
        <pc:sldMkLst>
          <pc:docMk/>
          <pc:sldMk cId="2494264132" sldId="1080"/>
        </pc:sldMkLst>
        <pc:graphicFrameChg chg="mod modGraphic">
          <ac:chgData name="김명호" userId="e0d603aa-548e-418b-a070-918475337925" providerId="ADAL" clId="{EB451184-BA9A-4A5C-9B3F-495ADF05D454}" dt="2023-09-22T07:36:49.627" v="23082"/>
          <ac:graphicFrameMkLst>
            <pc:docMk/>
            <pc:sldMk cId="2494264132" sldId="1080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37:51.941" v="23133"/>
        <pc:sldMkLst>
          <pc:docMk/>
          <pc:sldMk cId="173854185" sldId="1081"/>
        </pc:sldMkLst>
        <pc:spChg chg="mod">
          <ac:chgData name="김명호" userId="e0d603aa-548e-418b-a070-918475337925" providerId="ADAL" clId="{EB451184-BA9A-4A5C-9B3F-495ADF05D454}" dt="2023-09-21T23:10:37.556" v="17378"/>
          <ac:spMkLst>
            <pc:docMk/>
            <pc:sldMk cId="173854185" sldId="1081"/>
            <ac:spMk id="5" creationId="{06A7EFEF-4193-D609-2233-AA59A8AD3685}"/>
          </ac:spMkLst>
        </pc:spChg>
        <pc:spChg chg="mod">
          <ac:chgData name="김명호" userId="e0d603aa-548e-418b-a070-918475337925" providerId="ADAL" clId="{EB451184-BA9A-4A5C-9B3F-495ADF05D454}" dt="2023-09-21T23:11:58.095" v="17621"/>
          <ac:spMkLst>
            <pc:docMk/>
            <pc:sldMk cId="173854185" sldId="1081"/>
            <ac:spMk id="6" creationId="{C3B65255-E6E8-32A5-8E69-1441D0728725}"/>
          </ac:spMkLst>
        </pc:spChg>
        <pc:spChg chg="mod">
          <ac:chgData name="김명호" userId="e0d603aa-548e-418b-a070-918475337925" providerId="ADAL" clId="{EB451184-BA9A-4A5C-9B3F-495ADF05D454}" dt="2023-09-22T07:09:43.771" v="22110" actId="6549"/>
          <ac:spMkLst>
            <pc:docMk/>
            <pc:sldMk cId="173854185" sldId="1081"/>
            <ac:spMk id="7" creationId="{0C81DD60-D84B-4D3C-8F3E-7D0E22E11300}"/>
          </ac:spMkLst>
        </pc:spChg>
        <pc:spChg chg="mod ord">
          <ac:chgData name="김명호" userId="e0d603aa-548e-418b-a070-918475337925" providerId="ADAL" clId="{EB451184-BA9A-4A5C-9B3F-495ADF05D454}" dt="2023-09-20T06:42:33.308" v="10127" actId="14100"/>
          <ac:spMkLst>
            <pc:docMk/>
            <pc:sldMk cId="173854185" sldId="1081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2T07:09:49.702" v="22111" actId="1076"/>
          <ac:grpSpMkLst>
            <pc:docMk/>
            <pc:sldMk cId="173854185" sldId="1081"/>
            <ac:grpSpMk id="4" creationId="{06B4C6D5-3B33-92CC-A15B-DC60BBA40CBA}"/>
          </ac:grpSpMkLst>
        </pc:grpChg>
        <pc:grpChg chg="del">
          <ac:chgData name="김명호" userId="e0d603aa-548e-418b-a070-918475337925" providerId="ADAL" clId="{EB451184-BA9A-4A5C-9B3F-495ADF05D454}" dt="2023-09-20T06:43:43.436" v="10497" actId="478"/>
          <ac:grpSpMkLst>
            <pc:docMk/>
            <pc:sldMk cId="173854185" sldId="1081"/>
            <ac:grpSpMk id="4" creationId="{09232AAC-0E11-E194-482A-3CC8A0D8397A}"/>
          </ac:grpSpMkLst>
        </pc:grpChg>
        <pc:graphicFrameChg chg="mod modGraphic">
          <ac:chgData name="김명호" userId="e0d603aa-548e-418b-a070-918475337925" providerId="ADAL" clId="{EB451184-BA9A-4A5C-9B3F-495ADF05D454}" dt="2023-09-22T07:37:51.941" v="23133"/>
          <ac:graphicFrameMkLst>
            <pc:docMk/>
            <pc:sldMk cId="173854185" sldId="1081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0T06:42:18.564" v="10124" actId="1076"/>
          <ac:picMkLst>
            <pc:docMk/>
            <pc:sldMk cId="173854185" sldId="1081"/>
            <ac:picMk id="9" creationId="{6B150780-1671-308C-34DD-4B6AE0B30C42}"/>
          </ac:picMkLst>
        </pc:picChg>
        <pc:picChg chg="del">
          <ac:chgData name="김명호" userId="e0d603aa-548e-418b-a070-918475337925" providerId="ADAL" clId="{EB451184-BA9A-4A5C-9B3F-495ADF05D454}" dt="2023-09-20T06:40:35.660" v="10118" actId="478"/>
          <ac:picMkLst>
            <pc:docMk/>
            <pc:sldMk cId="173854185" sldId="1081"/>
            <ac:picMk id="11" creationId="{A31E6352-DFD1-1CD6-DD63-E132456BD017}"/>
          </ac:picMkLst>
        </pc:picChg>
        <pc:cxnChg chg="mod ord">
          <ac:chgData name="김명호" userId="e0d603aa-548e-418b-a070-918475337925" providerId="ADAL" clId="{EB451184-BA9A-4A5C-9B3F-495ADF05D454}" dt="2023-09-20T06:42:35.747" v="10128" actId="1076"/>
          <ac:cxnSpMkLst>
            <pc:docMk/>
            <pc:sldMk cId="173854185" sldId="1081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55.309" v="23134"/>
        <pc:sldMkLst>
          <pc:docMk/>
          <pc:sldMk cId="500867156" sldId="1082"/>
        </pc:sldMkLst>
        <pc:spChg chg="add mod">
          <ac:chgData name="김명호" userId="e0d603aa-548e-418b-a070-918475337925" providerId="ADAL" clId="{EB451184-BA9A-4A5C-9B3F-495ADF05D454}" dt="2023-09-20T06:48:40.038" v="10678" actId="13926"/>
          <ac:spMkLst>
            <pc:docMk/>
            <pc:sldMk cId="500867156" sldId="1082"/>
            <ac:spMk id="6" creationId="{7A2A6FED-B8E1-3DFD-0A02-13A9A75231F6}"/>
          </ac:spMkLst>
        </pc:spChg>
        <pc:spChg chg="mod">
          <ac:chgData name="김명호" userId="e0d603aa-548e-418b-a070-918475337925" providerId="ADAL" clId="{EB451184-BA9A-4A5C-9B3F-495ADF05D454}" dt="2023-09-22T07:10:09.782" v="22113" actId="21"/>
          <ac:spMkLst>
            <pc:docMk/>
            <pc:sldMk cId="500867156" sldId="108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6:46:32.274" v="10548" actId="1076"/>
          <ac:spMkLst>
            <pc:docMk/>
            <pc:sldMk cId="500867156" sldId="1082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06:51:57.470" v="10966"/>
          <ac:spMkLst>
            <pc:docMk/>
            <pc:sldMk cId="500867156" sldId="1082"/>
            <ac:spMk id="11" creationId="{6410EBB7-1431-4322-89E2-597CED2F7253}"/>
          </ac:spMkLst>
        </pc:spChg>
        <pc:spChg chg="mod">
          <ac:chgData name="김명호" userId="e0d603aa-548e-418b-a070-918475337925" providerId="ADAL" clId="{EB451184-BA9A-4A5C-9B3F-495ADF05D454}" dt="2023-09-20T06:51:57.470" v="10966"/>
          <ac:spMkLst>
            <pc:docMk/>
            <pc:sldMk cId="500867156" sldId="1082"/>
            <ac:spMk id="12" creationId="{E46B34F6-F99B-FC34-148F-DE239B263D96}"/>
          </ac:spMkLst>
        </pc:spChg>
        <pc:grpChg chg="add del mod">
          <ac:chgData name="김명호" userId="e0d603aa-548e-418b-a070-918475337925" providerId="ADAL" clId="{EB451184-BA9A-4A5C-9B3F-495ADF05D454}" dt="2023-09-22T07:10:17.293" v="22114" actId="478"/>
          <ac:grpSpMkLst>
            <pc:docMk/>
            <pc:sldMk cId="500867156" sldId="1082"/>
            <ac:grpSpMk id="8" creationId="{B644B416-8268-761A-73D3-DE4B9DF28AA0}"/>
          </ac:grpSpMkLst>
        </pc:grpChg>
        <pc:graphicFrameChg chg="mod">
          <ac:chgData name="김명호" userId="e0d603aa-548e-418b-a070-918475337925" providerId="ADAL" clId="{EB451184-BA9A-4A5C-9B3F-495ADF05D454}" dt="2023-09-22T07:37:55.309" v="23134"/>
          <ac:graphicFrameMkLst>
            <pc:docMk/>
            <pc:sldMk cId="500867156" sldId="1082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0T06:52:24.711" v="10973" actId="108"/>
          <ac:picMkLst>
            <pc:docMk/>
            <pc:sldMk cId="500867156" sldId="1082"/>
            <ac:picMk id="5" creationId="{DC34AD7B-EFE9-1002-D564-B98C1B890B2A}"/>
          </ac:picMkLst>
        </pc:picChg>
        <pc:picChg chg="mod">
          <ac:chgData name="김명호" userId="e0d603aa-548e-418b-a070-918475337925" providerId="ADAL" clId="{EB451184-BA9A-4A5C-9B3F-495ADF05D454}" dt="2023-09-20T06:46:18.107" v="10544" actId="14100"/>
          <ac:picMkLst>
            <pc:docMk/>
            <pc:sldMk cId="500867156" sldId="1082"/>
            <ac:picMk id="9" creationId="{6B150780-1671-308C-34DD-4B6AE0B30C42}"/>
          </ac:picMkLst>
        </pc:picChg>
        <pc:cxnChg chg="mod">
          <ac:chgData name="김명호" userId="e0d603aa-548e-418b-a070-918475337925" providerId="ADAL" clId="{EB451184-BA9A-4A5C-9B3F-495ADF05D454}" dt="2023-09-20T06:46:32.274" v="10548" actId="1076"/>
          <ac:cxnSpMkLst>
            <pc:docMk/>
            <pc:sldMk cId="500867156" sldId="1082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58.102" v="23135"/>
        <pc:sldMkLst>
          <pc:docMk/>
          <pc:sldMk cId="998022627" sldId="1083"/>
        </pc:sldMkLst>
        <pc:spChg chg="del">
          <ac:chgData name="김명호" userId="e0d603aa-548e-418b-a070-918475337925" providerId="ADAL" clId="{EB451184-BA9A-4A5C-9B3F-495ADF05D454}" dt="2023-09-20T06:49:00.420" v="10681" actId="478"/>
          <ac:spMkLst>
            <pc:docMk/>
            <pc:sldMk cId="998022627" sldId="1083"/>
            <ac:spMk id="6" creationId="{7A2A6FED-B8E1-3DFD-0A02-13A9A75231F6}"/>
          </ac:spMkLst>
        </pc:spChg>
        <pc:spChg chg="mod">
          <ac:chgData name="김명호" userId="e0d603aa-548e-418b-a070-918475337925" providerId="ADAL" clId="{EB451184-BA9A-4A5C-9B3F-495ADF05D454}" dt="2023-09-20T06:53:00.441" v="11066"/>
          <ac:spMkLst>
            <pc:docMk/>
            <pc:sldMk cId="998022627" sldId="1083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06:51:03.895" v="10892"/>
          <ac:spMkLst>
            <pc:docMk/>
            <pc:sldMk cId="998022627" sldId="1083"/>
            <ac:spMk id="8" creationId="{EF9818ED-8060-4B72-99BA-DE06C85218B8}"/>
          </ac:spMkLst>
        </pc:spChg>
        <pc:spChg chg="mod">
          <ac:chgData name="김명호" userId="e0d603aa-548e-418b-a070-918475337925" providerId="ADAL" clId="{EB451184-BA9A-4A5C-9B3F-495ADF05D454}" dt="2023-09-20T06:52:37.455" v="10976" actId="14100"/>
          <ac:spMkLst>
            <pc:docMk/>
            <pc:sldMk cId="998022627" sldId="1083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06:51:09.733" v="10895"/>
          <ac:spMkLst>
            <pc:docMk/>
            <pc:sldMk cId="998022627" sldId="1083"/>
            <ac:spMk id="11" creationId="{A2FB0064-030F-53A7-E30F-126513DAD67C}"/>
          </ac:spMkLst>
        </pc:spChg>
        <pc:spChg chg="mod">
          <ac:chgData name="김명호" userId="e0d603aa-548e-418b-a070-918475337925" providerId="ADAL" clId="{EB451184-BA9A-4A5C-9B3F-495ADF05D454}" dt="2023-09-20T06:53:05.111" v="11067"/>
          <ac:spMkLst>
            <pc:docMk/>
            <pc:sldMk cId="998022627" sldId="1083"/>
            <ac:spMk id="15" creationId="{2BE3543D-5EBA-54E6-DD08-43C17E60E634}"/>
          </ac:spMkLst>
        </pc:spChg>
        <pc:spChg chg="mod">
          <ac:chgData name="김명호" userId="e0d603aa-548e-418b-a070-918475337925" providerId="ADAL" clId="{EB451184-BA9A-4A5C-9B3F-495ADF05D454}" dt="2023-09-20T06:59:09.103" v="11339" actId="20577"/>
          <ac:spMkLst>
            <pc:docMk/>
            <pc:sldMk cId="998022627" sldId="1083"/>
            <ac:spMk id="16" creationId="{CDB2CCCD-5575-4CC9-6CED-7144D1B4ABC4}"/>
          </ac:spMkLst>
        </pc:spChg>
        <pc:grpChg chg="add del mod">
          <ac:chgData name="김명호" userId="e0d603aa-548e-418b-a070-918475337925" providerId="ADAL" clId="{EB451184-BA9A-4A5C-9B3F-495ADF05D454}" dt="2023-09-20T06:51:56.019" v="10965" actId="21"/>
          <ac:grpSpMkLst>
            <pc:docMk/>
            <pc:sldMk cId="998022627" sldId="1083"/>
            <ac:grpSpMk id="4" creationId="{74C8F93D-B508-923D-79FD-9AD7C9E6ADDE}"/>
          </ac:grpSpMkLst>
        </pc:grpChg>
        <pc:grpChg chg="add mod">
          <ac:chgData name="김명호" userId="e0d603aa-548e-418b-a070-918475337925" providerId="ADAL" clId="{EB451184-BA9A-4A5C-9B3F-495ADF05D454}" dt="2023-09-20T06:59:17.884" v="11340" actId="1076"/>
          <ac:grpSpMkLst>
            <pc:docMk/>
            <pc:sldMk cId="998022627" sldId="1083"/>
            <ac:grpSpMk id="14" creationId="{E992850F-457C-EB4E-6944-5C09BD311FAB}"/>
          </ac:grpSpMkLst>
        </pc:grpChg>
        <pc:graphicFrameChg chg="mod modGraphic">
          <ac:chgData name="김명호" userId="e0d603aa-548e-418b-a070-918475337925" providerId="ADAL" clId="{EB451184-BA9A-4A5C-9B3F-495ADF05D454}" dt="2023-09-22T07:37:58.102" v="23135"/>
          <ac:graphicFrameMkLst>
            <pc:docMk/>
            <pc:sldMk cId="998022627" sldId="1083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06:48:58.517" v="10680" actId="478"/>
          <ac:picMkLst>
            <pc:docMk/>
            <pc:sldMk cId="998022627" sldId="1083"/>
            <ac:picMk id="5" creationId="{DC34AD7B-EFE9-1002-D564-B98C1B890B2A}"/>
          </ac:picMkLst>
        </pc:picChg>
        <pc:picChg chg="del mod">
          <ac:chgData name="김명호" userId="e0d603aa-548e-418b-a070-918475337925" providerId="ADAL" clId="{EB451184-BA9A-4A5C-9B3F-495ADF05D454}" dt="2023-09-20T06:52:06.672" v="10968" actId="478"/>
          <ac:picMkLst>
            <pc:docMk/>
            <pc:sldMk cId="998022627" sldId="1083"/>
            <ac:picMk id="9" creationId="{6B150780-1671-308C-34DD-4B6AE0B30C42}"/>
          </ac:picMkLst>
        </pc:picChg>
        <pc:picChg chg="add mod ord">
          <ac:chgData name="김명호" userId="e0d603aa-548e-418b-a070-918475337925" providerId="ADAL" clId="{EB451184-BA9A-4A5C-9B3F-495ADF05D454}" dt="2023-09-20T06:52:26.674" v="10974" actId="108"/>
          <ac:picMkLst>
            <pc:docMk/>
            <pc:sldMk cId="998022627" sldId="1083"/>
            <ac:picMk id="12" creationId="{DAC40736-A72A-551F-7ACE-BFF76BED970E}"/>
          </ac:picMkLst>
        </pc:picChg>
        <pc:cxnChg chg="mod">
          <ac:chgData name="김명호" userId="e0d603aa-548e-418b-a070-918475337925" providerId="ADAL" clId="{EB451184-BA9A-4A5C-9B3F-495ADF05D454}" dt="2023-09-20T06:52:32.056" v="10975" actId="1076"/>
          <ac:cxnSpMkLst>
            <pc:docMk/>
            <pc:sldMk cId="998022627" sldId="1083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0T10:37:05.378" v="14252"/>
        <pc:sldMkLst>
          <pc:docMk/>
          <pc:sldMk cId="2710496063" sldId="1084"/>
        </pc:sldMkLst>
        <pc:spChg chg="mod">
          <ac:chgData name="김명호" userId="e0d603aa-548e-418b-a070-918475337925" providerId="ADAL" clId="{EB451184-BA9A-4A5C-9B3F-495ADF05D454}" dt="2023-09-20T10:37:05.378" v="14252"/>
          <ac:spMkLst>
            <pc:docMk/>
            <pc:sldMk cId="2710496063" sldId="1084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0:37:03.158" v="14250" actId="1036"/>
          <ac:spMkLst>
            <pc:docMk/>
            <pc:sldMk cId="2710496063" sldId="1084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0:37:03.158" v="14250" actId="1036"/>
          <ac:spMkLst>
            <pc:docMk/>
            <pc:sldMk cId="2710496063" sldId="1084"/>
            <ac:spMk id="14" creationId="{B5C26A1A-0191-19A4-8426-BDE238A47C86}"/>
          </ac:spMkLst>
        </pc:spChg>
        <pc:spChg chg="del">
          <ac:chgData name="김명호" userId="e0d603aa-548e-418b-a070-918475337925" providerId="ADAL" clId="{EB451184-BA9A-4A5C-9B3F-495ADF05D454}" dt="2023-09-20T07:10:05.422" v="11665" actId="478"/>
          <ac:spMkLst>
            <pc:docMk/>
            <pc:sldMk cId="2710496063" sldId="1084"/>
            <ac:spMk id="23" creationId="{FAF7E0CA-E8AF-10C7-6790-59E494795567}"/>
          </ac:spMkLst>
        </pc:spChg>
        <pc:spChg chg="del">
          <ac:chgData name="김명호" userId="e0d603aa-548e-418b-a070-918475337925" providerId="ADAL" clId="{EB451184-BA9A-4A5C-9B3F-495ADF05D454}" dt="2023-09-20T07:10:05.422" v="11665" actId="478"/>
          <ac:spMkLst>
            <pc:docMk/>
            <pc:sldMk cId="2710496063" sldId="1084"/>
            <ac:spMk id="25" creationId="{1797A2CC-9DF6-6C9D-EE3E-CFA94DCB6921}"/>
          </ac:spMkLst>
        </pc:spChg>
        <pc:spChg chg="add mod">
          <ac:chgData name="김명호" userId="e0d603aa-548e-418b-a070-918475337925" providerId="ADAL" clId="{EB451184-BA9A-4A5C-9B3F-495ADF05D454}" dt="2023-09-20T10:37:03.158" v="14250" actId="1036"/>
          <ac:spMkLst>
            <pc:docMk/>
            <pc:sldMk cId="2710496063" sldId="1084"/>
            <ac:spMk id="27" creationId="{1AACE687-1E53-6F46-E7C0-4B47E1CA844B}"/>
          </ac:spMkLst>
        </pc:spChg>
        <pc:spChg chg="add mod">
          <ac:chgData name="김명호" userId="e0d603aa-548e-418b-a070-918475337925" providerId="ADAL" clId="{EB451184-BA9A-4A5C-9B3F-495ADF05D454}" dt="2023-09-20T10:37:03.158" v="14250" actId="1036"/>
          <ac:spMkLst>
            <pc:docMk/>
            <pc:sldMk cId="2710496063" sldId="1084"/>
            <ac:spMk id="29" creationId="{C1D821F3-A0DA-0443-D387-07792A7D11B8}"/>
          </ac:spMkLst>
        </pc:spChg>
        <pc:graphicFrameChg chg="mod modGraphic">
          <ac:chgData name="김명호" userId="e0d603aa-548e-418b-a070-918475337925" providerId="ADAL" clId="{EB451184-BA9A-4A5C-9B3F-495ADF05D454}" dt="2023-09-20T07:02:30.987" v="11426"/>
          <ac:graphicFrameMkLst>
            <pc:docMk/>
            <pc:sldMk cId="2710496063" sldId="1084"/>
            <ac:graphicFrameMk id="6" creationId="{924148D2-5097-2877-1A30-57054C4A5264}"/>
          </ac:graphicFrameMkLst>
        </pc:graphicFrameChg>
        <pc:picChg chg="del">
          <ac:chgData name="김명호" userId="e0d603aa-548e-418b-a070-918475337925" providerId="ADAL" clId="{EB451184-BA9A-4A5C-9B3F-495ADF05D454}" dt="2023-09-20T07:04:46.666" v="11437" actId="478"/>
          <ac:picMkLst>
            <pc:docMk/>
            <pc:sldMk cId="2710496063" sldId="1084"/>
            <ac:picMk id="7" creationId="{336C055F-FE13-FE11-6D2B-FD0AD9527609}"/>
          </ac:picMkLst>
        </pc:picChg>
        <pc:picChg chg="add del mod modCrop">
          <ac:chgData name="김명호" userId="e0d603aa-548e-418b-a070-918475337925" providerId="ADAL" clId="{EB451184-BA9A-4A5C-9B3F-495ADF05D454}" dt="2023-09-20T07:08:14.616" v="11651" actId="478"/>
          <ac:picMkLst>
            <pc:docMk/>
            <pc:sldMk cId="2710496063" sldId="1084"/>
            <ac:picMk id="8" creationId="{09CE5A04-A345-A11A-1A3B-7B84676A3E1B}"/>
          </ac:picMkLst>
        </pc:picChg>
        <pc:picChg chg="del">
          <ac:chgData name="김명호" userId="e0d603aa-548e-418b-a070-918475337925" providerId="ADAL" clId="{EB451184-BA9A-4A5C-9B3F-495ADF05D454}" dt="2023-09-20T07:04:54.281" v="11439" actId="478"/>
          <ac:picMkLst>
            <pc:docMk/>
            <pc:sldMk cId="2710496063" sldId="1084"/>
            <ac:picMk id="10" creationId="{E76A9205-31BB-D81D-F795-135F2A5A3726}"/>
          </ac:picMkLst>
        </pc:picChg>
        <pc:picChg chg="add mod modCrop">
          <ac:chgData name="김명호" userId="e0d603aa-548e-418b-a070-918475337925" providerId="ADAL" clId="{EB451184-BA9A-4A5C-9B3F-495ADF05D454}" dt="2023-09-20T10:37:03.158" v="14250" actId="1036"/>
          <ac:picMkLst>
            <pc:docMk/>
            <pc:sldMk cId="2710496063" sldId="1084"/>
            <ac:picMk id="12" creationId="{266A82F1-D4C5-0E56-EED9-62E6B69DD2D2}"/>
          </ac:picMkLst>
        </pc:picChg>
        <pc:picChg chg="add mod modCrop">
          <ac:chgData name="김명호" userId="e0d603aa-548e-418b-a070-918475337925" providerId="ADAL" clId="{EB451184-BA9A-4A5C-9B3F-495ADF05D454}" dt="2023-09-20T10:37:03.158" v="14250" actId="1036"/>
          <ac:picMkLst>
            <pc:docMk/>
            <pc:sldMk cId="2710496063" sldId="1084"/>
            <ac:picMk id="16" creationId="{62B397BE-7AE7-BEDA-8F47-0BA09FFFD194}"/>
          </ac:picMkLst>
        </pc:picChg>
        <pc:picChg chg="add mod">
          <ac:chgData name="김명호" userId="e0d603aa-548e-418b-a070-918475337925" providerId="ADAL" clId="{EB451184-BA9A-4A5C-9B3F-495ADF05D454}" dt="2023-09-20T10:37:03.158" v="14250" actId="1036"/>
          <ac:picMkLst>
            <pc:docMk/>
            <pc:sldMk cId="2710496063" sldId="1084"/>
            <ac:picMk id="19" creationId="{5AFEFB13-D786-92AE-AA09-6EB29BA2FCDD}"/>
          </ac:picMkLst>
        </pc:picChg>
        <pc:picChg chg="del">
          <ac:chgData name="김명호" userId="e0d603aa-548e-418b-a070-918475337925" providerId="ADAL" clId="{EB451184-BA9A-4A5C-9B3F-495ADF05D454}" dt="2023-09-20T07:09:59.351" v="11664" actId="478"/>
          <ac:picMkLst>
            <pc:docMk/>
            <pc:sldMk cId="2710496063" sldId="1084"/>
            <ac:picMk id="20" creationId="{4A200301-D113-E192-2B49-D2F446571273}"/>
          </ac:picMkLst>
        </pc:picChg>
        <pc:picChg chg="del">
          <ac:chgData name="김명호" userId="e0d603aa-548e-418b-a070-918475337925" providerId="ADAL" clId="{EB451184-BA9A-4A5C-9B3F-495ADF05D454}" dt="2023-09-20T07:09:59.055" v="11663" actId="478"/>
          <ac:picMkLst>
            <pc:docMk/>
            <pc:sldMk cId="2710496063" sldId="1084"/>
            <ac:picMk id="22" creationId="{169488E5-EE0B-DF36-6414-0335CD4F9A75}"/>
          </ac:picMkLst>
        </pc:picChg>
        <pc:picChg chg="add mod">
          <ac:chgData name="김명호" userId="e0d603aa-548e-418b-a070-918475337925" providerId="ADAL" clId="{EB451184-BA9A-4A5C-9B3F-495ADF05D454}" dt="2023-09-20T10:37:03.158" v="14250" actId="1036"/>
          <ac:picMkLst>
            <pc:docMk/>
            <pc:sldMk cId="2710496063" sldId="1084"/>
            <ac:picMk id="26" creationId="{9A58D3B8-1BD5-A97D-A106-8DF924858647}"/>
          </ac:picMkLst>
        </pc:picChg>
        <pc:cxnChg chg="mod ord">
          <ac:chgData name="김명호" userId="e0d603aa-548e-418b-a070-918475337925" providerId="ADAL" clId="{EB451184-BA9A-4A5C-9B3F-495ADF05D454}" dt="2023-09-20T10:37:03.158" v="14250" actId="1036"/>
          <ac:cxnSpMkLst>
            <pc:docMk/>
            <pc:sldMk cId="2710496063" sldId="1084"/>
            <ac:cxnSpMk id="13" creationId="{6387ACAF-04E1-5894-06FE-B0F44514EAE8}"/>
          </ac:cxnSpMkLst>
        </pc:cxnChg>
        <pc:cxnChg chg="del mod">
          <ac:chgData name="김명호" userId="e0d603aa-548e-418b-a070-918475337925" providerId="ADAL" clId="{EB451184-BA9A-4A5C-9B3F-495ADF05D454}" dt="2023-09-20T07:10:05.422" v="11665" actId="478"/>
          <ac:cxnSpMkLst>
            <pc:docMk/>
            <pc:sldMk cId="2710496063" sldId="1084"/>
            <ac:cxnSpMk id="24" creationId="{15C6FB11-C532-AAFE-0A1D-DD1B6682DD21}"/>
          </ac:cxnSpMkLst>
        </pc:cxnChg>
        <pc:cxnChg chg="add mod">
          <ac:chgData name="김명호" userId="e0d603aa-548e-418b-a070-918475337925" providerId="ADAL" clId="{EB451184-BA9A-4A5C-9B3F-495ADF05D454}" dt="2023-09-20T10:37:03.158" v="14250" actId="1036"/>
          <ac:cxnSpMkLst>
            <pc:docMk/>
            <pc:sldMk cId="2710496063" sldId="1084"/>
            <ac:cxnSpMk id="28" creationId="{5A3750A8-2AFF-CDDA-65DC-55CF7CD8CE9A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02.300" v="23136"/>
        <pc:sldMkLst>
          <pc:docMk/>
          <pc:sldMk cId="2805759500" sldId="1085"/>
        </pc:sldMkLst>
        <pc:spChg chg="add mod">
          <ac:chgData name="김명호" userId="e0d603aa-548e-418b-a070-918475337925" providerId="ADAL" clId="{EB451184-BA9A-4A5C-9B3F-495ADF05D454}" dt="2023-09-20T07:15:18.055" v="11704" actId="1036"/>
          <ac:spMkLst>
            <pc:docMk/>
            <pc:sldMk cId="2805759500" sldId="1085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2805759500" sldId="1085"/>
            <ac:spMk id="7" creationId="{0C81DD60-D84B-4D3C-8F3E-7D0E22E11300}"/>
          </ac:spMkLst>
        </pc:spChg>
        <pc:spChg chg="add del mod">
          <ac:chgData name="김명호" userId="e0d603aa-548e-418b-a070-918475337925" providerId="ADAL" clId="{EB451184-BA9A-4A5C-9B3F-495ADF05D454}" dt="2023-09-20T10:53:07.662" v="14710" actId="478"/>
          <ac:spMkLst>
            <pc:docMk/>
            <pc:sldMk cId="2805759500" sldId="1085"/>
            <ac:spMk id="9" creationId="{094C982D-6C95-9F20-0522-2CF25DAFCC90}"/>
          </ac:spMkLst>
        </pc:spChg>
        <pc:spChg chg="mod">
          <ac:chgData name="김명호" userId="e0d603aa-548e-418b-a070-918475337925" providerId="ADAL" clId="{EB451184-BA9A-4A5C-9B3F-495ADF05D454}" dt="2023-09-20T07:14:48.597" v="11687" actId="14100"/>
          <ac:spMkLst>
            <pc:docMk/>
            <pc:sldMk cId="2805759500" sldId="1085"/>
            <ac:spMk id="10" creationId="{14F878EE-D031-B862-A82B-49EBF6A805B4}"/>
          </ac:spMkLst>
        </pc:spChg>
        <pc:spChg chg="add del mod">
          <ac:chgData name="김명호" userId="e0d603aa-548e-418b-a070-918475337925" providerId="ADAL" clId="{EB451184-BA9A-4A5C-9B3F-495ADF05D454}" dt="2023-09-20T10:53:06.730" v="14709"/>
          <ac:spMkLst>
            <pc:docMk/>
            <pc:sldMk cId="2805759500" sldId="1085"/>
            <ac:spMk id="11" creationId="{B165CB0A-A7D0-1B17-1ADA-FFD09F415DB3}"/>
          </ac:spMkLst>
        </pc:spChg>
        <pc:spChg chg="add mod">
          <ac:chgData name="김명호" userId="e0d603aa-548e-418b-a070-918475337925" providerId="ADAL" clId="{EB451184-BA9A-4A5C-9B3F-495ADF05D454}" dt="2023-09-20T10:53:08.493" v="14711"/>
          <ac:spMkLst>
            <pc:docMk/>
            <pc:sldMk cId="2805759500" sldId="1085"/>
            <ac:spMk id="17" creationId="{39AC45BD-72F0-C618-1F9B-49F9FE945B10}"/>
          </ac:spMkLst>
        </pc:spChg>
        <pc:grpChg chg="del mod">
          <ac:chgData name="김명호" userId="e0d603aa-548e-418b-a070-918475337925" providerId="ADAL" clId="{EB451184-BA9A-4A5C-9B3F-495ADF05D454}" dt="2023-09-20T07:16:18.485" v="11719" actId="478"/>
          <ac:grpSpMkLst>
            <pc:docMk/>
            <pc:sldMk cId="2805759500" sldId="1085"/>
            <ac:grpSpMk id="14" creationId="{E992850F-457C-EB4E-6944-5C09BD311FAB}"/>
          </ac:grpSpMkLst>
        </pc:grpChg>
        <pc:graphicFrameChg chg="mod">
          <ac:chgData name="김명호" userId="e0d603aa-548e-418b-a070-918475337925" providerId="ADAL" clId="{EB451184-BA9A-4A5C-9B3F-495ADF05D454}" dt="2023-09-22T07:38:02.300" v="23136"/>
          <ac:graphicFrameMkLst>
            <pc:docMk/>
            <pc:sldMk cId="2805759500" sldId="1085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0T07:15:00.525" v="11693" actId="1076"/>
          <ac:picMkLst>
            <pc:docMk/>
            <pc:sldMk cId="2805759500" sldId="1085"/>
            <ac:picMk id="5" creationId="{25802DD9-0CEF-C753-1E99-4F178CD3CF89}"/>
          </ac:picMkLst>
        </pc:picChg>
        <pc:picChg chg="del">
          <ac:chgData name="김명호" userId="e0d603aa-548e-418b-a070-918475337925" providerId="ADAL" clId="{EB451184-BA9A-4A5C-9B3F-495ADF05D454}" dt="2023-09-20T07:13:38.138" v="11673" actId="478"/>
          <ac:picMkLst>
            <pc:docMk/>
            <pc:sldMk cId="2805759500" sldId="1085"/>
            <ac:picMk id="12" creationId="{DAC40736-A72A-551F-7ACE-BFF76BED970E}"/>
          </ac:picMkLst>
        </pc:picChg>
        <pc:cxnChg chg="add mod">
          <ac:chgData name="김명호" userId="e0d603aa-548e-418b-a070-918475337925" providerId="ADAL" clId="{EB451184-BA9A-4A5C-9B3F-495ADF05D454}" dt="2023-09-20T07:15:18.055" v="11704" actId="1036"/>
          <ac:cxnSpMkLst>
            <pc:docMk/>
            <pc:sldMk cId="2805759500" sldId="1085"/>
            <ac:cxnSpMk id="8" creationId="{6DF07179-D15A-0F6F-90CF-9C4E93E3A4C0}"/>
          </ac:cxnSpMkLst>
        </pc:cxnChg>
        <pc:cxnChg chg="mod">
          <ac:chgData name="김명호" userId="e0d603aa-548e-418b-a070-918475337925" providerId="ADAL" clId="{EB451184-BA9A-4A5C-9B3F-495ADF05D454}" dt="2023-09-20T07:14:51.469" v="11688" actId="1076"/>
          <ac:cxnSpMkLst>
            <pc:docMk/>
            <pc:sldMk cId="2805759500" sldId="1085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05.094" v="23137"/>
        <pc:sldMkLst>
          <pc:docMk/>
          <pc:sldMk cId="1082786262" sldId="1086"/>
        </pc:sldMkLst>
        <pc:spChg chg="add mod">
          <ac:chgData name="김명호" userId="e0d603aa-548e-418b-a070-918475337925" providerId="ADAL" clId="{EB451184-BA9A-4A5C-9B3F-495ADF05D454}" dt="2023-09-20T10:53:12.394" v="14713"/>
          <ac:spMkLst>
            <pc:docMk/>
            <pc:sldMk cId="1082786262" sldId="1086"/>
            <ac:spMk id="4" creationId="{177C625B-24BE-F895-1C00-C5611FDBA49B}"/>
          </ac:spMkLst>
        </pc:spChg>
        <pc:spChg chg="mod">
          <ac:chgData name="김명호" userId="e0d603aa-548e-418b-a070-918475337925" providerId="ADAL" clId="{EB451184-BA9A-4A5C-9B3F-495ADF05D454}" dt="2023-09-20T07:20:28.699" v="11856" actId="14100"/>
          <ac:spMkLst>
            <pc:docMk/>
            <pc:sldMk cId="1082786262" sldId="1086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1T23:13:10.464" v="17748"/>
          <ac:spMkLst>
            <pc:docMk/>
            <pc:sldMk cId="1082786262" sldId="1086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10:53:11.214" v="14712" actId="478"/>
          <ac:spMkLst>
            <pc:docMk/>
            <pc:sldMk cId="1082786262" sldId="1086"/>
            <ac:spMk id="9" creationId="{094C982D-6C95-9F20-0522-2CF25DAFCC90}"/>
          </ac:spMkLst>
        </pc:spChg>
        <pc:spChg chg="del">
          <ac:chgData name="김명호" userId="e0d603aa-548e-418b-a070-918475337925" providerId="ADAL" clId="{EB451184-BA9A-4A5C-9B3F-495ADF05D454}" dt="2023-09-20T07:20:18.756" v="11854" actId="478"/>
          <ac:spMkLst>
            <pc:docMk/>
            <pc:sldMk cId="1082786262" sldId="1086"/>
            <ac:spMk id="10" creationId="{14F878EE-D031-B862-A82B-49EBF6A805B4}"/>
          </ac:spMkLst>
        </pc:spChg>
        <pc:graphicFrameChg chg="mod">
          <ac:chgData name="김명호" userId="e0d603aa-548e-418b-a070-918475337925" providerId="ADAL" clId="{EB451184-BA9A-4A5C-9B3F-495ADF05D454}" dt="2023-09-22T07:38:05.094" v="23137"/>
          <ac:graphicFrameMkLst>
            <pc:docMk/>
            <pc:sldMk cId="1082786262" sldId="1086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07:20:30.731" v="11857" actId="1076"/>
          <ac:cxnSpMkLst>
            <pc:docMk/>
            <pc:sldMk cId="1082786262" sldId="1086"/>
            <ac:cxnSpMk id="8" creationId="{6DF07179-D15A-0F6F-90CF-9C4E93E3A4C0}"/>
          </ac:cxnSpMkLst>
        </pc:cxnChg>
        <pc:cxnChg chg="del">
          <ac:chgData name="김명호" userId="e0d603aa-548e-418b-a070-918475337925" providerId="ADAL" clId="{EB451184-BA9A-4A5C-9B3F-495ADF05D454}" dt="2023-09-20T07:20:18.756" v="11854" actId="478"/>
          <ac:cxnSpMkLst>
            <pc:docMk/>
            <pc:sldMk cId="1082786262" sldId="1086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10.734" v="23138"/>
        <pc:sldMkLst>
          <pc:docMk/>
          <pc:sldMk cId="309779243" sldId="1087"/>
        </pc:sldMkLst>
        <pc:spChg chg="mod ord">
          <ac:chgData name="김명호" userId="e0d603aa-548e-418b-a070-918475337925" providerId="ADAL" clId="{EB451184-BA9A-4A5C-9B3F-495ADF05D454}" dt="2023-09-20T07:42:40.208" v="12018" actId="14100"/>
          <ac:spMkLst>
            <pc:docMk/>
            <pc:sldMk cId="309779243" sldId="1087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1T23:13:36.862" v="17755"/>
          <ac:spMkLst>
            <pc:docMk/>
            <pc:sldMk cId="309779243" sldId="1087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10:53:15.750" v="14714" actId="478"/>
          <ac:spMkLst>
            <pc:docMk/>
            <pc:sldMk cId="309779243" sldId="1087"/>
            <ac:spMk id="9" creationId="{094C982D-6C95-9F20-0522-2CF25DAFCC90}"/>
          </ac:spMkLst>
        </pc:spChg>
        <pc:spChg chg="add mod">
          <ac:chgData name="김명호" userId="e0d603aa-548e-418b-a070-918475337925" providerId="ADAL" clId="{EB451184-BA9A-4A5C-9B3F-495ADF05D454}" dt="2023-09-20T10:53:16.725" v="14715"/>
          <ac:spMkLst>
            <pc:docMk/>
            <pc:sldMk cId="309779243" sldId="1087"/>
            <ac:spMk id="11" creationId="{34342FA4-D924-9F7B-D71F-B8DFF06C7FE8}"/>
          </ac:spMkLst>
        </pc:spChg>
        <pc:graphicFrameChg chg="mod">
          <ac:chgData name="김명호" userId="e0d603aa-548e-418b-a070-918475337925" providerId="ADAL" clId="{EB451184-BA9A-4A5C-9B3F-495ADF05D454}" dt="2023-09-22T07:38:10.734" v="23138"/>
          <ac:graphicFrameMkLst>
            <pc:docMk/>
            <pc:sldMk cId="309779243" sldId="108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07:42:19.777" v="12014" actId="478"/>
          <ac:picMkLst>
            <pc:docMk/>
            <pc:sldMk cId="309779243" sldId="1087"/>
            <ac:picMk id="5" creationId="{25802DD9-0CEF-C753-1E99-4F178CD3CF89}"/>
          </ac:picMkLst>
        </pc:picChg>
        <pc:picChg chg="add mod modCrop">
          <ac:chgData name="김명호" userId="e0d603aa-548e-418b-a070-918475337925" providerId="ADAL" clId="{EB451184-BA9A-4A5C-9B3F-495ADF05D454}" dt="2023-09-20T07:42:22.585" v="12015" actId="1076"/>
          <ac:picMkLst>
            <pc:docMk/>
            <pc:sldMk cId="309779243" sldId="1087"/>
            <ac:picMk id="10" creationId="{48E021A9-3633-8ABC-E421-1B48B73AAF39}"/>
          </ac:picMkLst>
        </pc:picChg>
        <pc:cxnChg chg="mod ord">
          <ac:chgData name="김명호" userId="e0d603aa-548e-418b-a070-918475337925" providerId="ADAL" clId="{EB451184-BA9A-4A5C-9B3F-495ADF05D454}" dt="2023-09-20T07:42:43.417" v="12019" actId="1076"/>
          <ac:cxnSpMkLst>
            <pc:docMk/>
            <pc:sldMk cId="309779243" sldId="1087"/>
            <ac:cxnSpMk id="8" creationId="{6DF07179-D15A-0F6F-90CF-9C4E93E3A4C0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13.421" v="23139"/>
        <pc:sldMkLst>
          <pc:docMk/>
          <pc:sldMk cId="1526902029" sldId="1088"/>
        </pc:sldMkLst>
        <pc:spChg chg="mod">
          <ac:chgData name="김명호" userId="e0d603aa-548e-418b-a070-918475337925" providerId="ADAL" clId="{EB451184-BA9A-4A5C-9B3F-495ADF05D454}" dt="2023-09-20T07:44:19.654" v="12048"/>
          <ac:spMkLst>
            <pc:docMk/>
            <pc:sldMk cId="1526902029" sldId="1088"/>
            <ac:spMk id="5" creationId="{F168B218-38B2-ED88-D137-BCF4ADDDFF14}"/>
          </ac:spMkLst>
        </pc:spChg>
        <pc:spChg chg="mod">
          <ac:chgData name="김명호" userId="e0d603aa-548e-418b-a070-918475337925" providerId="ADAL" clId="{EB451184-BA9A-4A5C-9B3F-495ADF05D454}" dt="2023-09-20T07:43:41.578" v="12036" actId="14100"/>
          <ac:spMkLst>
            <pc:docMk/>
            <pc:sldMk cId="1526902029" sldId="1088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0T08:19:53.612" v="12628"/>
          <ac:spMkLst>
            <pc:docMk/>
            <pc:sldMk cId="1526902029" sldId="1088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07:53:51.857" v="12257" actId="478"/>
          <ac:spMkLst>
            <pc:docMk/>
            <pc:sldMk cId="1526902029" sldId="1088"/>
            <ac:spMk id="9" creationId="{094C982D-6C95-9F20-0522-2CF25DAFCC90}"/>
          </ac:spMkLst>
        </pc:spChg>
        <pc:spChg chg="mod">
          <ac:chgData name="김명호" userId="e0d603aa-548e-418b-a070-918475337925" providerId="ADAL" clId="{EB451184-BA9A-4A5C-9B3F-495ADF05D454}" dt="2023-09-20T08:21:35.159" v="12682"/>
          <ac:spMkLst>
            <pc:docMk/>
            <pc:sldMk cId="1526902029" sldId="1088"/>
            <ac:spMk id="11" creationId="{CBCCE4DE-C811-419D-5E93-95C4B70AC6E4}"/>
          </ac:spMkLst>
        </pc:spChg>
        <pc:grpChg chg="add mod">
          <ac:chgData name="김명호" userId="e0d603aa-548e-418b-a070-918475337925" providerId="ADAL" clId="{EB451184-BA9A-4A5C-9B3F-495ADF05D454}" dt="2023-09-20T08:19:54.664" v="12629" actId="1076"/>
          <ac:grpSpMkLst>
            <pc:docMk/>
            <pc:sldMk cId="1526902029" sldId="1088"/>
            <ac:grpSpMk id="4" creationId="{31F9805B-E8F7-732D-4A82-2D5E73862570}"/>
          </ac:grpSpMkLst>
        </pc:grpChg>
        <pc:graphicFrameChg chg="mod modGraphic">
          <ac:chgData name="김명호" userId="e0d603aa-548e-418b-a070-918475337925" providerId="ADAL" clId="{EB451184-BA9A-4A5C-9B3F-495ADF05D454}" dt="2023-09-22T07:38:13.421" v="23139"/>
          <ac:graphicFrameMkLst>
            <pc:docMk/>
            <pc:sldMk cId="1526902029" sldId="1088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37:13.677" v="23090"/>
        <pc:sldMkLst>
          <pc:docMk/>
          <pc:sldMk cId="978558195" sldId="1089"/>
        </pc:sldMkLst>
        <pc:spChg chg="mod">
          <ac:chgData name="김명호" userId="e0d603aa-548e-418b-a070-918475337925" providerId="ADAL" clId="{EB451184-BA9A-4A5C-9B3F-495ADF05D454}" dt="2023-09-20T10:35:23.550" v="14166" actId="20577"/>
          <ac:spMkLst>
            <pc:docMk/>
            <pc:sldMk cId="978558195" sldId="1089"/>
            <ac:spMk id="4" creationId="{B29C842E-FD35-555C-803F-4C01A8C6EA32}"/>
          </ac:spMkLst>
        </pc:spChg>
        <pc:spChg chg="add del mod">
          <ac:chgData name="김명호" userId="e0d603aa-548e-418b-a070-918475337925" providerId="ADAL" clId="{EB451184-BA9A-4A5C-9B3F-495ADF05D454}" dt="2023-09-20T09:51:27.340" v="12688" actId="478"/>
          <ac:spMkLst>
            <pc:docMk/>
            <pc:sldMk cId="978558195" sldId="1089"/>
            <ac:spMk id="9" creationId="{E3724F97-B256-2AE2-0EA2-7F0E967C15C8}"/>
          </ac:spMkLst>
        </pc:spChg>
        <pc:spChg chg="mod ord">
          <ac:chgData name="김명호" userId="e0d603aa-548e-418b-a070-918475337925" providerId="ADAL" clId="{EB451184-BA9A-4A5C-9B3F-495ADF05D454}" dt="2023-09-20T11:21:32.505" v="15525" actId="1076"/>
          <ac:spMkLst>
            <pc:docMk/>
            <pc:sldMk cId="978558195" sldId="1089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1:21:32.505" v="15525" actId="1076"/>
          <ac:spMkLst>
            <pc:docMk/>
            <pc:sldMk cId="978558195" sldId="1089"/>
            <ac:spMk id="14" creationId="{B5C26A1A-0191-19A4-8426-BDE238A47C86}"/>
          </ac:spMkLst>
        </pc:spChg>
        <pc:spChg chg="del">
          <ac:chgData name="김명호" userId="e0d603aa-548e-418b-a070-918475337925" providerId="ADAL" clId="{EB451184-BA9A-4A5C-9B3F-495ADF05D454}" dt="2023-09-20T09:54:19.091" v="12845" actId="478"/>
          <ac:spMkLst>
            <pc:docMk/>
            <pc:sldMk cId="978558195" sldId="1089"/>
            <ac:spMk id="17" creationId="{02398E07-A94F-035C-724D-A4D49E13A9AF}"/>
          </ac:spMkLst>
        </pc:spChg>
        <pc:spChg chg="del">
          <ac:chgData name="김명호" userId="e0d603aa-548e-418b-a070-918475337925" providerId="ADAL" clId="{EB451184-BA9A-4A5C-9B3F-495ADF05D454}" dt="2023-09-20T09:54:19.091" v="12845" actId="478"/>
          <ac:spMkLst>
            <pc:docMk/>
            <pc:sldMk cId="978558195" sldId="1089"/>
            <ac:spMk id="19" creationId="{AE8B9FAD-25AC-0430-8165-F0967BAC9054}"/>
          </ac:spMkLst>
        </pc:spChg>
        <pc:spChg chg="del">
          <ac:chgData name="김명호" userId="e0d603aa-548e-418b-a070-918475337925" providerId="ADAL" clId="{EB451184-BA9A-4A5C-9B3F-495ADF05D454}" dt="2023-09-20T10:34:03.987" v="13929" actId="478"/>
          <ac:spMkLst>
            <pc:docMk/>
            <pc:sldMk cId="978558195" sldId="1089"/>
            <ac:spMk id="21" creationId="{E4AF15C8-32C3-FFE4-5475-01DF6A3DE540}"/>
          </ac:spMkLst>
        </pc:spChg>
        <pc:spChg chg="add mod">
          <ac:chgData name="김명호" userId="e0d603aa-548e-418b-a070-918475337925" providerId="ADAL" clId="{EB451184-BA9A-4A5C-9B3F-495ADF05D454}" dt="2023-09-20T11:21:32.505" v="15525" actId="1076"/>
          <ac:spMkLst>
            <pc:docMk/>
            <pc:sldMk cId="978558195" sldId="1089"/>
            <ac:spMk id="25" creationId="{6594DC7E-D0A2-7C4F-1133-20C646A44345}"/>
          </ac:spMkLst>
        </pc:spChg>
        <pc:spChg chg="add mod">
          <ac:chgData name="김명호" userId="e0d603aa-548e-418b-a070-918475337925" providerId="ADAL" clId="{EB451184-BA9A-4A5C-9B3F-495ADF05D454}" dt="2023-09-20T11:21:32.505" v="15525" actId="1076"/>
          <ac:spMkLst>
            <pc:docMk/>
            <pc:sldMk cId="978558195" sldId="1089"/>
            <ac:spMk id="27" creationId="{C9A70043-C468-4DCB-E3AD-1F2BC2E3327E}"/>
          </ac:spMkLst>
        </pc:spChg>
        <pc:spChg chg="add del mod">
          <ac:chgData name="김명호" userId="e0d603aa-548e-418b-a070-918475337925" providerId="ADAL" clId="{EB451184-BA9A-4A5C-9B3F-495ADF05D454}" dt="2023-09-20T11:21:38.005" v="15529"/>
          <ac:spMkLst>
            <pc:docMk/>
            <pc:sldMk cId="978558195" sldId="1089"/>
            <ac:spMk id="30" creationId="{A6B9F68E-AC3F-ED68-F5F0-41CFA28F227C}"/>
          </ac:spMkLst>
        </pc:spChg>
        <pc:spChg chg="add del mod">
          <ac:chgData name="김명호" userId="e0d603aa-548e-418b-a070-918475337925" providerId="ADAL" clId="{EB451184-BA9A-4A5C-9B3F-495ADF05D454}" dt="2023-09-20T11:21:38.005" v="15529"/>
          <ac:spMkLst>
            <pc:docMk/>
            <pc:sldMk cId="978558195" sldId="1089"/>
            <ac:spMk id="31" creationId="{9830EDE6-CC2D-26B0-DB9D-54CD8E2BE802}"/>
          </ac:spMkLst>
        </pc:spChg>
        <pc:spChg chg="add mod">
          <ac:chgData name="김명호" userId="e0d603aa-548e-418b-a070-918475337925" providerId="ADAL" clId="{EB451184-BA9A-4A5C-9B3F-495ADF05D454}" dt="2023-09-20T11:21:41.817" v="15531" actId="1076"/>
          <ac:spMkLst>
            <pc:docMk/>
            <pc:sldMk cId="978558195" sldId="1089"/>
            <ac:spMk id="32" creationId="{4770C0E8-3AC9-C0F1-DCA5-6D5252BE5F97}"/>
          </ac:spMkLst>
        </pc:spChg>
        <pc:spChg chg="add mod">
          <ac:chgData name="김명호" userId="e0d603aa-548e-418b-a070-918475337925" providerId="ADAL" clId="{EB451184-BA9A-4A5C-9B3F-495ADF05D454}" dt="2023-09-20T11:21:41.817" v="15531" actId="1076"/>
          <ac:spMkLst>
            <pc:docMk/>
            <pc:sldMk cId="978558195" sldId="1089"/>
            <ac:spMk id="33" creationId="{4ED555AC-08D0-FEF0-4EEC-A46D39F6557F}"/>
          </ac:spMkLst>
        </pc:spChg>
        <pc:graphicFrameChg chg="mod">
          <ac:chgData name="김명호" userId="e0d603aa-548e-418b-a070-918475337925" providerId="ADAL" clId="{EB451184-BA9A-4A5C-9B3F-495ADF05D454}" dt="2023-09-22T07:37:13.677" v="23090"/>
          <ac:graphicFrameMkLst>
            <pc:docMk/>
            <pc:sldMk cId="978558195" sldId="1089"/>
            <ac:graphicFrameMk id="6" creationId="{924148D2-5097-2877-1A30-57054C4A5264}"/>
          </ac:graphicFrameMkLst>
        </pc:graphicFrameChg>
        <pc:picChg chg="del">
          <ac:chgData name="김명호" userId="e0d603aa-548e-418b-a070-918475337925" providerId="ADAL" clId="{EB451184-BA9A-4A5C-9B3F-495ADF05D454}" dt="2023-09-20T09:51:22.328" v="12686" actId="478"/>
          <ac:picMkLst>
            <pc:docMk/>
            <pc:sldMk cId="978558195" sldId="1089"/>
            <ac:picMk id="2" creationId="{F40DB867-42DC-C2FD-1824-8EA59AC7458E}"/>
          </ac:picMkLst>
        </pc:picChg>
        <pc:picChg chg="add mod">
          <ac:chgData name="김명호" userId="e0d603aa-548e-418b-a070-918475337925" providerId="ADAL" clId="{EB451184-BA9A-4A5C-9B3F-495ADF05D454}" dt="2023-09-20T11:21:32.505" v="15525" actId="1076"/>
          <ac:picMkLst>
            <pc:docMk/>
            <pc:sldMk cId="978558195" sldId="1089"/>
            <ac:picMk id="7" creationId="{8162321A-93A6-1461-16E9-6B1C5573BCAC}"/>
          </ac:picMkLst>
        </pc:picChg>
        <pc:picChg chg="del">
          <ac:chgData name="김명호" userId="e0d603aa-548e-418b-a070-918475337925" providerId="ADAL" clId="{EB451184-BA9A-4A5C-9B3F-495ADF05D454}" dt="2023-09-20T09:52:09.177" v="12709" actId="478"/>
          <ac:picMkLst>
            <pc:docMk/>
            <pc:sldMk cId="978558195" sldId="1089"/>
            <ac:picMk id="8" creationId="{27878555-5CC8-77FF-521B-9F9E6473C0F3}"/>
          </ac:picMkLst>
        </pc:picChg>
        <pc:picChg chg="del">
          <ac:chgData name="김명호" userId="e0d603aa-548e-418b-a070-918475337925" providerId="ADAL" clId="{EB451184-BA9A-4A5C-9B3F-495ADF05D454}" dt="2023-09-20T09:54:13.428" v="12844" actId="478"/>
          <ac:picMkLst>
            <pc:docMk/>
            <pc:sldMk cId="978558195" sldId="1089"/>
            <ac:picMk id="15" creationId="{8C788C0F-5881-9643-5927-80D09DAACA88}"/>
          </ac:picMkLst>
        </pc:picChg>
        <pc:picChg chg="del">
          <ac:chgData name="김명호" userId="e0d603aa-548e-418b-a070-918475337925" providerId="ADAL" clId="{EB451184-BA9A-4A5C-9B3F-495ADF05D454}" dt="2023-09-20T09:54:11.799" v="12843" actId="478"/>
          <ac:picMkLst>
            <pc:docMk/>
            <pc:sldMk cId="978558195" sldId="1089"/>
            <ac:picMk id="16" creationId="{29390BD4-207F-BC92-74CD-5ABFC3BE4D94}"/>
          </ac:picMkLst>
        </pc:picChg>
        <pc:picChg chg="add mod modCrop">
          <ac:chgData name="김명호" userId="e0d603aa-548e-418b-a070-918475337925" providerId="ADAL" clId="{EB451184-BA9A-4A5C-9B3F-495ADF05D454}" dt="2023-09-20T11:21:32.505" v="15525" actId="1076"/>
          <ac:picMkLst>
            <pc:docMk/>
            <pc:sldMk cId="978558195" sldId="1089"/>
            <ac:picMk id="20" creationId="{1F0B05FC-D8ED-58F7-7136-32D6A220B5BA}"/>
          </ac:picMkLst>
        </pc:picChg>
        <pc:picChg chg="add mod">
          <ac:chgData name="김명호" userId="e0d603aa-548e-418b-a070-918475337925" providerId="ADAL" clId="{EB451184-BA9A-4A5C-9B3F-495ADF05D454}" dt="2023-09-20T11:21:32.505" v="15525" actId="1076"/>
          <ac:picMkLst>
            <pc:docMk/>
            <pc:sldMk cId="978558195" sldId="1089"/>
            <ac:picMk id="23" creationId="{07AF32A1-2CC7-E0F7-F4DB-B9DC77E680E0}"/>
          </ac:picMkLst>
        </pc:picChg>
        <pc:picChg chg="add mod">
          <ac:chgData name="김명호" userId="e0d603aa-548e-418b-a070-918475337925" providerId="ADAL" clId="{EB451184-BA9A-4A5C-9B3F-495ADF05D454}" dt="2023-09-20T11:21:35.888" v="15528" actId="1076"/>
          <ac:picMkLst>
            <pc:docMk/>
            <pc:sldMk cId="978558195" sldId="1089"/>
            <ac:picMk id="24" creationId="{770D42DE-6460-A441-13B0-583D8D77B744}"/>
          </ac:picMkLst>
        </pc:picChg>
        <pc:cxnChg chg="add del mod">
          <ac:chgData name="김명호" userId="e0d603aa-548e-418b-a070-918475337925" providerId="ADAL" clId="{EB451184-BA9A-4A5C-9B3F-495ADF05D454}" dt="2023-09-20T09:51:27.340" v="12688" actId="478"/>
          <ac:cxnSpMkLst>
            <pc:docMk/>
            <pc:sldMk cId="978558195" sldId="1089"/>
            <ac:cxnSpMk id="10" creationId="{88B44F4C-CD63-8D93-8EDD-AAC4E9B23FF3}"/>
          </ac:cxnSpMkLst>
        </pc:cxnChg>
        <pc:cxnChg chg="mod ord">
          <ac:chgData name="김명호" userId="e0d603aa-548e-418b-a070-918475337925" providerId="ADAL" clId="{EB451184-BA9A-4A5C-9B3F-495ADF05D454}" dt="2023-09-20T11:21:32.505" v="15525" actId="1076"/>
          <ac:cxnSpMkLst>
            <pc:docMk/>
            <pc:sldMk cId="978558195" sldId="1089"/>
            <ac:cxnSpMk id="13" creationId="{6387ACAF-04E1-5894-06FE-B0F44514EAE8}"/>
          </ac:cxnSpMkLst>
        </pc:cxnChg>
        <pc:cxnChg chg="del mod">
          <ac:chgData name="김명호" userId="e0d603aa-548e-418b-a070-918475337925" providerId="ADAL" clId="{EB451184-BA9A-4A5C-9B3F-495ADF05D454}" dt="2023-09-20T09:54:19.091" v="12845" actId="478"/>
          <ac:cxnSpMkLst>
            <pc:docMk/>
            <pc:sldMk cId="978558195" sldId="1089"/>
            <ac:cxnSpMk id="18" creationId="{4B39F146-C999-187D-9BD1-8742F9F90833}"/>
          </ac:cxnSpMkLst>
        </pc:cxnChg>
        <pc:cxnChg chg="add mod">
          <ac:chgData name="김명호" userId="e0d603aa-548e-418b-a070-918475337925" providerId="ADAL" clId="{EB451184-BA9A-4A5C-9B3F-495ADF05D454}" dt="2023-09-20T11:21:32.505" v="15525" actId="1076"/>
          <ac:cxnSpMkLst>
            <pc:docMk/>
            <pc:sldMk cId="978558195" sldId="1089"/>
            <ac:cxnSpMk id="26" creationId="{C17ACFC2-B1CE-5681-1D5C-A42C7A0F15E9}"/>
          </ac:cxnSpMkLst>
        </pc:cxnChg>
      </pc:sldChg>
      <pc:sldChg chg="add del">
        <pc:chgData name="김명호" userId="e0d603aa-548e-418b-a070-918475337925" providerId="ADAL" clId="{EB451184-BA9A-4A5C-9B3F-495ADF05D454}" dt="2023-09-20T09:50:52.437" v="12684" actId="47"/>
        <pc:sldMkLst>
          <pc:docMk/>
          <pc:sldMk cId="3015913796" sldId="1089"/>
        </pc:sldMkLst>
      </pc:sldChg>
      <pc:sldChg chg="addSp delSp modSp add mod">
        <pc:chgData name="김명호" userId="e0d603aa-548e-418b-a070-918475337925" providerId="ADAL" clId="{EB451184-BA9A-4A5C-9B3F-495ADF05D454}" dt="2023-09-22T07:37:15.803" v="23091"/>
        <pc:sldMkLst>
          <pc:docMk/>
          <pc:sldMk cId="1724458030" sldId="1090"/>
        </pc:sldMkLst>
        <pc:spChg chg="mod">
          <ac:chgData name="김명호" userId="e0d603aa-548e-418b-a070-918475337925" providerId="ADAL" clId="{EB451184-BA9A-4A5C-9B3F-495ADF05D454}" dt="2023-09-20T09:56:23.258" v="12881" actId="20577"/>
          <ac:spMkLst>
            <pc:docMk/>
            <pc:sldMk cId="1724458030" sldId="1090"/>
            <ac:spMk id="6" creationId="{2058D9D1-2404-4C4F-72A3-63820FC52EA4}"/>
          </ac:spMkLst>
        </pc:spChg>
        <pc:spChg chg="mod">
          <ac:chgData name="김명호" userId="e0d603aa-548e-418b-a070-918475337925" providerId="ADAL" clId="{EB451184-BA9A-4A5C-9B3F-495ADF05D454}" dt="2023-09-20T09:56:58.341" v="12883" actId="1036"/>
          <ac:spMkLst>
            <pc:docMk/>
            <pc:sldMk cId="1724458030" sldId="1090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7:37:15.803" v="23091"/>
          <ac:graphicFrameMkLst>
            <pc:docMk/>
            <pc:sldMk cId="1724458030" sldId="1090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B451184-BA9A-4A5C-9B3F-495ADF05D454}" dt="2023-09-20T09:55:51.202" v="12861" actId="167"/>
          <ac:picMkLst>
            <pc:docMk/>
            <pc:sldMk cId="1724458030" sldId="1090"/>
            <ac:picMk id="8" creationId="{11FA1606-CC61-1D61-EF55-9B77D5B11B0F}"/>
          </ac:picMkLst>
        </pc:picChg>
        <pc:picChg chg="del">
          <ac:chgData name="김명호" userId="e0d603aa-548e-418b-a070-918475337925" providerId="ADAL" clId="{EB451184-BA9A-4A5C-9B3F-495ADF05D454}" dt="2023-09-20T09:55:37.641" v="12857" actId="478"/>
          <ac:picMkLst>
            <pc:docMk/>
            <pc:sldMk cId="1724458030" sldId="1090"/>
            <ac:picMk id="11" creationId="{A31E6352-DFD1-1CD6-DD63-E132456BD017}"/>
          </ac:picMkLst>
        </pc:picChg>
        <pc:cxnChg chg="mod">
          <ac:chgData name="김명호" userId="e0d603aa-548e-418b-a070-918475337925" providerId="ADAL" clId="{EB451184-BA9A-4A5C-9B3F-495ADF05D454}" dt="2023-09-20T09:56:58.341" v="12883" actId="1036"/>
          <ac:cxnSpMkLst>
            <pc:docMk/>
            <pc:sldMk cId="1724458030" sldId="1090"/>
            <ac:cxnSpMk id="13" creationId="{331DDFAF-E372-E3B3-6B05-B0D7F3785A4E}"/>
          </ac:cxnSpMkLst>
        </pc:cxnChg>
      </pc:sldChg>
      <pc:sldChg chg="add del">
        <pc:chgData name="김명호" userId="e0d603aa-548e-418b-a070-918475337925" providerId="ADAL" clId="{EB451184-BA9A-4A5C-9B3F-495ADF05D454}" dt="2023-09-20T09:55:29.001" v="12855" actId="47"/>
        <pc:sldMkLst>
          <pc:docMk/>
          <pc:sldMk cId="3575142298" sldId="1090"/>
        </pc:sldMkLst>
      </pc:sldChg>
      <pc:sldChg chg="addSp delSp modSp add mod">
        <pc:chgData name="김명호" userId="e0d603aa-548e-418b-a070-918475337925" providerId="ADAL" clId="{EB451184-BA9A-4A5C-9B3F-495ADF05D454}" dt="2023-09-22T07:38:19.050" v="23148"/>
        <pc:sldMkLst>
          <pc:docMk/>
          <pc:sldMk cId="2637197114" sldId="1091"/>
        </pc:sldMkLst>
        <pc:spChg chg="mod ord">
          <ac:chgData name="김명호" userId="e0d603aa-548e-418b-a070-918475337925" providerId="ADAL" clId="{EB451184-BA9A-4A5C-9B3F-495ADF05D454}" dt="2023-09-20T10:16:47.723" v="13153" actId="14100"/>
          <ac:spMkLst>
            <pc:docMk/>
            <pc:sldMk cId="2637197114" sldId="1091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0T10:19:29.096" v="13465" actId="20577"/>
          <ac:spMkLst>
            <pc:docMk/>
            <pc:sldMk cId="2637197114" sldId="1091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18:23.434" v="13409"/>
          <ac:spMkLst>
            <pc:docMk/>
            <pc:sldMk cId="2637197114" sldId="1091"/>
            <ac:spMk id="14" creationId="{6AAE341A-CE2A-8353-F6C2-42E67AC11991}"/>
          </ac:spMkLst>
        </pc:spChg>
        <pc:spChg chg="mod">
          <ac:chgData name="김명호" userId="e0d603aa-548e-418b-a070-918475337925" providerId="ADAL" clId="{EB451184-BA9A-4A5C-9B3F-495ADF05D454}" dt="2023-09-20T10:18:52.447" v="13462"/>
          <ac:spMkLst>
            <pc:docMk/>
            <pc:sldMk cId="2637197114" sldId="1091"/>
            <ac:spMk id="15" creationId="{ECA3083E-7748-ED41-2D70-C597779EFD22}"/>
          </ac:spMkLst>
        </pc:spChg>
        <pc:spChg chg="add mod">
          <ac:chgData name="김명호" userId="e0d603aa-548e-418b-a070-918475337925" providerId="ADAL" clId="{EB451184-BA9A-4A5C-9B3F-495ADF05D454}" dt="2023-09-20T11:07:36.993" v="15010"/>
          <ac:spMkLst>
            <pc:docMk/>
            <pc:sldMk cId="2637197114" sldId="1091"/>
            <ac:spMk id="16" creationId="{6EB02791-43AC-EAB2-09D1-C14BEE197E7A}"/>
          </ac:spMkLst>
        </pc:spChg>
        <pc:grpChg chg="del">
          <ac:chgData name="김명호" userId="e0d603aa-548e-418b-a070-918475337925" providerId="ADAL" clId="{EB451184-BA9A-4A5C-9B3F-495ADF05D454}" dt="2023-09-20T10:17:20.850" v="13288" actId="478"/>
          <ac:grpSpMkLst>
            <pc:docMk/>
            <pc:sldMk cId="2637197114" sldId="1091"/>
            <ac:grpSpMk id="4" creationId="{31F9805B-E8F7-732D-4A82-2D5E73862570}"/>
          </ac:grpSpMkLst>
        </pc:grpChg>
        <pc:grpChg chg="add mod">
          <ac:chgData name="김명호" userId="e0d603aa-548e-418b-a070-918475337925" providerId="ADAL" clId="{EB451184-BA9A-4A5C-9B3F-495ADF05D454}" dt="2023-09-20T10:19:26.637" v="13464" actId="1076"/>
          <ac:grpSpMkLst>
            <pc:docMk/>
            <pc:sldMk cId="2637197114" sldId="1091"/>
            <ac:grpSpMk id="13" creationId="{58DEADA2-E44D-41D5-A916-1997CC576444}"/>
          </ac:grpSpMkLst>
        </pc:grpChg>
        <pc:graphicFrameChg chg="mod modGraphic">
          <ac:chgData name="김명호" userId="e0d603aa-548e-418b-a070-918475337925" providerId="ADAL" clId="{EB451184-BA9A-4A5C-9B3F-495ADF05D454}" dt="2023-09-22T07:38:19.050" v="23148"/>
          <ac:graphicFrameMkLst>
            <pc:docMk/>
            <pc:sldMk cId="2637197114" sldId="1091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10:16:06.292" v="13142" actId="478"/>
          <ac:picMkLst>
            <pc:docMk/>
            <pc:sldMk cId="2637197114" sldId="1091"/>
            <ac:picMk id="10" creationId="{48E021A9-3633-8ABC-E421-1B48B73AAF39}"/>
          </ac:picMkLst>
        </pc:picChg>
        <pc:picChg chg="add mod modCrop">
          <ac:chgData name="김명호" userId="e0d603aa-548e-418b-a070-918475337925" providerId="ADAL" clId="{EB451184-BA9A-4A5C-9B3F-495ADF05D454}" dt="2023-09-20T10:16:28.915" v="13149" actId="1076"/>
          <ac:picMkLst>
            <pc:docMk/>
            <pc:sldMk cId="2637197114" sldId="1091"/>
            <ac:picMk id="12" creationId="{BA2D0D88-B0AF-ACFA-BB40-C1191BFB1849}"/>
          </ac:picMkLst>
        </pc:picChg>
        <pc:cxnChg chg="mod ord">
          <ac:chgData name="김명호" userId="e0d603aa-548e-418b-a070-918475337925" providerId="ADAL" clId="{EB451184-BA9A-4A5C-9B3F-495ADF05D454}" dt="2023-09-20T10:16:39.756" v="13151" actId="1076"/>
          <ac:cxnSpMkLst>
            <pc:docMk/>
            <pc:sldMk cId="2637197114" sldId="1091"/>
            <ac:cxnSpMk id="8" creationId="{6DF07179-D15A-0F6F-90CF-9C4E93E3A4C0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8:22.669" v="23149"/>
        <pc:sldMkLst>
          <pc:docMk/>
          <pc:sldMk cId="2275974184" sldId="1092"/>
        </pc:sldMkLst>
        <pc:spChg chg="add mod">
          <ac:chgData name="김명호" userId="e0d603aa-548e-418b-a070-918475337925" providerId="ADAL" clId="{EB451184-BA9A-4A5C-9B3F-495ADF05D454}" dt="2023-09-20T12:03:07.737" v="16465"/>
          <ac:spMkLst>
            <pc:docMk/>
            <pc:sldMk cId="2275974184" sldId="1092"/>
            <ac:spMk id="4" creationId="{8A65AF95-ACB8-21FE-9842-C195660E6118}"/>
          </ac:spMkLst>
        </pc:spChg>
        <pc:spChg chg="mod">
          <ac:chgData name="김명호" userId="e0d603aa-548e-418b-a070-918475337925" providerId="ADAL" clId="{EB451184-BA9A-4A5C-9B3F-495ADF05D454}" dt="2023-09-20T10:19:48.291" v="13469" actId="1076"/>
          <ac:spMkLst>
            <pc:docMk/>
            <pc:sldMk cId="2275974184" sldId="1092"/>
            <ac:spMk id="6" creationId="{C850682D-8AB1-9378-036F-9A309CDC1F8C}"/>
          </ac:spMkLst>
        </pc:spChg>
        <pc:spChg chg="mod">
          <ac:chgData name="김명호" userId="e0d603aa-548e-418b-a070-918475337925" providerId="ADAL" clId="{EB451184-BA9A-4A5C-9B3F-495ADF05D454}" dt="2023-09-20T10:21:12.439" v="13518"/>
          <ac:spMkLst>
            <pc:docMk/>
            <pc:sldMk cId="2275974184" sldId="109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2:03:34.573" v="16522"/>
          <ac:spMkLst>
            <pc:docMk/>
            <pc:sldMk cId="2275974184" sldId="1092"/>
            <ac:spMk id="15" creationId="{ECA3083E-7748-ED41-2D70-C597779EFD22}"/>
          </ac:spMkLst>
        </pc:spChg>
        <pc:graphicFrameChg chg="mod">
          <ac:chgData name="김명호" userId="e0d603aa-548e-418b-a070-918475337925" providerId="ADAL" clId="{EB451184-BA9A-4A5C-9B3F-495ADF05D454}" dt="2023-09-22T07:38:22.669" v="23149"/>
          <ac:graphicFrameMkLst>
            <pc:docMk/>
            <pc:sldMk cId="2275974184" sldId="1092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0:19:48.291" v="13469" actId="1076"/>
          <ac:cxnSpMkLst>
            <pc:docMk/>
            <pc:sldMk cId="2275974184" sldId="1092"/>
            <ac:cxnSpMk id="8" creationId="{6DF07179-D15A-0F6F-90CF-9C4E93E3A4C0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26.741" v="23150"/>
        <pc:sldMkLst>
          <pc:docMk/>
          <pc:sldMk cId="206796772" sldId="1093"/>
        </pc:sldMkLst>
        <pc:spChg chg="add mod">
          <ac:chgData name="김명호" userId="e0d603aa-548e-418b-a070-918475337925" providerId="ADAL" clId="{EB451184-BA9A-4A5C-9B3F-495ADF05D454}" dt="2023-09-20T10:23:47.627" v="13600" actId="1076"/>
          <ac:spMkLst>
            <pc:docMk/>
            <pc:sldMk cId="206796772" sldId="1093"/>
            <ac:spMk id="5" creationId="{748BF4BE-BB37-E240-92D6-2A100478E7BD}"/>
          </ac:spMkLst>
        </pc:spChg>
        <pc:spChg chg="mod">
          <ac:chgData name="김명호" userId="e0d603aa-548e-418b-a070-918475337925" providerId="ADAL" clId="{EB451184-BA9A-4A5C-9B3F-495ADF05D454}" dt="2023-09-20T10:24:49.857" v="13627"/>
          <ac:spMkLst>
            <pc:docMk/>
            <pc:sldMk cId="206796772" sldId="1093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10:23:54.522" v="13602" actId="1076"/>
          <ac:spMkLst>
            <pc:docMk/>
            <pc:sldMk cId="206796772" sldId="1093"/>
            <ac:spMk id="8" creationId="{A1311212-3432-82CC-376B-13D0E081D4F6}"/>
          </ac:spMkLst>
        </pc:spChg>
        <pc:spChg chg="mod ord">
          <ac:chgData name="김명호" userId="e0d603aa-548e-418b-a070-918475337925" providerId="ADAL" clId="{EB451184-BA9A-4A5C-9B3F-495ADF05D454}" dt="2023-09-20T10:23:42.665" v="13598" actId="1076"/>
          <ac:spMkLst>
            <pc:docMk/>
            <pc:sldMk cId="206796772" sldId="1093"/>
            <ac:spMk id="10" creationId="{14F878EE-D031-B862-A82B-49EBF6A805B4}"/>
          </ac:spMkLst>
        </pc:spChg>
        <pc:spChg chg="add mod">
          <ac:chgData name="김명호" userId="e0d603aa-548e-418b-a070-918475337925" providerId="ADAL" clId="{EB451184-BA9A-4A5C-9B3F-495ADF05D454}" dt="2023-09-20T10:23:59.921" v="13604" actId="1076"/>
          <ac:spMkLst>
            <pc:docMk/>
            <pc:sldMk cId="206796772" sldId="1093"/>
            <ac:spMk id="12" creationId="{F44599B5-6A37-3FF7-7B2B-77FEE0E27E2F}"/>
          </ac:spMkLst>
        </pc:spChg>
        <pc:graphicFrameChg chg="mod">
          <ac:chgData name="김명호" userId="e0d603aa-548e-418b-a070-918475337925" providerId="ADAL" clId="{EB451184-BA9A-4A5C-9B3F-495ADF05D454}" dt="2023-09-22T07:38:26.741" v="23150"/>
          <ac:graphicFrameMkLst>
            <pc:docMk/>
            <pc:sldMk cId="206796772" sldId="1093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EB451184-BA9A-4A5C-9B3F-495ADF05D454}" dt="2023-09-20T10:23:29.335" v="13596"/>
          <ac:picMkLst>
            <pc:docMk/>
            <pc:sldMk cId="206796772" sldId="1093"/>
            <ac:picMk id="4" creationId="{3CC58FA6-B19F-86DA-9730-9C0F3FAABFF0}"/>
          </ac:picMkLst>
        </pc:picChg>
        <pc:picChg chg="del">
          <ac:chgData name="김명호" userId="e0d603aa-548e-418b-a070-918475337925" providerId="ADAL" clId="{EB451184-BA9A-4A5C-9B3F-495ADF05D454}" dt="2023-09-20T10:23:24.867" v="13595" actId="478"/>
          <ac:picMkLst>
            <pc:docMk/>
            <pc:sldMk cId="206796772" sldId="1093"/>
            <ac:picMk id="11" creationId="{A31E6352-DFD1-1CD6-DD63-E132456BD017}"/>
          </ac:picMkLst>
        </pc:picChg>
        <pc:cxnChg chg="add mod">
          <ac:chgData name="김명호" userId="e0d603aa-548e-418b-a070-918475337925" providerId="ADAL" clId="{EB451184-BA9A-4A5C-9B3F-495ADF05D454}" dt="2023-09-20T10:23:47.627" v="13600" actId="1076"/>
          <ac:cxnSpMkLst>
            <pc:docMk/>
            <pc:sldMk cId="206796772" sldId="1093"/>
            <ac:cxnSpMk id="6" creationId="{CD1269DC-8BFA-D544-6940-B35F25C37D76}"/>
          </ac:cxnSpMkLst>
        </pc:cxnChg>
        <pc:cxnChg chg="add mod">
          <ac:chgData name="김명호" userId="e0d603aa-548e-418b-a070-918475337925" providerId="ADAL" clId="{EB451184-BA9A-4A5C-9B3F-495ADF05D454}" dt="2023-09-20T10:23:54.522" v="13602" actId="1076"/>
          <ac:cxnSpMkLst>
            <pc:docMk/>
            <pc:sldMk cId="206796772" sldId="1093"/>
            <ac:cxnSpMk id="9" creationId="{26F62C8D-8967-6B0B-ABB2-27C95505D037}"/>
          </ac:cxnSpMkLst>
        </pc:cxnChg>
        <pc:cxnChg chg="mod ord">
          <ac:chgData name="김명호" userId="e0d603aa-548e-418b-a070-918475337925" providerId="ADAL" clId="{EB451184-BA9A-4A5C-9B3F-495ADF05D454}" dt="2023-09-20T10:23:42.665" v="13598" actId="1076"/>
          <ac:cxnSpMkLst>
            <pc:docMk/>
            <pc:sldMk cId="206796772" sldId="1093"/>
            <ac:cxnSpMk id="13" creationId="{331DDFAF-E372-E3B3-6B05-B0D7F3785A4E}"/>
          </ac:cxnSpMkLst>
        </pc:cxnChg>
        <pc:cxnChg chg="add mod">
          <ac:chgData name="김명호" userId="e0d603aa-548e-418b-a070-918475337925" providerId="ADAL" clId="{EB451184-BA9A-4A5C-9B3F-495ADF05D454}" dt="2023-09-20T10:23:59.921" v="13604" actId="1076"/>
          <ac:cxnSpMkLst>
            <pc:docMk/>
            <pc:sldMk cId="206796772" sldId="1093"/>
            <ac:cxnSpMk id="14" creationId="{9D9CD4C7-AC3B-4B39-A5E8-212DC49A32C6}"/>
          </ac:cxnSpMkLst>
        </pc:cxnChg>
      </pc:sldChg>
      <pc:sldChg chg="add del">
        <pc:chgData name="김명호" userId="e0d603aa-548e-418b-a070-918475337925" providerId="ADAL" clId="{EB451184-BA9A-4A5C-9B3F-495ADF05D454}" dt="2023-09-20T10:23:13.025" v="13593"/>
        <pc:sldMkLst>
          <pc:docMk/>
          <pc:sldMk cId="4124391684" sldId="1093"/>
        </pc:sldMkLst>
      </pc:sldChg>
      <pc:sldChg chg="modSp add mod">
        <pc:chgData name="김명호" userId="e0d603aa-548e-418b-a070-918475337925" providerId="ADAL" clId="{EB451184-BA9A-4A5C-9B3F-495ADF05D454}" dt="2023-09-22T07:38:29.372" v="23151"/>
        <pc:sldMkLst>
          <pc:docMk/>
          <pc:sldMk cId="3410698562" sldId="1094"/>
        </pc:sldMkLst>
        <pc:spChg chg="mod">
          <ac:chgData name="김명호" userId="e0d603aa-548e-418b-a070-918475337925" providerId="ADAL" clId="{EB451184-BA9A-4A5C-9B3F-495ADF05D454}" dt="2023-09-20T10:27:19.391" v="13638" actId="14100"/>
          <ac:spMkLst>
            <pc:docMk/>
            <pc:sldMk cId="3410698562" sldId="1094"/>
            <ac:spMk id="5" creationId="{748BF4BE-BB37-E240-92D6-2A100478E7BD}"/>
          </ac:spMkLst>
        </pc:spChg>
        <pc:spChg chg="mod">
          <ac:chgData name="김명호" userId="e0d603aa-548e-418b-a070-918475337925" providerId="ADAL" clId="{EB451184-BA9A-4A5C-9B3F-495ADF05D454}" dt="2023-09-20T10:28:17.729" v="13926"/>
          <ac:spMkLst>
            <pc:docMk/>
            <pc:sldMk cId="3410698562" sldId="109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27:19.391" v="13638" actId="14100"/>
          <ac:spMkLst>
            <pc:docMk/>
            <pc:sldMk cId="3410698562" sldId="1094"/>
            <ac:spMk id="8" creationId="{A1311212-3432-82CC-376B-13D0E081D4F6}"/>
          </ac:spMkLst>
        </pc:spChg>
        <pc:spChg chg="mod">
          <ac:chgData name="김명호" userId="e0d603aa-548e-418b-a070-918475337925" providerId="ADAL" clId="{EB451184-BA9A-4A5C-9B3F-495ADF05D454}" dt="2023-09-20T10:27:19.391" v="13638" actId="14100"/>
          <ac:spMkLst>
            <pc:docMk/>
            <pc:sldMk cId="3410698562" sldId="1094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0T10:27:19.391" v="13638" actId="14100"/>
          <ac:spMkLst>
            <pc:docMk/>
            <pc:sldMk cId="3410698562" sldId="1094"/>
            <ac:spMk id="12" creationId="{F44599B5-6A37-3FF7-7B2B-77FEE0E27E2F}"/>
          </ac:spMkLst>
        </pc:spChg>
        <pc:graphicFrameChg chg="mod">
          <ac:chgData name="김명호" userId="e0d603aa-548e-418b-a070-918475337925" providerId="ADAL" clId="{EB451184-BA9A-4A5C-9B3F-495ADF05D454}" dt="2023-09-22T07:38:29.372" v="23151"/>
          <ac:graphicFrameMkLst>
            <pc:docMk/>
            <pc:sldMk cId="3410698562" sldId="1094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0:27:19.391" v="13638" actId="14100"/>
          <ac:cxnSpMkLst>
            <pc:docMk/>
            <pc:sldMk cId="3410698562" sldId="1094"/>
            <ac:cxnSpMk id="6" creationId="{CD1269DC-8BFA-D544-6940-B35F25C37D76}"/>
          </ac:cxnSpMkLst>
        </pc:cxnChg>
        <pc:cxnChg chg="mod">
          <ac:chgData name="김명호" userId="e0d603aa-548e-418b-a070-918475337925" providerId="ADAL" clId="{EB451184-BA9A-4A5C-9B3F-495ADF05D454}" dt="2023-09-20T10:27:19.391" v="13638" actId="14100"/>
          <ac:cxnSpMkLst>
            <pc:docMk/>
            <pc:sldMk cId="3410698562" sldId="1094"/>
            <ac:cxnSpMk id="9" creationId="{26F62C8D-8967-6B0B-ABB2-27C95505D037}"/>
          </ac:cxnSpMkLst>
        </pc:cxnChg>
        <pc:cxnChg chg="mod">
          <ac:chgData name="김명호" userId="e0d603aa-548e-418b-a070-918475337925" providerId="ADAL" clId="{EB451184-BA9A-4A5C-9B3F-495ADF05D454}" dt="2023-09-20T10:27:19.391" v="13638" actId="14100"/>
          <ac:cxnSpMkLst>
            <pc:docMk/>
            <pc:sldMk cId="3410698562" sldId="1094"/>
            <ac:cxnSpMk id="13" creationId="{331DDFAF-E372-E3B3-6B05-B0D7F3785A4E}"/>
          </ac:cxnSpMkLst>
        </pc:cxnChg>
        <pc:cxnChg chg="mod">
          <ac:chgData name="김명호" userId="e0d603aa-548e-418b-a070-918475337925" providerId="ADAL" clId="{EB451184-BA9A-4A5C-9B3F-495ADF05D454}" dt="2023-09-20T10:27:19.391" v="13638" actId="14100"/>
          <ac:cxnSpMkLst>
            <pc:docMk/>
            <pc:sldMk cId="3410698562" sldId="1094"/>
            <ac:cxnSpMk id="14" creationId="{9D9CD4C7-AC3B-4B39-A5E8-212DC49A32C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38.611" v="23161"/>
        <pc:sldMkLst>
          <pc:docMk/>
          <pc:sldMk cId="3165795266" sldId="1095"/>
        </pc:sldMkLst>
        <pc:spChg chg="mod">
          <ac:chgData name="김명호" userId="e0d603aa-548e-418b-a070-918475337925" providerId="ADAL" clId="{EB451184-BA9A-4A5C-9B3F-495ADF05D454}" dt="2023-09-20T10:39:23.835" v="14278" actId="20577"/>
          <ac:spMkLst>
            <pc:docMk/>
            <pc:sldMk cId="3165795266" sldId="1095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1:21:17.624" v="15522" actId="1076"/>
          <ac:spMkLst>
            <pc:docMk/>
            <pc:sldMk cId="3165795266" sldId="1095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1:21:17.624" v="15522" actId="1076"/>
          <ac:spMkLst>
            <pc:docMk/>
            <pc:sldMk cId="3165795266" sldId="1095"/>
            <ac:spMk id="14" creationId="{B5C26A1A-0191-19A4-8426-BDE238A47C86}"/>
          </ac:spMkLst>
        </pc:spChg>
        <pc:spChg chg="add mod">
          <ac:chgData name="김명호" userId="e0d603aa-548e-418b-a070-918475337925" providerId="ADAL" clId="{EB451184-BA9A-4A5C-9B3F-495ADF05D454}" dt="2023-09-20T11:21:17.624" v="15522" actId="1076"/>
          <ac:spMkLst>
            <pc:docMk/>
            <pc:sldMk cId="3165795266" sldId="1095"/>
            <ac:spMk id="19" creationId="{B6FD7108-32AB-73EA-EB39-9310F4129214}"/>
          </ac:spMkLst>
        </pc:spChg>
        <pc:spChg chg="del">
          <ac:chgData name="김명호" userId="e0d603aa-548e-418b-a070-918475337925" providerId="ADAL" clId="{EB451184-BA9A-4A5C-9B3F-495ADF05D454}" dt="2023-09-20T10:34:09.781" v="13931" actId="478"/>
          <ac:spMkLst>
            <pc:docMk/>
            <pc:sldMk cId="3165795266" sldId="1095"/>
            <ac:spMk id="21" creationId="{E4AF15C8-32C3-FFE4-5475-01DF6A3DE540}"/>
          </ac:spMkLst>
        </pc:spChg>
        <pc:spChg chg="del">
          <ac:chgData name="김명호" userId="e0d603aa-548e-418b-a070-918475337925" providerId="ADAL" clId="{EB451184-BA9A-4A5C-9B3F-495ADF05D454}" dt="2023-09-20T10:41:28.664" v="14281" actId="478"/>
          <ac:spMkLst>
            <pc:docMk/>
            <pc:sldMk cId="3165795266" sldId="1095"/>
            <ac:spMk id="25" creationId="{6594DC7E-D0A2-7C4F-1133-20C646A44345}"/>
          </ac:spMkLst>
        </pc:spChg>
        <pc:spChg chg="del">
          <ac:chgData name="김명호" userId="e0d603aa-548e-418b-a070-918475337925" providerId="ADAL" clId="{EB451184-BA9A-4A5C-9B3F-495ADF05D454}" dt="2023-09-20T10:41:28.664" v="14281" actId="478"/>
          <ac:spMkLst>
            <pc:docMk/>
            <pc:sldMk cId="3165795266" sldId="1095"/>
            <ac:spMk id="27" creationId="{C9A70043-C468-4DCB-E3AD-1F2BC2E3327E}"/>
          </ac:spMkLst>
        </pc:spChg>
        <pc:spChg chg="add mod">
          <ac:chgData name="김명호" userId="e0d603aa-548e-418b-a070-918475337925" providerId="ADAL" clId="{EB451184-BA9A-4A5C-9B3F-495ADF05D454}" dt="2023-09-20T11:21:17.624" v="15522" actId="1076"/>
          <ac:spMkLst>
            <pc:docMk/>
            <pc:sldMk cId="3165795266" sldId="1095"/>
            <ac:spMk id="28" creationId="{1213D27D-89AA-0854-11CD-DCB410D01EFF}"/>
          </ac:spMkLst>
        </pc:spChg>
        <pc:spChg chg="add mod">
          <ac:chgData name="김명호" userId="e0d603aa-548e-418b-a070-918475337925" providerId="ADAL" clId="{EB451184-BA9A-4A5C-9B3F-495ADF05D454}" dt="2023-09-20T11:21:20.968" v="15524" actId="1076"/>
          <ac:spMkLst>
            <pc:docMk/>
            <pc:sldMk cId="3165795266" sldId="1095"/>
            <ac:spMk id="31" creationId="{771D4F2D-E39C-8439-D01A-E20F9A6344D4}"/>
          </ac:spMkLst>
        </pc:spChg>
        <pc:spChg chg="add mod">
          <ac:chgData name="김명호" userId="e0d603aa-548e-418b-a070-918475337925" providerId="ADAL" clId="{EB451184-BA9A-4A5C-9B3F-495ADF05D454}" dt="2023-09-20T11:21:20.968" v="15524" actId="1076"/>
          <ac:spMkLst>
            <pc:docMk/>
            <pc:sldMk cId="3165795266" sldId="1095"/>
            <ac:spMk id="32" creationId="{01A12441-B4D1-8871-EB0A-795E0C2CD97A}"/>
          </ac:spMkLst>
        </pc:spChg>
        <pc:graphicFrameChg chg="mod modGraphic">
          <ac:chgData name="김명호" userId="e0d603aa-548e-418b-a070-918475337925" providerId="ADAL" clId="{EB451184-BA9A-4A5C-9B3F-495ADF05D454}" dt="2023-09-22T07:38:38.611" v="23161"/>
          <ac:graphicFrameMkLst>
            <pc:docMk/>
            <pc:sldMk cId="3165795266" sldId="1095"/>
            <ac:graphicFrameMk id="6" creationId="{924148D2-5097-2877-1A30-57054C4A5264}"/>
          </ac:graphicFrameMkLst>
        </pc:graphicFrameChg>
        <pc:picChg chg="mod">
          <ac:chgData name="김명호" userId="e0d603aa-548e-418b-a070-918475337925" providerId="ADAL" clId="{EB451184-BA9A-4A5C-9B3F-495ADF05D454}" dt="2023-09-20T11:21:17.624" v="15522" actId="1076"/>
          <ac:picMkLst>
            <pc:docMk/>
            <pc:sldMk cId="3165795266" sldId="1095"/>
            <ac:picMk id="7" creationId="{8162321A-93A6-1461-16E9-6B1C5573BCAC}"/>
          </ac:picMkLst>
        </pc:picChg>
        <pc:picChg chg="add del mod modCrop">
          <ac:chgData name="김명호" userId="e0d603aa-548e-418b-a070-918475337925" providerId="ADAL" clId="{EB451184-BA9A-4A5C-9B3F-495ADF05D454}" dt="2023-09-20T10:38:24.389" v="14257" actId="478"/>
          <ac:picMkLst>
            <pc:docMk/>
            <pc:sldMk cId="3165795266" sldId="1095"/>
            <ac:picMk id="8" creationId="{7FED819D-E5AA-55F3-6C86-6D75F061679A}"/>
          </ac:picMkLst>
        </pc:picChg>
        <pc:picChg chg="add mod modCrop">
          <ac:chgData name="김명호" userId="e0d603aa-548e-418b-a070-918475337925" providerId="ADAL" clId="{EB451184-BA9A-4A5C-9B3F-495ADF05D454}" dt="2023-09-20T11:21:17.624" v="15522" actId="1076"/>
          <ac:picMkLst>
            <pc:docMk/>
            <pc:sldMk cId="3165795266" sldId="1095"/>
            <ac:picMk id="10" creationId="{B307BAB5-BE17-D5DB-A561-D8DC431B6375}"/>
          </ac:picMkLst>
        </pc:picChg>
        <pc:picChg chg="add mod">
          <ac:chgData name="김명호" userId="e0d603aa-548e-418b-a070-918475337925" providerId="ADAL" clId="{EB451184-BA9A-4A5C-9B3F-495ADF05D454}" dt="2023-09-20T11:21:17.624" v="15522" actId="1076"/>
          <ac:picMkLst>
            <pc:docMk/>
            <pc:sldMk cId="3165795266" sldId="1095"/>
            <ac:picMk id="17" creationId="{CD99C06C-5FD3-B517-F192-CFC33DF6EFD7}"/>
          </ac:picMkLst>
        </pc:picChg>
        <pc:picChg chg="add mod">
          <ac:chgData name="김명호" userId="e0d603aa-548e-418b-a070-918475337925" providerId="ADAL" clId="{EB451184-BA9A-4A5C-9B3F-495ADF05D454}" dt="2023-09-20T11:21:17.624" v="15522" actId="1076"/>
          <ac:picMkLst>
            <pc:docMk/>
            <pc:sldMk cId="3165795266" sldId="1095"/>
            <ac:picMk id="18" creationId="{89B4DDF9-B3DE-A123-F5C1-CD5E286A5A9F}"/>
          </ac:picMkLst>
        </pc:picChg>
        <pc:picChg chg="del">
          <ac:chgData name="김명호" userId="e0d603aa-548e-418b-a070-918475337925" providerId="ADAL" clId="{EB451184-BA9A-4A5C-9B3F-495ADF05D454}" dt="2023-09-20T10:38:08.818" v="14253" actId="478"/>
          <ac:picMkLst>
            <pc:docMk/>
            <pc:sldMk cId="3165795266" sldId="1095"/>
            <ac:picMk id="20" creationId="{1F0B05FC-D8ED-58F7-7136-32D6A220B5BA}"/>
          </ac:picMkLst>
        </pc:picChg>
        <pc:picChg chg="del">
          <ac:chgData name="김명호" userId="e0d603aa-548e-418b-a070-918475337925" providerId="ADAL" clId="{EB451184-BA9A-4A5C-9B3F-495ADF05D454}" dt="2023-09-20T10:41:26.768" v="14279" actId="478"/>
          <ac:picMkLst>
            <pc:docMk/>
            <pc:sldMk cId="3165795266" sldId="1095"/>
            <ac:picMk id="23" creationId="{07AF32A1-2CC7-E0F7-F4DB-B9DC77E680E0}"/>
          </ac:picMkLst>
        </pc:picChg>
        <pc:picChg chg="del">
          <ac:chgData name="김명호" userId="e0d603aa-548e-418b-a070-918475337925" providerId="ADAL" clId="{EB451184-BA9A-4A5C-9B3F-495ADF05D454}" dt="2023-09-20T10:41:27.065" v="14280" actId="478"/>
          <ac:picMkLst>
            <pc:docMk/>
            <pc:sldMk cId="3165795266" sldId="1095"/>
            <ac:picMk id="24" creationId="{770D42DE-6460-A441-13B0-583D8D77B744}"/>
          </ac:picMkLst>
        </pc:picChg>
        <pc:cxnChg chg="mod ord">
          <ac:chgData name="김명호" userId="e0d603aa-548e-418b-a070-918475337925" providerId="ADAL" clId="{EB451184-BA9A-4A5C-9B3F-495ADF05D454}" dt="2023-09-20T11:21:17.624" v="15522" actId="1076"/>
          <ac:cxnSpMkLst>
            <pc:docMk/>
            <pc:sldMk cId="3165795266" sldId="1095"/>
            <ac:cxnSpMk id="13" creationId="{6387ACAF-04E1-5894-06FE-B0F44514EAE8}"/>
          </ac:cxnSpMkLst>
        </pc:cxnChg>
        <pc:cxnChg chg="add mod">
          <ac:chgData name="김명호" userId="e0d603aa-548e-418b-a070-918475337925" providerId="ADAL" clId="{EB451184-BA9A-4A5C-9B3F-495ADF05D454}" dt="2023-09-20T11:21:17.624" v="15522" actId="1076"/>
          <ac:cxnSpMkLst>
            <pc:docMk/>
            <pc:sldMk cId="3165795266" sldId="1095"/>
            <ac:cxnSpMk id="22" creationId="{E9723223-86BD-187E-2118-AB8EB16A9B88}"/>
          </ac:cxnSpMkLst>
        </pc:cxnChg>
        <pc:cxnChg chg="del mod">
          <ac:chgData name="김명호" userId="e0d603aa-548e-418b-a070-918475337925" providerId="ADAL" clId="{EB451184-BA9A-4A5C-9B3F-495ADF05D454}" dt="2023-09-20T10:41:28.664" v="14281" actId="478"/>
          <ac:cxnSpMkLst>
            <pc:docMk/>
            <pc:sldMk cId="3165795266" sldId="1095"/>
            <ac:cxnSpMk id="26" creationId="{C17ACFC2-B1CE-5681-1D5C-A42C7A0F15E9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42.317" v="23162"/>
        <pc:sldMkLst>
          <pc:docMk/>
          <pc:sldMk cId="3102810174" sldId="1096"/>
        </pc:sldMkLst>
        <pc:spChg chg="del ord">
          <ac:chgData name="김명호" userId="e0d603aa-548e-418b-a070-918475337925" providerId="ADAL" clId="{EB451184-BA9A-4A5C-9B3F-495ADF05D454}" dt="2023-09-20T10:44:14.982" v="14302" actId="478"/>
          <ac:spMkLst>
            <pc:docMk/>
            <pc:sldMk cId="3102810174" sldId="1096"/>
            <ac:spMk id="5" creationId="{748BF4BE-BB37-E240-92D6-2A100478E7BD}"/>
          </ac:spMkLst>
        </pc:spChg>
        <pc:spChg chg="mod">
          <ac:chgData name="김명호" userId="e0d603aa-548e-418b-a070-918475337925" providerId="ADAL" clId="{EB451184-BA9A-4A5C-9B3F-495ADF05D454}" dt="2023-09-20T10:45:43.445" v="14564" actId="6549"/>
          <ac:spMkLst>
            <pc:docMk/>
            <pc:sldMk cId="3102810174" sldId="1096"/>
            <ac:spMk id="7" creationId="{0C81DD60-D84B-4D3C-8F3E-7D0E22E11300}"/>
          </ac:spMkLst>
        </pc:spChg>
        <pc:spChg chg="del ord">
          <ac:chgData name="김명호" userId="e0d603aa-548e-418b-a070-918475337925" providerId="ADAL" clId="{EB451184-BA9A-4A5C-9B3F-495ADF05D454}" dt="2023-09-20T10:44:14.982" v="14302" actId="478"/>
          <ac:spMkLst>
            <pc:docMk/>
            <pc:sldMk cId="3102810174" sldId="1096"/>
            <ac:spMk id="8" creationId="{A1311212-3432-82CC-376B-13D0E081D4F6}"/>
          </ac:spMkLst>
        </pc:spChg>
        <pc:spChg chg="mod ord">
          <ac:chgData name="김명호" userId="e0d603aa-548e-418b-a070-918475337925" providerId="ADAL" clId="{EB451184-BA9A-4A5C-9B3F-495ADF05D454}" dt="2023-09-20T10:44:48.255" v="14304" actId="14100"/>
          <ac:spMkLst>
            <pc:docMk/>
            <pc:sldMk cId="3102810174" sldId="1096"/>
            <ac:spMk id="10" creationId="{14F878EE-D031-B862-A82B-49EBF6A805B4}"/>
          </ac:spMkLst>
        </pc:spChg>
        <pc:spChg chg="del ord">
          <ac:chgData name="김명호" userId="e0d603aa-548e-418b-a070-918475337925" providerId="ADAL" clId="{EB451184-BA9A-4A5C-9B3F-495ADF05D454}" dt="2023-09-20T10:44:14.982" v="14302" actId="478"/>
          <ac:spMkLst>
            <pc:docMk/>
            <pc:sldMk cId="3102810174" sldId="1096"/>
            <ac:spMk id="12" creationId="{F44599B5-6A37-3FF7-7B2B-77FEE0E27E2F}"/>
          </ac:spMkLst>
        </pc:spChg>
        <pc:spChg chg="mod">
          <ac:chgData name="김명호" userId="e0d603aa-548e-418b-a070-918475337925" providerId="ADAL" clId="{EB451184-BA9A-4A5C-9B3F-495ADF05D454}" dt="2023-09-20T10:45:46.999" v="14565"/>
          <ac:spMkLst>
            <pc:docMk/>
            <pc:sldMk cId="3102810174" sldId="1096"/>
            <ac:spMk id="17" creationId="{0CE0EDAC-F03B-F7A5-D845-113AC626D457}"/>
          </ac:spMkLst>
        </pc:spChg>
        <pc:spChg chg="mod">
          <ac:chgData name="김명호" userId="e0d603aa-548e-418b-a070-918475337925" providerId="ADAL" clId="{EB451184-BA9A-4A5C-9B3F-495ADF05D454}" dt="2023-09-20T10:46:40.625" v="14599"/>
          <ac:spMkLst>
            <pc:docMk/>
            <pc:sldMk cId="3102810174" sldId="1096"/>
            <ac:spMk id="18" creationId="{C246A107-C0B4-7596-2A90-89103290D113}"/>
          </ac:spMkLst>
        </pc:spChg>
        <pc:grpChg chg="add mod">
          <ac:chgData name="김명호" userId="e0d603aa-548e-418b-a070-918475337925" providerId="ADAL" clId="{EB451184-BA9A-4A5C-9B3F-495ADF05D454}" dt="2023-09-20T10:46:45.975" v="14600" actId="1076"/>
          <ac:grpSpMkLst>
            <pc:docMk/>
            <pc:sldMk cId="3102810174" sldId="1096"/>
            <ac:grpSpMk id="16" creationId="{BA4EFA8A-5817-B636-ED51-3F9F02701D1F}"/>
          </ac:grpSpMkLst>
        </pc:grpChg>
        <pc:graphicFrameChg chg="mod">
          <ac:chgData name="김명호" userId="e0d603aa-548e-418b-a070-918475337925" providerId="ADAL" clId="{EB451184-BA9A-4A5C-9B3F-495ADF05D454}" dt="2023-09-22T07:38:42.317" v="23162"/>
          <ac:graphicFrameMkLst>
            <pc:docMk/>
            <pc:sldMk cId="3102810174" sldId="1096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10:43:41.305" v="14290" actId="478"/>
          <ac:picMkLst>
            <pc:docMk/>
            <pc:sldMk cId="3102810174" sldId="1096"/>
            <ac:picMk id="4" creationId="{3CC58FA6-B19F-86DA-9730-9C0F3FAABFF0}"/>
          </ac:picMkLst>
        </pc:picChg>
        <pc:picChg chg="add mod modCrop">
          <ac:chgData name="김명호" userId="e0d603aa-548e-418b-a070-918475337925" providerId="ADAL" clId="{EB451184-BA9A-4A5C-9B3F-495ADF05D454}" dt="2023-09-20T10:44:05.871" v="14300" actId="1076"/>
          <ac:picMkLst>
            <pc:docMk/>
            <pc:sldMk cId="3102810174" sldId="1096"/>
            <ac:picMk id="15" creationId="{0C2CB98C-7BCE-0F8A-4FBB-343E9D0C8699}"/>
          </ac:picMkLst>
        </pc:picChg>
        <pc:cxnChg chg="del ord">
          <ac:chgData name="김명호" userId="e0d603aa-548e-418b-a070-918475337925" providerId="ADAL" clId="{EB451184-BA9A-4A5C-9B3F-495ADF05D454}" dt="2023-09-20T10:44:14.982" v="14302" actId="478"/>
          <ac:cxnSpMkLst>
            <pc:docMk/>
            <pc:sldMk cId="3102810174" sldId="1096"/>
            <ac:cxnSpMk id="6" creationId="{CD1269DC-8BFA-D544-6940-B35F25C37D76}"/>
          </ac:cxnSpMkLst>
        </pc:cxnChg>
        <pc:cxnChg chg="del ord">
          <ac:chgData name="김명호" userId="e0d603aa-548e-418b-a070-918475337925" providerId="ADAL" clId="{EB451184-BA9A-4A5C-9B3F-495ADF05D454}" dt="2023-09-20T10:44:14.982" v="14302" actId="478"/>
          <ac:cxnSpMkLst>
            <pc:docMk/>
            <pc:sldMk cId="3102810174" sldId="1096"/>
            <ac:cxnSpMk id="9" creationId="{26F62C8D-8967-6B0B-ABB2-27C95505D037}"/>
          </ac:cxnSpMkLst>
        </pc:cxnChg>
        <pc:cxnChg chg="mod ord">
          <ac:chgData name="김명호" userId="e0d603aa-548e-418b-a070-918475337925" providerId="ADAL" clId="{EB451184-BA9A-4A5C-9B3F-495ADF05D454}" dt="2023-09-20T10:44:51.031" v="14305" actId="1076"/>
          <ac:cxnSpMkLst>
            <pc:docMk/>
            <pc:sldMk cId="3102810174" sldId="1096"/>
            <ac:cxnSpMk id="13" creationId="{331DDFAF-E372-E3B3-6B05-B0D7F3785A4E}"/>
          </ac:cxnSpMkLst>
        </pc:cxnChg>
        <pc:cxnChg chg="del ord">
          <ac:chgData name="김명호" userId="e0d603aa-548e-418b-a070-918475337925" providerId="ADAL" clId="{EB451184-BA9A-4A5C-9B3F-495ADF05D454}" dt="2023-09-20T10:44:14.982" v="14302" actId="478"/>
          <ac:cxnSpMkLst>
            <pc:docMk/>
            <pc:sldMk cId="3102810174" sldId="1096"/>
            <ac:cxnSpMk id="14" creationId="{9D9CD4C7-AC3B-4B39-A5E8-212DC49A32C6}"/>
          </ac:cxnSpMkLst>
        </pc:cxnChg>
      </pc:sldChg>
      <pc:sldChg chg="add del">
        <pc:chgData name="김명호" userId="e0d603aa-548e-418b-a070-918475337925" providerId="ADAL" clId="{EB451184-BA9A-4A5C-9B3F-495ADF05D454}" dt="2023-09-22T07:12:59.079" v="22140" actId="47"/>
        <pc:sldMkLst>
          <pc:docMk/>
          <pc:sldMk cId="1652861265" sldId="1097"/>
        </pc:sldMkLst>
      </pc:sldChg>
      <pc:sldChg chg="addSp delSp modSp add mod">
        <pc:chgData name="김명호" userId="e0d603aa-548e-418b-a070-918475337925" providerId="ADAL" clId="{EB451184-BA9A-4A5C-9B3F-495ADF05D454}" dt="2023-09-22T07:38:47.262" v="23163"/>
        <pc:sldMkLst>
          <pc:docMk/>
          <pc:sldMk cId="682782998" sldId="1098"/>
        </pc:sldMkLst>
        <pc:spChg chg="mod">
          <ac:chgData name="김명호" userId="e0d603aa-548e-418b-a070-918475337925" providerId="ADAL" clId="{EB451184-BA9A-4A5C-9B3F-495ADF05D454}" dt="2023-09-20T10:48:51.241" v="14608"/>
          <ac:spMkLst>
            <pc:docMk/>
            <pc:sldMk cId="682782998" sldId="1098"/>
            <ac:spMk id="5" creationId="{1F623BD1-D512-AC51-5226-E0690BB0C236}"/>
          </ac:spMkLst>
        </pc:spChg>
        <pc:spChg chg="mod">
          <ac:chgData name="김명호" userId="e0d603aa-548e-418b-a070-918475337925" providerId="ADAL" clId="{EB451184-BA9A-4A5C-9B3F-495ADF05D454}" dt="2023-09-20T10:49:19.556" v="14690" actId="20577"/>
          <ac:spMkLst>
            <pc:docMk/>
            <pc:sldMk cId="682782998" sldId="1098"/>
            <ac:spMk id="6" creationId="{CBBE76E1-EBB5-0361-A384-6C2166620575}"/>
          </ac:spMkLst>
        </pc:spChg>
        <pc:spChg chg="mod">
          <ac:chgData name="김명호" userId="e0d603aa-548e-418b-a070-918475337925" providerId="ADAL" clId="{EB451184-BA9A-4A5C-9B3F-495ADF05D454}" dt="2023-09-20T10:48:43.920" v="14606"/>
          <ac:spMkLst>
            <pc:docMk/>
            <pc:sldMk cId="682782998" sldId="109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48:29.390" v="14604" actId="14100"/>
          <ac:spMkLst>
            <pc:docMk/>
            <pc:sldMk cId="682782998" sldId="1098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0T10:48:51.241" v="14608"/>
          <ac:grpSpMkLst>
            <pc:docMk/>
            <pc:sldMk cId="682782998" sldId="1098"/>
            <ac:grpSpMk id="4" creationId="{41AB8A45-0225-2D8E-1B7D-EA84D191B068}"/>
          </ac:grpSpMkLst>
        </pc:grpChg>
        <pc:grpChg chg="del">
          <ac:chgData name="김명호" userId="e0d603aa-548e-418b-a070-918475337925" providerId="ADAL" clId="{EB451184-BA9A-4A5C-9B3F-495ADF05D454}" dt="2023-09-20T10:48:50.382" v="14607" actId="478"/>
          <ac:grpSpMkLst>
            <pc:docMk/>
            <pc:sldMk cId="682782998" sldId="1098"/>
            <ac:grpSpMk id="16" creationId="{BA4EFA8A-5817-B636-ED51-3F9F02701D1F}"/>
          </ac:grpSpMkLst>
        </pc:grpChg>
        <pc:graphicFrameChg chg="mod modGraphic">
          <ac:chgData name="김명호" userId="e0d603aa-548e-418b-a070-918475337925" providerId="ADAL" clId="{EB451184-BA9A-4A5C-9B3F-495ADF05D454}" dt="2023-09-22T07:38:47.262" v="23163"/>
          <ac:graphicFrameMkLst>
            <pc:docMk/>
            <pc:sldMk cId="682782998" sldId="1098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0:48:31.277" v="14605" actId="1076"/>
          <ac:cxnSpMkLst>
            <pc:docMk/>
            <pc:sldMk cId="682782998" sldId="1098"/>
            <ac:cxnSpMk id="13" creationId="{331DDFAF-E372-E3B3-6B05-B0D7F3785A4E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8:50.034" v="23164"/>
        <pc:sldMkLst>
          <pc:docMk/>
          <pc:sldMk cId="3017765659" sldId="1099"/>
        </pc:sldMkLst>
        <pc:spChg chg="mod">
          <ac:chgData name="김명호" userId="e0d603aa-548e-418b-a070-918475337925" providerId="ADAL" clId="{EB451184-BA9A-4A5C-9B3F-495ADF05D454}" dt="2023-09-20T10:49:53.088" v="14697"/>
          <ac:spMkLst>
            <pc:docMk/>
            <pc:sldMk cId="3017765659" sldId="1099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0:49:37.028" v="14695" actId="14100"/>
          <ac:spMkLst>
            <pc:docMk/>
            <pc:sldMk cId="3017765659" sldId="1099"/>
            <ac:spMk id="10" creationId="{14F878EE-D031-B862-A82B-49EBF6A805B4}"/>
          </ac:spMkLst>
        </pc:spChg>
        <pc:grpChg chg="del">
          <ac:chgData name="김명호" userId="e0d603aa-548e-418b-a070-918475337925" providerId="ADAL" clId="{EB451184-BA9A-4A5C-9B3F-495ADF05D454}" dt="2023-09-20T10:49:55.214" v="14698" actId="478"/>
          <ac:grpSpMkLst>
            <pc:docMk/>
            <pc:sldMk cId="3017765659" sldId="1099"/>
            <ac:grpSpMk id="4" creationId="{41AB8A45-0225-2D8E-1B7D-EA84D191B068}"/>
          </ac:grpSpMkLst>
        </pc:grpChg>
        <pc:graphicFrameChg chg="mod modGraphic">
          <ac:chgData name="김명호" userId="e0d603aa-548e-418b-a070-918475337925" providerId="ADAL" clId="{EB451184-BA9A-4A5C-9B3F-495ADF05D454}" dt="2023-09-22T07:38:50.034" v="23164"/>
          <ac:graphicFrameMkLst>
            <pc:docMk/>
            <pc:sldMk cId="3017765659" sldId="1099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0:49:40.269" v="14696" actId="1076"/>
          <ac:cxnSpMkLst>
            <pc:docMk/>
            <pc:sldMk cId="3017765659" sldId="1099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53.916" v="23165"/>
        <pc:sldMkLst>
          <pc:docMk/>
          <pc:sldMk cId="245432311" sldId="1100"/>
        </pc:sldMkLst>
        <pc:spChg chg="mod">
          <ac:chgData name="김명호" userId="e0d603aa-548e-418b-a070-918475337925" providerId="ADAL" clId="{EB451184-BA9A-4A5C-9B3F-495ADF05D454}" dt="2023-09-20T11:04:05.273" v="14986"/>
          <ac:spMkLst>
            <pc:docMk/>
            <pc:sldMk cId="245432311" sldId="1100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11:04:23.300" v="14990" actId="693"/>
          <ac:spMkLst>
            <pc:docMk/>
            <pc:sldMk cId="245432311" sldId="1100"/>
            <ac:spMk id="9" creationId="{F7BDB6DE-D221-884A-85A9-E06FA0299BB8}"/>
          </ac:spMkLst>
        </pc:spChg>
        <pc:spChg chg="mod ord">
          <ac:chgData name="김명호" userId="e0d603aa-548e-418b-a070-918475337925" providerId="ADAL" clId="{EB451184-BA9A-4A5C-9B3F-495ADF05D454}" dt="2023-09-20T11:02:22.068" v="14738" actId="693"/>
          <ac:spMkLst>
            <pc:docMk/>
            <pc:sldMk cId="245432311" sldId="1100"/>
            <ac:spMk id="10" creationId="{14F878EE-D031-B862-A82B-49EBF6A805B4}"/>
          </ac:spMkLst>
        </pc:spChg>
        <pc:spChg chg="add mod">
          <ac:chgData name="김명호" userId="e0d603aa-548e-418b-a070-918475337925" providerId="ADAL" clId="{EB451184-BA9A-4A5C-9B3F-495ADF05D454}" dt="2023-09-20T11:05:01.599" v="14996" actId="1076"/>
          <ac:spMkLst>
            <pc:docMk/>
            <pc:sldMk cId="245432311" sldId="1100"/>
            <ac:spMk id="16" creationId="{A2DB3C72-F583-C0EB-3555-6ACEB93DFE0B}"/>
          </ac:spMkLst>
        </pc:spChg>
        <pc:graphicFrameChg chg="mod">
          <ac:chgData name="김명호" userId="e0d603aa-548e-418b-a070-918475337925" providerId="ADAL" clId="{EB451184-BA9A-4A5C-9B3F-495ADF05D454}" dt="2023-09-22T07:38:53.916" v="23165"/>
          <ac:graphicFrameMkLst>
            <pc:docMk/>
            <pc:sldMk cId="245432311" sldId="1100"/>
            <ac:graphicFrameMk id="3" creationId="{EB5E6BEF-7528-22F3-81D3-C88DBE43847E}"/>
          </ac:graphicFrameMkLst>
        </pc:graphicFrameChg>
        <pc:picChg chg="add del mod modCrop">
          <ac:chgData name="김명호" userId="e0d603aa-548e-418b-a070-918475337925" providerId="ADAL" clId="{EB451184-BA9A-4A5C-9B3F-495ADF05D454}" dt="2023-09-20T10:58:25.132" v="14727" actId="478"/>
          <ac:picMkLst>
            <pc:docMk/>
            <pc:sldMk cId="245432311" sldId="1100"/>
            <ac:picMk id="5" creationId="{BF84741F-C125-51E9-AC42-3644D63D8206}"/>
          </ac:picMkLst>
        </pc:picChg>
        <pc:picChg chg="add mod modCrop">
          <ac:chgData name="김명호" userId="e0d603aa-548e-418b-a070-918475337925" providerId="ADAL" clId="{EB451184-BA9A-4A5C-9B3F-495ADF05D454}" dt="2023-09-20T11:01:57.832" v="14733" actId="1076"/>
          <ac:picMkLst>
            <pc:docMk/>
            <pc:sldMk cId="245432311" sldId="1100"/>
            <ac:picMk id="8" creationId="{DAD44944-27B1-14B1-0199-B62E0299B7E3}"/>
          </ac:picMkLst>
        </pc:picChg>
        <pc:picChg chg="del">
          <ac:chgData name="김명호" userId="e0d603aa-548e-418b-a070-918475337925" providerId="ADAL" clId="{EB451184-BA9A-4A5C-9B3F-495ADF05D454}" dt="2023-09-20T10:57:31.985" v="14717" actId="478"/>
          <ac:picMkLst>
            <pc:docMk/>
            <pc:sldMk cId="245432311" sldId="1100"/>
            <ac:picMk id="15" creationId="{0C2CB98C-7BCE-0F8A-4FBB-343E9D0C8699}"/>
          </ac:picMkLst>
        </pc:picChg>
        <pc:cxnChg chg="add mod">
          <ac:chgData name="김명호" userId="e0d603aa-548e-418b-a070-918475337925" providerId="ADAL" clId="{EB451184-BA9A-4A5C-9B3F-495ADF05D454}" dt="2023-09-20T11:04:31.264" v="14993" actId="14100"/>
          <ac:cxnSpMkLst>
            <pc:docMk/>
            <pc:sldMk cId="245432311" sldId="1100"/>
            <ac:cxnSpMk id="11" creationId="{67AEB0C9-28B5-CF11-25B4-90D7952770B7}"/>
          </ac:cxnSpMkLst>
        </pc:cxnChg>
        <pc:cxnChg chg="del mod ord">
          <ac:chgData name="김명호" userId="e0d603aa-548e-418b-a070-918475337925" providerId="ADAL" clId="{EB451184-BA9A-4A5C-9B3F-495ADF05D454}" dt="2023-09-20T11:04:35.352" v="14994" actId="478"/>
          <ac:cxnSpMkLst>
            <pc:docMk/>
            <pc:sldMk cId="245432311" sldId="1100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56.365" v="23166"/>
        <pc:sldMkLst>
          <pc:docMk/>
          <pc:sldMk cId="2712517793" sldId="1101"/>
        </pc:sldMkLst>
        <pc:spChg chg="add mod">
          <ac:chgData name="김명호" userId="e0d603aa-548e-418b-a070-918475337925" providerId="ADAL" clId="{EB451184-BA9A-4A5C-9B3F-495ADF05D454}" dt="2023-09-20T11:05:49.422" v="15008" actId="1037"/>
          <ac:spMkLst>
            <pc:docMk/>
            <pc:sldMk cId="2712517793" sldId="1101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1:05:54.687" v="15009"/>
          <ac:spMkLst>
            <pc:docMk/>
            <pc:sldMk cId="2712517793" sldId="1101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11:05:40.093" v="14998" actId="478"/>
          <ac:spMkLst>
            <pc:docMk/>
            <pc:sldMk cId="2712517793" sldId="1101"/>
            <ac:spMk id="9" creationId="{F7BDB6DE-D221-884A-85A9-E06FA0299BB8}"/>
          </ac:spMkLst>
        </pc:spChg>
        <pc:spChg chg="del">
          <ac:chgData name="김명호" userId="e0d603aa-548e-418b-a070-918475337925" providerId="ADAL" clId="{EB451184-BA9A-4A5C-9B3F-495ADF05D454}" dt="2023-09-20T11:05:40.093" v="14998" actId="478"/>
          <ac:spMkLst>
            <pc:docMk/>
            <pc:sldMk cId="2712517793" sldId="1101"/>
            <ac:spMk id="10" creationId="{14F878EE-D031-B862-A82B-49EBF6A805B4}"/>
          </ac:spMkLst>
        </pc:spChg>
        <pc:spChg chg="del">
          <ac:chgData name="김명호" userId="e0d603aa-548e-418b-a070-918475337925" providerId="ADAL" clId="{EB451184-BA9A-4A5C-9B3F-495ADF05D454}" dt="2023-09-20T11:09:23.773" v="15011" actId="478"/>
          <ac:spMkLst>
            <pc:docMk/>
            <pc:sldMk cId="2712517793" sldId="1101"/>
            <ac:spMk id="16" creationId="{A2DB3C72-F583-C0EB-3555-6ACEB93DFE0B}"/>
          </ac:spMkLst>
        </pc:spChg>
        <pc:graphicFrameChg chg="mod modGraphic">
          <ac:chgData name="김명호" userId="e0d603aa-548e-418b-a070-918475337925" providerId="ADAL" clId="{EB451184-BA9A-4A5C-9B3F-495ADF05D454}" dt="2023-09-22T07:38:56.365" v="23166"/>
          <ac:graphicFrameMkLst>
            <pc:docMk/>
            <pc:sldMk cId="2712517793" sldId="1101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EB451184-BA9A-4A5C-9B3F-495ADF05D454}" dt="2023-09-20T11:05:49.422" v="15008" actId="1037"/>
          <ac:cxnSpMkLst>
            <pc:docMk/>
            <pc:sldMk cId="2712517793" sldId="1101"/>
            <ac:cxnSpMk id="5" creationId="{838012D8-86F7-2460-D9BC-B9CD7ABE30AB}"/>
          </ac:cxnSpMkLst>
        </pc:cxnChg>
        <pc:cxnChg chg="del">
          <ac:chgData name="김명호" userId="e0d603aa-548e-418b-a070-918475337925" providerId="ADAL" clId="{EB451184-BA9A-4A5C-9B3F-495ADF05D454}" dt="2023-09-20T11:05:40.093" v="14998" actId="478"/>
          <ac:cxnSpMkLst>
            <pc:docMk/>
            <pc:sldMk cId="2712517793" sldId="1101"/>
            <ac:cxnSpMk id="11" creationId="{67AEB0C9-28B5-CF11-25B4-90D7952770B7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8:58.675" v="23167"/>
        <pc:sldMkLst>
          <pc:docMk/>
          <pc:sldMk cId="125764734" sldId="1102"/>
        </pc:sldMkLst>
        <pc:spChg chg="mod">
          <ac:chgData name="김명호" userId="e0d603aa-548e-418b-a070-918475337925" providerId="ADAL" clId="{EB451184-BA9A-4A5C-9B3F-495ADF05D454}" dt="2023-09-20T11:10:47.907" v="15025" actId="14100"/>
          <ac:spMkLst>
            <pc:docMk/>
            <pc:sldMk cId="125764734" sldId="1102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1:11:17.189" v="15028" actId="21"/>
          <ac:spMkLst>
            <pc:docMk/>
            <pc:sldMk cId="125764734" sldId="1102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0T11:11:25.256" v="15029"/>
          <ac:spMkLst>
            <pc:docMk/>
            <pc:sldMk cId="125764734" sldId="1102"/>
            <ac:spMk id="11" creationId="{D6CA5E26-7E29-557A-EB29-5BB79DCC6E76}"/>
          </ac:spMkLst>
        </pc:spChg>
        <pc:spChg chg="mod">
          <ac:chgData name="김명호" userId="e0d603aa-548e-418b-a070-918475337925" providerId="ADAL" clId="{EB451184-BA9A-4A5C-9B3F-495ADF05D454}" dt="2023-09-20T11:11:52.404" v="15032"/>
          <ac:spMkLst>
            <pc:docMk/>
            <pc:sldMk cId="125764734" sldId="1102"/>
            <ac:spMk id="12" creationId="{8FA8206D-6E07-DD98-9853-1B09A04F1929}"/>
          </ac:spMkLst>
        </pc:spChg>
        <pc:grpChg chg="add mod">
          <ac:chgData name="김명호" userId="e0d603aa-548e-418b-a070-918475337925" providerId="ADAL" clId="{EB451184-BA9A-4A5C-9B3F-495ADF05D454}" dt="2023-09-20T11:11:25.256" v="15029"/>
          <ac:grpSpMkLst>
            <pc:docMk/>
            <pc:sldMk cId="125764734" sldId="1102"/>
            <ac:grpSpMk id="10" creationId="{9BD4D759-3BE9-C88B-DAD2-E291138688B9}"/>
          </ac:grpSpMkLst>
        </pc:grpChg>
        <pc:graphicFrameChg chg="mod modGraphic">
          <ac:chgData name="김명호" userId="e0d603aa-548e-418b-a070-918475337925" providerId="ADAL" clId="{EB451184-BA9A-4A5C-9B3F-495ADF05D454}" dt="2023-09-22T07:38:58.675" v="23167"/>
          <ac:graphicFrameMkLst>
            <pc:docMk/>
            <pc:sldMk cId="125764734" sldId="1102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11:09:27.705" v="15013" actId="478"/>
          <ac:picMkLst>
            <pc:docMk/>
            <pc:sldMk cId="125764734" sldId="1102"/>
            <ac:picMk id="8" creationId="{DAD44944-27B1-14B1-0199-B62E0299B7E3}"/>
          </ac:picMkLst>
        </pc:picChg>
        <pc:picChg chg="add mod ord modCrop">
          <ac:chgData name="김명호" userId="e0d603aa-548e-418b-a070-918475337925" providerId="ADAL" clId="{EB451184-BA9A-4A5C-9B3F-495ADF05D454}" dt="2023-09-20T11:10:20.948" v="15021" actId="167"/>
          <ac:picMkLst>
            <pc:docMk/>
            <pc:sldMk cId="125764734" sldId="1102"/>
            <ac:picMk id="9" creationId="{EB2B297F-602E-AAC2-F889-36AABD926840}"/>
          </ac:picMkLst>
        </pc:picChg>
        <pc:cxnChg chg="mod">
          <ac:chgData name="김명호" userId="e0d603aa-548e-418b-a070-918475337925" providerId="ADAL" clId="{EB451184-BA9A-4A5C-9B3F-495ADF05D454}" dt="2023-09-20T11:10:51.107" v="15026" actId="1076"/>
          <ac:cxnSpMkLst>
            <pc:docMk/>
            <pc:sldMk cId="125764734" sldId="1102"/>
            <ac:cxnSpMk id="5" creationId="{838012D8-86F7-2460-D9BC-B9CD7ABE30AB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9:01.944" v="23168"/>
        <pc:sldMkLst>
          <pc:docMk/>
          <pc:sldMk cId="3977313246" sldId="1103"/>
        </pc:sldMkLst>
        <pc:spChg chg="mod">
          <ac:chgData name="김명호" userId="e0d603aa-548e-418b-a070-918475337925" providerId="ADAL" clId="{EB451184-BA9A-4A5C-9B3F-495ADF05D454}" dt="2023-09-20T11:13:34.293" v="15038" actId="1036"/>
          <ac:spMkLst>
            <pc:docMk/>
            <pc:sldMk cId="3977313246" sldId="1103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1:14:44.812" v="15271" actId="13926"/>
          <ac:spMkLst>
            <pc:docMk/>
            <pc:sldMk cId="3977313246" sldId="1103"/>
            <ac:spMk id="7" creationId="{0C81DD60-D84B-4D3C-8F3E-7D0E22E11300}"/>
          </ac:spMkLst>
        </pc:spChg>
        <pc:grpChg chg="del">
          <ac:chgData name="김명호" userId="e0d603aa-548e-418b-a070-918475337925" providerId="ADAL" clId="{EB451184-BA9A-4A5C-9B3F-495ADF05D454}" dt="2023-09-20T11:13:40.018" v="15039" actId="478"/>
          <ac:grpSpMkLst>
            <pc:docMk/>
            <pc:sldMk cId="3977313246" sldId="1103"/>
            <ac:grpSpMk id="10" creationId="{9BD4D759-3BE9-C88B-DAD2-E291138688B9}"/>
          </ac:grpSpMkLst>
        </pc:grpChg>
        <pc:graphicFrameChg chg="mod">
          <ac:chgData name="김명호" userId="e0d603aa-548e-418b-a070-918475337925" providerId="ADAL" clId="{EB451184-BA9A-4A5C-9B3F-495ADF05D454}" dt="2023-09-22T07:39:01.944" v="23168"/>
          <ac:graphicFrameMkLst>
            <pc:docMk/>
            <pc:sldMk cId="3977313246" sldId="1103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0T11:13:34.293" v="15038" actId="1036"/>
          <ac:cxnSpMkLst>
            <pc:docMk/>
            <pc:sldMk cId="3977313246" sldId="1103"/>
            <ac:cxnSpMk id="5" creationId="{838012D8-86F7-2460-D9BC-B9CD7ABE30AB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9:04.809" v="23169"/>
        <pc:sldMkLst>
          <pc:docMk/>
          <pc:sldMk cId="3807508914" sldId="1104"/>
        </pc:sldMkLst>
        <pc:spChg chg="mod">
          <ac:chgData name="김명호" userId="e0d603aa-548e-418b-a070-918475337925" providerId="ADAL" clId="{EB451184-BA9A-4A5C-9B3F-495ADF05D454}" dt="2023-09-20T11:19:57.650" v="15505"/>
          <ac:spMkLst>
            <pc:docMk/>
            <pc:sldMk cId="3807508914" sldId="1104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1:21:06.178" v="15521" actId="1076"/>
          <ac:spMkLst>
            <pc:docMk/>
            <pc:sldMk cId="3807508914" sldId="1104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1:21:06.178" v="15521" actId="1076"/>
          <ac:spMkLst>
            <pc:docMk/>
            <pc:sldMk cId="3807508914" sldId="1104"/>
            <ac:spMk id="14" creationId="{B5C26A1A-0191-19A4-8426-BDE238A47C86}"/>
          </ac:spMkLst>
        </pc:spChg>
        <pc:spChg chg="del">
          <ac:chgData name="김명호" userId="e0d603aa-548e-418b-a070-918475337925" providerId="ADAL" clId="{EB451184-BA9A-4A5C-9B3F-495ADF05D454}" dt="2023-09-20T11:20:21.817" v="15510" actId="478"/>
          <ac:spMkLst>
            <pc:docMk/>
            <pc:sldMk cId="3807508914" sldId="1104"/>
            <ac:spMk id="19" creationId="{B6FD7108-32AB-73EA-EB39-9310F4129214}"/>
          </ac:spMkLst>
        </pc:spChg>
        <pc:spChg chg="add mod">
          <ac:chgData name="김명호" userId="e0d603aa-548e-418b-a070-918475337925" providerId="ADAL" clId="{EB451184-BA9A-4A5C-9B3F-495ADF05D454}" dt="2023-09-20T11:21:06.178" v="15521" actId="1076"/>
          <ac:spMkLst>
            <pc:docMk/>
            <pc:sldMk cId="3807508914" sldId="1104"/>
            <ac:spMk id="25" creationId="{A3C95476-EF99-2917-92DE-23C94CF9CBE2}"/>
          </ac:spMkLst>
        </pc:spChg>
        <pc:spChg chg="add mod">
          <ac:chgData name="김명호" userId="e0d603aa-548e-418b-a070-918475337925" providerId="ADAL" clId="{EB451184-BA9A-4A5C-9B3F-495ADF05D454}" dt="2023-09-20T11:21:06.178" v="15521" actId="1076"/>
          <ac:spMkLst>
            <pc:docMk/>
            <pc:sldMk cId="3807508914" sldId="1104"/>
            <ac:spMk id="27" creationId="{102A3433-07AD-CE8E-E65B-D5BA2087CB70}"/>
          </ac:spMkLst>
        </pc:spChg>
        <pc:spChg chg="del">
          <ac:chgData name="김명호" userId="e0d603aa-548e-418b-a070-918475337925" providerId="ADAL" clId="{EB451184-BA9A-4A5C-9B3F-495ADF05D454}" dt="2023-09-20T11:20:21.817" v="15510" actId="478"/>
          <ac:spMkLst>
            <pc:docMk/>
            <pc:sldMk cId="3807508914" sldId="1104"/>
            <ac:spMk id="28" creationId="{1213D27D-89AA-0854-11CD-DCB410D01EFF}"/>
          </ac:spMkLst>
        </pc:spChg>
        <pc:spChg chg="add mod">
          <ac:chgData name="김명호" userId="e0d603aa-548e-418b-a070-918475337925" providerId="ADAL" clId="{EB451184-BA9A-4A5C-9B3F-495ADF05D454}" dt="2023-09-20T11:21:02.214" v="15520"/>
          <ac:spMkLst>
            <pc:docMk/>
            <pc:sldMk cId="3807508914" sldId="1104"/>
            <ac:spMk id="34" creationId="{3E674247-52F3-4360-46A2-C76D54B118CE}"/>
          </ac:spMkLst>
        </pc:spChg>
        <pc:spChg chg="add mod">
          <ac:chgData name="김명호" userId="e0d603aa-548e-418b-a070-918475337925" providerId="ADAL" clId="{EB451184-BA9A-4A5C-9B3F-495ADF05D454}" dt="2023-09-20T11:21:02.214" v="15520"/>
          <ac:spMkLst>
            <pc:docMk/>
            <pc:sldMk cId="3807508914" sldId="1104"/>
            <ac:spMk id="35" creationId="{E426F4D5-A103-9962-2E32-F89B87F44C6E}"/>
          </ac:spMkLst>
        </pc:spChg>
        <pc:graphicFrameChg chg="mod">
          <ac:chgData name="김명호" userId="e0d603aa-548e-418b-a070-918475337925" providerId="ADAL" clId="{EB451184-BA9A-4A5C-9B3F-495ADF05D454}" dt="2023-09-22T07:39:04.809" v="23169"/>
          <ac:graphicFrameMkLst>
            <pc:docMk/>
            <pc:sldMk cId="3807508914" sldId="1104"/>
            <ac:graphicFrameMk id="6" creationId="{924148D2-5097-2877-1A30-57054C4A5264}"/>
          </ac:graphicFrameMkLst>
        </pc:graphicFrameChg>
        <pc:picChg chg="del">
          <ac:chgData name="김명호" userId="e0d603aa-548e-418b-a070-918475337925" providerId="ADAL" clId="{EB451184-BA9A-4A5C-9B3F-495ADF05D454}" dt="2023-09-20T11:18:08.465" v="15273" actId="478"/>
          <ac:picMkLst>
            <pc:docMk/>
            <pc:sldMk cId="3807508914" sldId="1104"/>
            <ac:picMk id="7" creationId="{8162321A-93A6-1461-16E9-6B1C5573BCAC}"/>
          </ac:picMkLst>
        </pc:picChg>
        <pc:picChg chg="add mod modCrop">
          <ac:chgData name="김명호" userId="e0d603aa-548e-418b-a070-918475337925" providerId="ADAL" clId="{EB451184-BA9A-4A5C-9B3F-495ADF05D454}" dt="2023-09-20T11:21:06.178" v="15521" actId="1076"/>
          <ac:picMkLst>
            <pc:docMk/>
            <pc:sldMk cId="3807508914" sldId="1104"/>
            <ac:picMk id="8" creationId="{359F2C7F-A183-305A-E1E2-64F87BF3A18E}"/>
          </ac:picMkLst>
        </pc:picChg>
        <pc:picChg chg="del">
          <ac:chgData name="김명호" userId="e0d603aa-548e-418b-a070-918475337925" providerId="ADAL" clId="{EB451184-BA9A-4A5C-9B3F-495ADF05D454}" dt="2023-09-20T11:18:08.880" v="15274" actId="478"/>
          <ac:picMkLst>
            <pc:docMk/>
            <pc:sldMk cId="3807508914" sldId="1104"/>
            <ac:picMk id="10" creationId="{B307BAB5-BE17-D5DB-A561-D8DC431B6375}"/>
          </ac:picMkLst>
        </pc:picChg>
        <pc:picChg chg="add mod modCrop">
          <ac:chgData name="김명호" userId="e0d603aa-548e-418b-a070-918475337925" providerId="ADAL" clId="{EB451184-BA9A-4A5C-9B3F-495ADF05D454}" dt="2023-09-20T11:21:06.178" v="15521" actId="1076"/>
          <ac:picMkLst>
            <pc:docMk/>
            <pc:sldMk cId="3807508914" sldId="1104"/>
            <ac:picMk id="12" creationId="{25302AD6-6403-C61D-36E7-A5DFB85200EA}"/>
          </ac:picMkLst>
        </pc:picChg>
        <pc:picChg chg="del">
          <ac:chgData name="김명호" userId="e0d603aa-548e-418b-a070-918475337925" providerId="ADAL" clId="{EB451184-BA9A-4A5C-9B3F-495ADF05D454}" dt="2023-09-20T11:18:09.324" v="15275" actId="478"/>
          <ac:picMkLst>
            <pc:docMk/>
            <pc:sldMk cId="3807508914" sldId="1104"/>
            <ac:picMk id="17" creationId="{CD99C06C-5FD3-B517-F192-CFC33DF6EFD7}"/>
          </ac:picMkLst>
        </pc:picChg>
        <pc:picChg chg="del">
          <ac:chgData name="김명호" userId="e0d603aa-548e-418b-a070-918475337925" providerId="ADAL" clId="{EB451184-BA9A-4A5C-9B3F-495ADF05D454}" dt="2023-09-20T11:18:09.688" v="15276" actId="478"/>
          <ac:picMkLst>
            <pc:docMk/>
            <pc:sldMk cId="3807508914" sldId="1104"/>
            <ac:picMk id="18" creationId="{89B4DDF9-B3DE-A123-F5C1-CD5E286A5A9F}"/>
          </ac:picMkLst>
        </pc:picChg>
        <pc:picChg chg="add mod">
          <ac:chgData name="김명호" userId="e0d603aa-548e-418b-a070-918475337925" providerId="ADAL" clId="{EB451184-BA9A-4A5C-9B3F-495ADF05D454}" dt="2023-09-20T11:21:06.178" v="15521" actId="1076"/>
          <ac:picMkLst>
            <pc:docMk/>
            <pc:sldMk cId="3807508914" sldId="1104"/>
            <ac:picMk id="23" creationId="{ADD75AC1-C1C6-9D0D-5605-CA67D9D1C549}"/>
          </ac:picMkLst>
        </pc:picChg>
        <pc:picChg chg="add mod">
          <ac:chgData name="김명호" userId="e0d603aa-548e-418b-a070-918475337925" providerId="ADAL" clId="{EB451184-BA9A-4A5C-9B3F-495ADF05D454}" dt="2023-09-20T11:21:06.178" v="15521" actId="1076"/>
          <ac:picMkLst>
            <pc:docMk/>
            <pc:sldMk cId="3807508914" sldId="1104"/>
            <ac:picMk id="24" creationId="{04CEBE54-6C20-44B1-A1DC-18E7EB51C870}"/>
          </ac:picMkLst>
        </pc:picChg>
        <pc:cxnChg chg="mod ord">
          <ac:chgData name="김명호" userId="e0d603aa-548e-418b-a070-918475337925" providerId="ADAL" clId="{EB451184-BA9A-4A5C-9B3F-495ADF05D454}" dt="2023-09-20T11:21:06.178" v="15521" actId="1076"/>
          <ac:cxnSpMkLst>
            <pc:docMk/>
            <pc:sldMk cId="3807508914" sldId="1104"/>
            <ac:cxnSpMk id="13" creationId="{6387ACAF-04E1-5894-06FE-B0F44514EAE8}"/>
          </ac:cxnSpMkLst>
        </pc:cxnChg>
        <pc:cxnChg chg="del mod">
          <ac:chgData name="김명호" userId="e0d603aa-548e-418b-a070-918475337925" providerId="ADAL" clId="{EB451184-BA9A-4A5C-9B3F-495ADF05D454}" dt="2023-09-20T11:20:21.817" v="15510" actId="478"/>
          <ac:cxnSpMkLst>
            <pc:docMk/>
            <pc:sldMk cId="3807508914" sldId="1104"/>
            <ac:cxnSpMk id="22" creationId="{E9723223-86BD-187E-2118-AB8EB16A9B88}"/>
          </ac:cxnSpMkLst>
        </pc:cxnChg>
        <pc:cxnChg chg="add mod">
          <ac:chgData name="김명호" userId="e0d603aa-548e-418b-a070-918475337925" providerId="ADAL" clId="{EB451184-BA9A-4A5C-9B3F-495ADF05D454}" dt="2023-09-20T11:21:06.178" v="15521" actId="1076"/>
          <ac:cxnSpMkLst>
            <pc:docMk/>
            <pc:sldMk cId="3807508914" sldId="1104"/>
            <ac:cxnSpMk id="26" creationId="{7286124D-3EAB-FCAE-D569-317ED9CAA3E1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9:07.934" v="23170"/>
        <pc:sldMkLst>
          <pc:docMk/>
          <pc:sldMk cId="2600244244" sldId="1105"/>
        </pc:sldMkLst>
        <pc:spChg chg="mod">
          <ac:chgData name="김명호" userId="e0d603aa-548e-418b-a070-918475337925" providerId="ADAL" clId="{EB451184-BA9A-4A5C-9B3F-495ADF05D454}" dt="2023-09-20T11:57:43.911" v="16259"/>
          <ac:spMkLst>
            <pc:docMk/>
            <pc:sldMk cId="2600244244" sldId="1105"/>
            <ac:spMk id="4" creationId="{B29C842E-FD35-555C-803F-4C01A8C6EA32}"/>
          </ac:spMkLst>
        </pc:spChg>
        <pc:spChg chg="mod ord">
          <ac:chgData name="김명호" userId="e0d603aa-548e-418b-a070-918475337925" providerId="ADAL" clId="{EB451184-BA9A-4A5C-9B3F-495ADF05D454}" dt="2023-09-20T11:54:56.870" v="16028" actId="166"/>
          <ac:spMkLst>
            <pc:docMk/>
            <pc:sldMk cId="2600244244" sldId="1105"/>
            <ac:spMk id="11" creationId="{5FE8FE42-2B15-8E91-CBD7-11BAC37EAEF7}"/>
          </ac:spMkLst>
        </pc:spChg>
        <pc:spChg chg="mod ord">
          <ac:chgData name="김명호" userId="e0d603aa-548e-418b-a070-918475337925" providerId="ADAL" clId="{EB451184-BA9A-4A5C-9B3F-495ADF05D454}" dt="2023-09-20T11:55:07.521" v="16029" actId="14100"/>
          <ac:spMkLst>
            <pc:docMk/>
            <pc:sldMk cId="2600244244" sldId="1105"/>
            <ac:spMk id="14" creationId="{B5C26A1A-0191-19A4-8426-BDE238A47C86}"/>
          </ac:spMkLst>
        </pc:spChg>
        <pc:spChg chg="add mod ord">
          <ac:chgData name="김명호" userId="e0d603aa-548e-418b-a070-918475337925" providerId="ADAL" clId="{EB451184-BA9A-4A5C-9B3F-495ADF05D454}" dt="2023-09-20T11:55:40.226" v="16037" actId="208"/>
          <ac:spMkLst>
            <pc:docMk/>
            <pc:sldMk cId="2600244244" sldId="1105"/>
            <ac:spMk id="19" creationId="{1776BC2A-1AAA-7307-F8CA-F7C9AA40955F}"/>
          </ac:spMkLst>
        </pc:spChg>
        <pc:spChg chg="add mod ord">
          <ac:chgData name="김명호" userId="e0d603aa-548e-418b-a070-918475337925" providerId="ADAL" clId="{EB451184-BA9A-4A5C-9B3F-495ADF05D454}" dt="2023-09-20T11:55:40.226" v="16037" actId="208"/>
          <ac:spMkLst>
            <pc:docMk/>
            <pc:sldMk cId="2600244244" sldId="1105"/>
            <ac:spMk id="21" creationId="{B0A69809-622C-3456-20AA-CF5F57B54486}"/>
          </ac:spMkLst>
        </pc:spChg>
        <pc:spChg chg="del">
          <ac:chgData name="김명호" userId="e0d603aa-548e-418b-a070-918475337925" providerId="ADAL" clId="{EB451184-BA9A-4A5C-9B3F-495ADF05D454}" dt="2023-09-20T11:53:12.064" v="16012" actId="478"/>
          <ac:spMkLst>
            <pc:docMk/>
            <pc:sldMk cId="2600244244" sldId="1105"/>
            <ac:spMk id="25" creationId="{A3C95476-EF99-2917-92DE-23C94CF9CBE2}"/>
          </ac:spMkLst>
        </pc:spChg>
        <pc:spChg chg="del">
          <ac:chgData name="김명호" userId="e0d603aa-548e-418b-a070-918475337925" providerId="ADAL" clId="{EB451184-BA9A-4A5C-9B3F-495ADF05D454}" dt="2023-09-20T11:53:12.064" v="16012" actId="478"/>
          <ac:spMkLst>
            <pc:docMk/>
            <pc:sldMk cId="2600244244" sldId="1105"/>
            <ac:spMk id="27" creationId="{102A3433-07AD-CE8E-E65B-D5BA2087CB70}"/>
          </ac:spMkLst>
        </pc:spChg>
        <pc:graphicFrameChg chg="mod">
          <ac:chgData name="김명호" userId="e0d603aa-548e-418b-a070-918475337925" providerId="ADAL" clId="{EB451184-BA9A-4A5C-9B3F-495ADF05D454}" dt="2023-09-22T07:39:07.934" v="23170"/>
          <ac:graphicFrameMkLst>
            <pc:docMk/>
            <pc:sldMk cId="2600244244" sldId="1105"/>
            <ac:graphicFrameMk id="6" creationId="{924148D2-5097-2877-1A30-57054C4A5264}"/>
          </ac:graphicFrameMkLst>
        </pc:graphicFrameChg>
        <pc:picChg chg="add del mod">
          <ac:chgData name="김명호" userId="e0d603aa-548e-418b-a070-918475337925" providerId="ADAL" clId="{EB451184-BA9A-4A5C-9B3F-495ADF05D454}" dt="2023-09-20T11:54:42.632" v="16023" actId="478"/>
          <ac:picMkLst>
            <pc:docMk/>
            <pc:sldMk cId="2600244244" sldId="1105"/>
            <ac:picMk id="2" creationId="{B5F6488E-93FD-B083-8212-67F09B7CA58A}"/>
          </ac:picMkLst>
        </pc:picChg>
        <pc:picChg chg="del">
          <ac:chgData name="김명호" userId="e0d603aa-548e-418b-a070-918475337925" providerId="ADAL" clId="{EB451184-BA9A-4A5C-9B3F-495ADF05D454}" dt="2023-09-20T11:52:25.865" v="15999" actId="478"/>
          <ac:picMkLst>
            <pc:docMk/>
            <pc:sldMk cId="2600244244" sldId="1105"/>
            <ac:picMk id="8" creationId="{359F2C7F-A183-305A-E1E2-64F87BF3A18E}"/>
          </ac:picMkLst>
        </pc:picChg>
        <pc:picChg chg="mod">
          <ac:chgData name="김명호" userId="e0d603aa-548e-418b-a070-918475337925" providerId="ADAL" clId="{EB451184-BA9A-4A5C-9B3F-495ADF05D454}" dt="2023-09-20T11:52:31.112" v="16000" actId="1076"/>
          <ac:picMkLst>
            <pc:docMk/>
            <pc:sldMk cId="2600244244" sldId="1105"/>
            <ac:picMk id="12" creationId="{25302AD6-6403-C61D-36E7-A5DFB85200EA}"/>
          </ac:picMkLst>
        </pc:picChg>
        <pc:picChg chg="add mod">
          <ac:chgData name="김명호" userId="e0d603aa-548e-418b-a070-918475337925" providerId="ADAL" clId="{EB451184-BA9A-4A5C-9B3F-495ADF05D454}" dt="2023-09-20T11:53:26.323" v="16015" actId="1076"/>
          <ac:picMkLst>
            <pc:docMk/>
            <pc:sldMk cId="2600244244" sldId="1105"/>
            <ac:picMk id="17" creationId="{793B19C5-97E0-BD01-17AE-4B2D5CC7832B}"/>
          </ac:picMkLst>
        </pc:picChg>
        <pc:picChg chg="add del mod">
          <ac:chgData name="김명호" userId="e0d603aa-548e-418b-a070-918475337925" providerId="ADAL" clId="{EB451184-BA9A-4A5C-9B3F-495ADF05D454}" dt="2023-09-20T11:55:12.402" v="16030" actId="478"/>
          <ac:picMkLst>
            <pc:docMk/>
            <pc:sldMk cId="2600244244" sldId="1105"/>
            <ac:picMk id="18" creationId="{1A5D43D4-22AB-68D5-5E69-03EF3EC55676}"/>
          </ac:picMkLst>
        </pc:picChg>
        <pc:picChg chg="del">
          <ac:chgData name="김명호" userId="e0d603aa-548e-418b-a070-918475337925" providerId="ADAL" clId="{EB451184-BA9A-4A5C-9B3F-495ADF05D454}" dt="2023-09-20T11:53:12.064" v="16012" actId="478"/>
          <ac:picMkLst>
            <pc:docMk/>
            <pc:sldMk cId="2600244244" sldId="1105"/>
            <ac:picMk id="23" creationId="{ADD75AC1-C1C6-9D0D-5605-CA67D9D1C549}"/>
          </ac:picMkLst>
        </pc:picChg>
        <pc:picChg chg="del">
          <ac:chgData name="김명호" userId="e0d603aa-548e-418b-a070-918475337925" providerId="ADAL" clId="{EB451184-BA9A-4A5C-9B3F-495ADF05D454}" dt="2023-09-20T11:53:12.064" v="16012" actId="478"/>
          <ac:picMkLst>
            <pc:docMk/>
            <pc:sldMk cId="2600244244" sldId="1105"/>
            <ac:picMk id="24" creationId="{04CEBE54-6C20-44B1-A1DC-18E7EB51C870}"/>
          </ac:picMkLst>
        </pc:picChg>
        <pc:picChg chg="add mod ord modCrop">
          <ac:chgData name="김명호" userId="e0d603aa-548e-418b-a070-918475337925" providerId="ADAL" clId="{EB451184-BA9A-4A5C-9B3F-495ADF05D454}" dt="2023-09-20T11:54:49.936" v="16027" actId="167"/>
          <ac:picMkLst>
            <pc:docMk/>
            <pc:sldMk cId="2600244244" sldId="1105"/>
            <ac:picMk id="30" creationId="{B26D55EE-7944-EF8B-4376-8AB2BDDB1692}"/>
          </ac:picMkLst>
        </pc:picChg>
        <pc:picChg chg="add mod ord">
          <ac:chgData name="김명호" userId="e0d603aa-548e-418b-a070-918475337925" providerId="ADAL" clId="{EB451184-BA9A-4A5C-9B3F-495ADF05D454}" dt="2023-09-20T11:55:19.806" v="16035" actId="167"/>
          <ac:picMkLst>
            <pc:docMk/>
            <pc:sldMk cId="2600244244" sldId="1105"/>
            <ac:picMk id="32" creationId="{BFFB37CA-FAB4-9308-D25E-E5B2D7F07628}"/>
          </ac:picMkLst>
        </pc:picChg>
        <pc:cxnChg chg="mod ord">
          <ac:chgData name="김명호" userId="e0d603aa-548e-418b-a070-918475337925" providerId="ADAL" clId="{EB451184-BA9A-4A5C-9B3F-495ADF05D454}" dt="2023-09-20T11:55:07.521" v="16029" actId="14100"/>
          <ac:cxnSpMkLst>
            <pc:docMk/>
            <pc:sldMk cId="2600244244" sldId="1105"/>
            <ac:cxnSpMk id="13" creationId="{6387ACAF-04E1-5894-06FE-B0F44514EAE8}"/>
          </ac:cxnSpMkLst>
        </pc:cxnChg>
        <pc:cxnChg chg="add mod ord">
          <ac:chgData name="김명호" userId="e0d603aa-548e-418b-a070-918475337925" providerId="ADAL" clId="{EB451184-BA9A-4A5C-9B3F-495ADF05D454}" dt="2023-09-20T11:55:40.226" v="16037" actId="208"/>
          <ac:cxnSpMkLst>
            <pc:docMk/>
            <pc:sldMk cId="2600244244" sldId="1105"/>
            <ac:cxnSpMk id="20" creationId="{6EA1B40B-73A6-5FD6-AA5D-D2C0F99843AD}"/>
          </ac:cxnSpMkLst>
        </pc:cxnChg>
        <pc:cxnChg chg="del mod">
          <ac:chgData name="김명호" userId="e0d603aa-548e-418b-a070-918475337925" providerId="ADAL" clId="{EB451184-BA9A-4A5C-9B3F-495ADF05D454}" dt="2023-09-20T11:53:12.064" v="16012" actId="478"/>
          <ac:cxnSpMkLst>
            <pc:docMk/>
            <pc:sldMk cId="2600244244" sldId="1105"/>
            <ac:cxnSpMk id="26" creationId="{7286124D-3EAB-FCAE-D569-317ED9CAA3E1}"/>
          </ac:cxnSpMkLst>
        </pc:cxnChg>
      </pc:sldChg>
      <pc:sldChg chg="add del">
        <pc:chgData name="김명호" userId="e0d603aa-548e-418b-a070-918475337925" providerId="ADAL" clId="{EB451184-BA9A-4A5C-9B3F-495ADF05D454}" dt="2023-09-20T12:00:45.050" v="16263" actId="47"/>
        <pc:sldMkLst>
          <pc:docMk/>
          <pc:sldMk cId="346170477" sldId="1106"/>
        </pc:sldMkLst>
      </pc:sldChg>
      <pc:sldChg chg="addSp delSp modSp add mod">
        <pc:chgData name="김명호" userId="e0d603aa-548e-418b-a070-918475337925" providerId="ADAL" clId="{EB451184-BA9A-4A5C-9B3F-495ADF05D454}" dt="2023-09-22T07:39:13.974" v="23171"/>
        <pc:sldMkLst>
          <pc:docMk/>
          <pc:sldMk cId="2700786403" sldId="1106"/>
        </pc:sldMkLst>
        <pc:spChg chg="mod">
          <ac:chgData name="김명호" userId="e0d603aa-548e-418b-a070-918475337925" providerId="ADAL" clId="{EB451184-BA9A-4A5C-9B3F-495ADF05D454}" dt="2023-09-20T12:01:50.597" v="16365" actId="14100"/>
          <ac:spMkLst>
            <pc:docMk/>
            <pc:sldMk cId="2700786403" sldId="1106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2:02:38.572" v="16464"/>
          <ac:spMkLst>
            <pc:docMk/>
            <pc:sldMk cId="2700786403" sldId="1106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12:02:02.605" v="16369" actId="1076"/>
          <ac:spMkLst>
            <pc:docMk/>
            <pc:sldMk cId="2700786403" sldId="1106"/>
            <ac:spMk id="11" creationId="{1014B0AD-13A7-C122-973A-A57115735C28}"/>
          </ac:spMkLst>
        </pc:spChg>
        <pc:graphicFrameChg chg="mod">
          <ac:chgData name="김명호" userId="e0d603aa-548e-418b-a070-918475337925" providerId="ADAL" clId="{EB451184-BA9A-4A5C-9B3F-495ADF05D454}" dt="2023-09-22T07:39:13.974" v="23171"/>
          <ac:graphicFrameMkLst>
            <pc:docMk/>
            <pc:sldMk cId="2700786403" sldId="1106"/>
            <ac:graphicFrameMk id="3" creationId="{EB5E6BEF-7528-22F3-81D3-C88DBE43847E}"/>
          </ac:graphicFrameMkLst>
        </pc:graphicFrameChg>
        <pc:picChg chg="add del mod ord modCrop">
          <ac:chgData name="김명호" userId="e0d603aa-548e-418b-a070-918475337925" providerId="ADAL" clId="{EB451184-BA9A-4A5C-9B3F-495ADF05D454}" dt="2023-09-20T12:04:36.838" v="16524" actId="478"/>
          <ac:picMkLst>
            <pc:docMk/>
            <pc:sldMk cId="2700786403" sldId="1106"/>
            <ac:picMk id="8" creationId="{14EA1B0E-355A-E631-8A3A-AB260C70B86A}"/>
          </ac:picMkLst>
        </pc:picChg>
        <pc:picChg chg="del">
          <ac:chgData name="김명호" userId="e0d603aa-548e-418b-a070-918475337925" providerId="ADAL" clId="{EB451184-BA9A-4A5C-9B3F-495ADF05D454}" dt="2023-09-20T12:01:19.550" v="16356" actId="478"/>
          <ac:picMkLst>
            <pc:docMk/>
            <pc:sldMk cId="2700786403" sldId="1106"/>
            <ac:picMk id="9" creationId="{EB2B297F-602E-AAC2-F889-36AABD926840}"/>
          </ac:picMkLst>
        </pc:picChg>
        <pc:cxnChg chg="mod">
          <ac:chgData name="김명호" userId="e0d603aa-548e-418b-a070-918475337925" providerId="ADAL" clId="{EB451184-BA9A-4A5C-9B3F-495ADF05D454}" dt="2023-09-20T12:01:55.836" v="16366" actId="1076"/>
          <ac:cxnSpMkLst>
            <pc:docMk/>
            <pc:sldMk cId="2700786403" sldId="1106"/>
            <ac:cxnSpMk id="5" creationId="{838012D8-86F7-2460-D9BC-B9CD7ABE30AB}"/>
          </ac:cxnSpMkLst>
        </pc:cxnChg>
        <pc:cxnChg chg="add mod">
          <ac:chgData name="김명호" userId="e0d603aa-548e-418b-a070-918475337925" providerId="ADAL" clId="{EB451184-BA9A-4A5C-9B3F-495ADF05D454}" dt="2023-09-20T12:02:02.605" v="16369" actId="1076"/>
          <ac:cxnSpMkLst>
            <pc:docMk/>
            <pc:sldMk cId="2700786403" sldId="1106"/>
            <ac:cxnSpMk id="12" creationId="{E8011E34-C4CC-D754-D3CA-59007BAEC61D}"/>
          </ac:cxnSpMkLst>
        </pc:cxnChg>
      </pc:sldChg>
      <pc:sldChg chg="add del">
        <pc:chgData name="김명호" userId="e0d603aa-548e-418b-a070-918475337925" providerId="ADAL" clId="{EB451184-BA9A-4A5C-9B3F-495ADF05D454}" dt="2023-09-20T11:59:05.801" v="16261" actId="47"/>
        <pc:sldMkLst>
          <pc:docMk/>
          <pc:sldMk cId="3430317240" sldId="1106"/>
        </pc:sldMkLst>
      </pc:sldChg>
      <pc:sldChg chg="addSp delSp modSp add mod">
        <pc:chgData name="김명호" userId="e0d603aa-548e-418b-a070-918475337925" providerId="ADAL" clId="{EB451184-BA9A-4A5C-9B3F-495ADF05D454}" dt="2023-09-22T07:39:16.638" v="23172"/>
        <pc:sldMkLst>
          <pc:docMk/>
          <pc:sldMk cId="1936214501" sldId="1107"/>
        </pc:sldMkLst>
        <pc:spChg chg="mod">
          <ac:chgData name="김명호" userId="e0d603aa-548e-418b-a070-918475337925" providerId="ADAL" clId="{EB451184-BA9A-4A5C-9B3F-495ADF05D454}" dt="2023-09-20T12:05:17.563" v="16538" actId="14100"/>
          <ac:spMkLst>
            <pc:docMk/>
            <pc:sldMk cId="1936214501" sldId="1107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0T12:06:07.394" v="16540"/>
          <ac:spMkLst>
            <pc:docMk/>
            <pc:sldMk cId="1936214501" sldId="1107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0T12:05:07.241" v="16534" actId="478"/>
          <ac:spMkLst>
            <pc:docMk/>
            <pc:sldMk cId="1936214501" sldId="1107"/>
            <ac:spMk id="11" creationId="{1014B0AD-13A7-C122-973A-A57115735C28}"/>
          </ac:spMkLst>
        </pc:spChg>
        <pc:spChg chg="mod">
          <ac:chgData name="김명호" userId="e0d603aa-548e-418b-a070-918475337925" providerId="ADAL" clId="{EB451184-BA9A-4A5C-9B3F-495ADF05D454}" dt="2023-09-20T12:06:24.800" v="16541"/>
          <ac:spMkLst>
            <pc:docMk/>
            <pc:sldMk cId="1936214501" sldId="1107"/>
            <ac:spMk id="14" creationId="{4CCCA89A-36C7-B7E8-9C01-1B3C843362D2}"/>
          </ac:spMkLst>
        </pc:spChg>
        <pc:spChg chg="mod">
          <ac:chgData name="김명호" userId="e0d603aa-548e-418b-a070-918475337925" providerId="ADAL" clId="{EB451184-BA9A-4A5C-9B3F-495ADF05D454}" dt="2023-09-20T12:06:24.800" v="16541"/>
          <ac:spMkLst>
            <pc:docMk/>
            <pc:sldMk cId="1936214501" sldId="1107"/>
            <ac:spMk id="15" creationId="{E2937F45-FDAB-1583-7A10-C1D2178F7556}"/>
          </ac:spMkLst>
        </pc:spChg>
        <pc:spChg chg="mod">
          <ac:chgData name="김명호" userId="e0d603aa-548e-418b-a070-918475337925" providerId="ADAL" clId="{EB451184-BA9A-4A5C-9B3F-495ADF05D454}" dt="2023-09-20T12:06:26.466" v="16543"/>
          <ac:spMkLst>
            <pc:docMk/>
            <pc:sldMk cId="1936214501" sldId="1107"/>
            <ac:spMk id="17" creationId="{8C090486-F7BE-98B6-A1FC-8D5B0F3B3427}"/>
          </ac:spMkLst>
        </pc:spChg>
        <pc:spChg chg="mod">
          <ac:chgData name="김명호" userId="e0d603aa-548e-418b-a070-918475337925" providerId="ADAL" clId="{EB451184-BA9A-4A5C-9B3F-495ADF05D454}" dt="2023-09-20T12:07:48.027" v="16564"/>
          <ac:spMkLst>
            <pc:docMk/>
            <pc:sldMk cId="1936214501" sldId="1107"/>
            <ac:spMk id="18" creationId="{EB2C62F4-2C62-6EBC-DAAB-80E03C55BCBB}"/>
          </ac:spMkLst>
        </pc:spChg>
        <pc:grpChg chg="add del mod">
          <ac:chgData name="김명호" userId="e0d603aa-548e-418b-a070-918475337925" providerId="ADAL" clId="{EB451184-BA9A-4A5C-9B3F-495ADF05D454}" dt="2023-09-20T12:06:25.848" v="16542"/>
          <ac:grpSpMkLst>
            <pc:docMk/>
            <pc:sldMk cId="1936214501" sldId="1107"/>
            <ac:grpSpMk id="13" creationId="{BF7E8A78-FDBE-0EA7-0178-143618712C5E}"/>
          </ac:grpSpMkLst>
        </pc:grpChg>
        <pc:grpChg chg="add mod">
          <ac:chgData name="김명호" userId="e0d603aa-548e-418b-a070-918475337925" providerId="ADAL" clId="{EB451184-BA9A-4A5C-9B3F-495ADF05D454}" dt="2023-09-20T12:06:28.259" v="16544" actId="1076"/>
          <ac:grpSpMkLst>
            <pc:docMk/>
            <pc:sldMk cId="1936214501" sldId="1107"/>
            <ac:grpSpMk id="16" creationId="{BF547287-55A4-8BC0-2FD9-6DBBD6D31E79}"/>
          </ac:grpSpMkLst>
        </pc:grpChg>
        <pc:graphicFrameChg chg="mod modGraphic">
          <ac:chgData name="김명호" userId="e0d603aa-548e-418b-a070-918475337925" providerId="ADAL" clId="{EB451184-BA9A-4A5C-9B3F-495ADF05D454}" dt="2023-09-22T07:39:16.638" v="23172"/>
          <ac:graphicFrameMkLst>
            <pc:docMk/>
            <pc:sldMk cId="1936214501" sldId="110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0T12:05:00.107" v="16531" actId="478"/>
          <ac:picMkLst>
            <pc:docMk/>
            <pc:sldMk cId="1936214501" sldId="1107"/>
            <ac:picMk id="8" creationId="{14EA1B0E-355A-E631-8A3A-AB260C70B86A}"/>
          </ac:picMkLst>
        </pc:picChg>
        <pc:picChg chg="add mod ord modCrop">
          <ac:chgData name="김명호" userId="e0d603aa-548e-418b-a070-918475337925" providerId="ADAL" clId="{EB451184-BA9A-4A5C-9B3F-495ADF05D454}" dt="2023-09-20T12:05:04.384" v="16533" actId="167"/>
          <ac:picMkLst>
            <pc:docMk/>
            <pc:sldMk cId="1936214501" sldId="1107"/>
            <ac:picMk id="9" creationId="{643C83A6-38BC-6B81-8990-179D10BB7466}"/>
          </ac:picMkLst>
        </pc:picChg>
        <pc:cxnChg chg="mod">
          <ac:chgData name="김명호" userId="e0d603aa-548e-418b-a070-918475337925" providerId="ADAL" clId="{EB451184-BA9A-4A5C-9B3F-495ADF05D454}" dt="2023-09-20T12:05:19.555" v="16539" actId="1076"/>
          <ac:cxnSpMkLst>
            <pc:docMk/>
            <pc:sldMk cId="1936214501" sldId="1107"/>
            <ac:cxnSpMk id="5" creationId="{838012D8-86F7-2460-D9BC-B9CD7ABE30AB}"/>
          </ac:cxnSpMkLst>
        </pc:cxnChg>
        <pc:cxnChg chg="del">
          <ac:chgData name="김명호" userId="e0d603aa-548e-418b-a070-918475337925" providerId="ADAL" clId="{EB451184-BA9A-4A5C-9B3F-495ADF05D454}" dt="2023-09-20T12:05:07.241" v="16534" actId="478"/>
          <ac:cxnSpMkLst>
            <pc:docMk/>
            <pc:sldMk cId="1936214501" sldId="1107"/>
            <ac:cxnSpMk id="12" creationId="{E8011E34-C4CC-D754-D3CA-59007BAEC61D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9:20.324" v="23173"/>
        <pc:sldMkLst>
          <pc:docMk/>
          <pc:sldMk cId="3312114022" sldId="1108"/>
        </pc:sldMkLst>
        <pc:spChg chg="mod">
          <ac:chgData name="김명호" userId="e0d603aa-548e-418b-a070-918475337925" providerId="ADAL" clId="{EB451184-BA9A-4A5C-9B3F-495ADF05D454}" dt="2023-09-20T12:11:09.449" v="16575" actId="14100"/>
          <ac:spMkLst>
            <pc:docMk/>
            <pc:sldMk cId="3312114022" sldId="1108"/>
            <ac:spMk id="4" creationId="{6FB51CB1-0386-702D-473C-47C4459D41D9}"/>
          </ac:spMkLst>
        </pc:spChg>
        <pc:spChg chg="mod">
          <ac:chgData name="김명호" userId="e0d603aa-548e-418b-a070-918475337925" providerId="ADAL" clId="{EB451184-BA9A-4A5C-9B3F-495ADF05D454}" dt="2023-09-22T07:15:11.697" v="22166" actId="13926"/>
          <ac:spMkLst>
            <pc:docMk/>
            <pc:sldMk cId="3312114022" sldId="1108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0T12:11:23.967" v="16590" actId="20577"/>
          <ac:spMkLst>
            <pc:docMk/>
            <pc:sldMk cId="3312114022" sldId="1108"/>
            <ac:spMk id="10" creationId="{E9D39091-88B8-837D-56EF-BDF090686FC9}"/>
          </ac:spMkLst>
        </pc:spChg>
        <pc:grpChg chg="del">
          <ac:chgData name="김명호" userId="e0d603aa-548e-418b-a070-918475337925" providerId="ADAL" clId="{EB451184-BA9A-4A5C-9B3F-495ADF05D454}" dt="2023-09-20T12:12:54" v="17050" actId="478"/>
          <ac:grpSpMkLst>
            <pc:docMk/>
            <pc:sldMk cId="3312114022" sldId="1108"/>
            <ac:grpSpMk id="16" creationId="{BF547287-55A4-8BC0-2FD9-6DBBD6D31E79}"/>
          </ac:grpSpMkLst>
        </pc:grpChg>
        <pc:graphicFrameChg chg="mod modGraphic">
          <ac:chgData name="김명호" userId="e0d603aa-548e-418b-a070-918475337925" providerId="ADAL" clId="{EB451184-BA9A-4A5C-9B3F-495ADF05D454}" dt="2023-09-22T07:39:20.324" v="23173"/>
          <ac:graphicFrameMkLst>
            <pc:docMk/>
            <pc:sldMk cId="3312114022" sldId="1108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0T12:10:58.199" v="16573" actId="167"/>
          <ac:picMkLst>
            <pc:docMk/>
            <pc:sldMk cId="3312114022" sldId="1108"/>
            <ac:picMk id="8" creationId="{954EA7E0-6BF0-B1F2-5A9C-FEF72C2C38A7}"/>
          </ac:picMkLst>
        </pc:picChg>
        <pc:picChg chg="del">
          <ac:chgData name="김명호" userId="e0d603aa-548e-418b-a070-918475337925" providerId="ADAL" clId="{EB451184-BA9A-4A5C-9B3F-495ADF05D454}" dt="2023-09-20T12:10:20.929" v="16566" actId="478"/>
          <ac:picMkLst>
            <pc:docMk/>
            <pc:sldMk cId="3312114022" sldId="1108"/>
            <ac:picMk id="9" creationId="{643C83A6-38BC-6B81-8990-179D10BB7466}"/>
          </ac:picMkLst>
        </pc:picChg>
        <pc:cxnChg chg="mod">
          <ac:chgData name="김명호" userId="e0d603aa-548e-418b-a070-918475337925" providerId="ADAL" clId="{EB451184-BA9A-4A5C-9B3F-495ADF05D454}" dt="2023-09-20T12:11:05.386" v="16574" actId="1076"/>
          <ac:cxnSpMkLst>
            <pc:docMk/>
            <pc:sldMk cId="3312114022" sldId="1108"/>
            <ac:cxnSpMk id="5" creationId="{838012D8-86F7-2460-D9BC-B9CD7ABE30AB}"/>
          </ac:cxnSpMkLst>
        </pc:cxnChg>
      </pc:sldChg>
      <pc:sldChg chg="modSp mod">
        <pc:chgData name="김명호" userId="e0d603aa-548e-418b-a070-918475337925" providerId="ADAL" clId="{EB451184-BA9A-4A5C-9B3F-495ADF05D454}" dt="2023-09-22T07:39:23.101" v="23174"/>
        <pc:sldMkLst>
          <pc:docMk/>
          <pc:sldMk cId="2655692448" sldId="1109"/>
        </pc:sldMkLst>
        <pc:graphicFrameChg chg="mod modGraphic">
          <ac:chgData name="김명호" userId="e0d603aa-548e-418b-a070-918475337925" providerId="ADAL" clId="{EB451184-BA9A-4A5C-9B3F-495ADF05D454}" dt="2023-09-22T07:39:23.101" v="23174"/>
          <ac:graphicFrameMkLst>
            <pc:docMk/>
            <pc:sldMk cId="2655692448" sldId="1109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7:25.301" v="23109"/>
        <pc:sldMkLst>
          <pc:docMk/>
          <pc:sldMk cId="4142125621" sldId="1110"/>
        </pc:sldMkLst>
        <pc:graphicFrameChg chg="mod modGraphic">
          <ac:chgData name="김명호" userId="e0d603aa-548e-418b-a070-918475337925" providerId="ADAL" clId="{EB451184-BA9A-4A5C-9B3F-495ADF05D454}" dt="2023-09-22T07:37:25.301" v="23109"/>
          <ac:graphicFrameMkLst>
            <pc:docMk/>
            <pc:sldMk cId="4142125621" sldId="1110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7:33.332" v="23127"/>
        <pc:sldMkLst>
          <pc:docMk/>
          <pc:sldMk cId="787417576" sldId="1111"/>
        </pc:sldMkLst>
        <pc:graphicFrameChg chg="mod modGraphic">
          <ac:chgData name="김명호" userId="e0d603aa-548e-418b-a070-918475337925" providerId="ADAL" clId="{EB451184-BA9A-4A5C-9B3F-495ADF05D454}" dt="2023-09-22T07:37:33.332" v="23127"/>
          <ac:graphicFrameMkLst>
            <pc:docMk/>
            <pc:sldMk cId="787417576" sldId="1111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33.899" v="23190"/>
        <pc:sldMkLst>
          <pc:docMk/>
          <pc:sldMk cId="976008353" sldId="1112"/>
        </pc:sldMkLst>
        <pc:graphicFrameChg chg="mod modGraphic">
          <ac:chgData name="김명호" userId="e0d603aa-548e-418b-a070-918475337925" providerId="ADAL" clId="{EB451184-BA9A-4A5C-9B3F-495ADF05D454}" dt="2023-09-22T07:39:33.899" v="23190"/>
          <ac:graphicFrameMkLst>
            <pc:docMk/>
            <pc:sldMk cId="976008353" sldId="1112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27.492" v="23175"/>
        <pc:sldMkLst>
          <pc:docMk/>
          <pc:sldMk cId="2778841007" sldId="1113"/>
        </pc:sldMkLst>
        <pc:graphicFrameChg chg="mod modGraphic">
          <ac:chgData name="김명호" userId="e0d603aa-548e-418b-a070-918475337925" providerId="ADAL" clId="{EB451184-BA9A-4A5C-9B3F-495ADF05D454}" dt="2023-09-22T07:39:27.492" v="23175"/>
          <ac:graphicFrameMkLst>
            <pc:docMk/>
            <pc:sldMk cId="2778841007" sldId="1113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37.884" v="23191"/>
        <pc:sldMkLst>
          <pc:docMk/>
          <pc:sldMk cId="2534469432" sldId="1114"/>
        </pc:sldMkLst>
        <pc:graphicFrameChg chg="mod modGraphic">
          <ac:chgData name="김명호" userId="e0d603aa-548e-418b-a070-918475337925" providerId="ADAL" clId="{EB451184-BA9A-4A5C-9B3F-495ADF05D454}" dt="2023-09-22T07:39:37.884" v="23191"/>
          <ac:graphicFrameMkLst>
            <pc:docMk/>
            <pc:sldMk cId="2534469432" sldId="1114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47.158" v="23194"/>
        <pc:sldMkLst>
          <pc:docMk/>
          <pc:sldMk cId="2338931314" sldId="1115"/>
        </pc:sldMkLst>
        <pc:graphicFrameChg chg="mod modGraphic">
          <ac:chgData name="김명호" userId="e0d603aa-548e-418b-a070-918475337925" providerId="ADAL" clId="{EB451184-BA9A-4A5C-9B3F-495ADF05D454}" dt="2023-09-22T07:39:47.158" v="23194"/>
          <ac:graphicFrameMkLst>
            <pc:docMk/>
            <pc:sldMk cId="2338931314" sldId="1115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49.157" v="23195"/>
        <pc:sldMkLst>
          <pc:docMk/>
          <pc:sldMk cId="3052116131" sldId="1116"/>
        </pc:sldMkLst>
        <pc:graphicFrameChg chg="mod modGraphic">
          <ac:chgData name="김명호" userId="e0d603aa-548e-418b-a070-918475337925" providerId="ADAL" clId="{EB451184-BA9A-4A5C-9B3F-495ADF05D454}" dt="2023-09-22T07:39:49.157" v="23195"/>
          <ac:graphicFrameMkLst>
            <pc:docMk/>
            <pc:sldMk cId="3052116131" sldId="1116"/>
            <ac:graphicFrameMk id="3" creationId="{EB5E6BEF-7528-22F3-81D3-C88DBE43847E}"/>
          </ac:graphicFrameMkLst>
        </pc:graphicFrameChg>
      </pc:sldChg>
      <pc:sldChg chg="modSp">
        <pc:chgData name="김명호" userId="e0d603aa-548e-418b-a070-918475337925" providerId="ADAL" clId="{EB451184-BA9A-4A5C-9B3F-495ADF05D454}" dt="2023-09-22T07:39:43.805" v="23193"/>
        <pc:sldMkLst>
          <pc:docMk/>
          <pc:sldMk cId="108431585" sldId="1117"/>
        </pc:sldMkLst>
        <pc:graphicFrameChg chg="mod">
          <ac:chgData name="김명호" userId="e0d603aa-548e-418b-a070-918475337925" providerId="ADAL" clId="{EB451184-BA9A-4A5C-9B3F-495ADF05D454}" dt="2023-09-22T07:39:43.805" v="23193"/>
          <ac:graphicFrameMkLst>
            <pc:docMk/>
            <pc:sldMk cId="108431585" sldId="1117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55.461" v="23197"/>
        <pc:sldMkLst>
          <pc:docMk/>
          <pc:sldMk cId="385010898" sldId="1118"/>
        </pc:sldMkLst>
        <pc:graphicFrameChg chg="mod modGraphic">
          <ac:chgData name="김명호" userId="e0d603aa-548e-418b-a070-918475337925" providerId="ADAL" clId="{EB451184-BA9A-4A5C-9B3F-495ADF05D454}" dt="2023-09-22T07:39:55.461" v="23197"/>
          <ac:graphicFrameMkLst>
            <pc:docMk/>
            <pc:sldMk cId="385010898" sldId="1118"/>
            <ac:graphicFrameMk id="3" creationId="{EB5E6BEF-7528-22F3-81D3-C88DBE43847E}"/>
          </ac:graphicFrameMkLst>
        </pc:graphicFrameChg>
      </pc:sldChg>
      <pc:sldChg chg="modSp mod">
        <pc:chgData name="김명호" userId="e0d603aa-548e-418b-a070-918475337925" providerId="ADAL" clId="{EB451184-BA9A-4A5C-9B3F-495ADF05D454}" dt="2023-09-22T07:39:53.484" v="23196"/>
        <pc:sldMkLst>
          <pc:docMk/>
          <pc:sldMk cId="632467668" sldId="1119"/>
        </pc:sldMkLst>
        <pc:graphicFrameChg chg="mod modGraphic">
          <ac:chgData name="김명호" userId="e0d603aa-548e-418b-a070-918475337925" providerId="ADAL" clId="{EB451184-BA9A-4A5C-9B3F-495ADF05D454}" dt="2023-09-22T07:39:53.484" v="23196"/>
          <ac:graphicFrameMkLst>
            <pc:docMk/>
            <pc:sldMk cId="632467668" sldId="1119"/>
            <ac:graphicFrameMk id="3" creationId="{EB5E6BEF-7528-22F3-81D3-C88DBE43847E}"/>
          </ac:graphicFrameMkLst>
        </pc:graphicFrameChg>
      </pc:sldChg>
      <pc:sldChg chg="addSp modSp add del mod">
        <pc:chgData name="김명호" userId="e0d603aa-548e-418b-a070-918475337925" providerId="ADAL" clId="{EB451184-BA9A-4A5C-9B3F-495ADF05D454}" dt="2023-09-21T23:15:57.687" v="17791" actId="47"/>
        <pc:sldMkLst>
          <pc:docMk/>
          <pc:sldMk cId="343851099" sldId="1120"/>
        </pc:sldMkLst>
        <pc:spChg chg="add mod">
          <ac:chgData name="김명호" userId="e0d603aa-548e-418b-a070-918475337925" providerId="ADAL" clId="{EB451184-BA9A-4A5C-9B3F-495ADF05D454}" dt="2023-09-21T22:25:26.495" v="17098"/>
          <ac:spMkLst>
            <pc:docMk/>
            <pc:sldMk cId="343851099" sldId="1120"/>
            <ac:spMk id="2" creationId="{FC4F869B-FC3D-3135-5E06-8A0C70D8AA35}"/>
          </ac:spMkLst>
        </pc:spChg>
        <pc:graphicFrameChg chg="mod modGraphic">
          <ac:chgData name="김명호" userId="e0d603aa-548e-418b-a070-918475337925" providerId="ADAL" clId="{EB451184-BA9A-4A5C-9B3F-495ADF05D454}" dt="2023-09-21T22:25:22.237" v="17097" actId="20577"/>
          <ac:graphicFrameMkLst>
            <pc:docMk/>
            <pc:sldMk cId="343851099" sldId="1120"/>
            <ac:graphicFrameMk id="6" creationId="{924148D2-5097-2877-1A30-57054C4A5264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2:59.793" v="18233" actId="47"/>
        <pc:sldMkLst>
          <pc:docMk/>
          <pc:sldMk cId="2684778781" sldId="1120"/>
        </pc:sldMkLst>
      </pc:sldChg>
      <pc:sldChg chg="addSp delSp modSp add mod">
        <pc:chgData name="김명호" userId="e0d603aa-548e-418b-a070-918475337925" providerId="ADAL" clId="{EB451184-BA9A-4A5C-9B3F-495ADF05D454}" dt="2023-09-22T07:36:32.706" v="23054" actId="20577"/>
        <pc:sldMkLst>
          <pc:docMk/>
          <pc:sldMk cId="3344446772" sldId="1121"/>
        </pc:sldMkLst>
        <pc:spChg chg="add mod">
          <ac:chgData name="김명호" userId="e0d603aa-548e-418b-a070-918475337925" providerId="ADAL" clId="{EB451184-BA9A-4A5C-9B3F-495ADF05D454}" dt="2023-09-21T22:26:27.316" v="17103"/>
          <ac:spMkLst>
            <pc:docMk/>
            <pc:sldMk cId="3344446772" sldId="1121"/>
            <ac:spMk id="4" creationId="{FB00D494-E965-493B-27CE-6089C4DABBDF}"/>
          </ac:spMkLst>
        </pc:spChg>
        <pc:spChg chg="add mod">
          <ac:chgData name="김명호" userId="e0d603aa-548e-418b-a070-918475337925" providerId="ADAL" clId="{EB451184-BA9A-4A5C-9B3F-495ADF05D454}" dt="2023-09-21T22:26:30.773" v="17108" actId="20577"/>
          <ac:spMkLst>
            <pc:docMk/>
            <pc:sldMk cId="3344446772" sldId="1121"/>
            <ac:spMk id="5" creationId="{D476DBC0-A497-7B82-AEBE-6D3B2AFF391B}"/>
          </ac:spMkLst>
        </pc:spChg>
        <pc:spChg chg="mod">
          <ac:chgData name="김명호" userId="e0d603aa-548e-418b-a070-918475337925" providerId="ADAL" clId="{EB451184-BA9A-4A5C-9B3F-495ADF05D454}" dt="2023-09-22T07:00:18.323" v="21942"/>
          <ac:spMkLst>
            <pc:docMk/>
            <pc:sldMk cId="3344446772" sldId="1121"/>
            <ac:spMk id="11" creationId="{79381DA6-E510-C14D-8125-2AD84A6BD384}"/>
          </ac:spMkLst>
        </pc:spChg>
        <pc:spChg chg="mod">
          <ac:chgData name="김명호" userId="e0d603aa-548e-418b-a070-918475337925" providerId="ADAL" clId="{EB451184-BA9A-4A5C-9B3F-495ADF05D454}" dt="2023-09-22T07:00:25.348" v="21951" actId="20577"/>
          <ac:spMkLst>
            <pc:docMk/>
            <pc:sldMk cId="3344446772" sldId="1121"/>
            <ac:spMk id="12" creationId="{C23B9362-E5FC-9C29-0B1E-E95EB3C3712A}"/>
          </ac:spMkLst>
        </pc:spChg>
        <pc:grpChg chg="add mod">
          <ac:chgData name="김명호" userId="e0d603aa-548e-418b-a070-918475337925" providerId="ADAL" clId="{EB451184-BA9A-4A5C-9B3F-495ADF05D454}" dt="2023-09-22T07:00:29.625" v="21953" actId="1076"/>
          <ac:grpSpMkLst>
            <pc:docMk/>
            <pc:sldMk cId="3344446772" sldId="1121"/>
            <ac:grpSpMk id="9" creationId="{9BBE07B5-D246-2EAB-D8F5-AD1696B3B432}"/>
          </ac:grpSpMkLst>
        </pc:grpChg>
        <pc:grpChg chg="del mod">
          <ac:chgData name="김명호" userId="e0d603aa-548e-418b-a070-918475337925" providerId="ADAL" clId="{EB451184-BA9A-4A5C-9B3F-495ADF05D454}" dt="2023-09-22T07:00:27.594" v="21952" actId="478"/>
          <ac:grpSpMkLst>
            <pc:docMk/>
            <pc:sldMk cId="3344446772" sldId="1121"/>
            <ac:grpSpMk id="13" creationId="{A4C9FD02-DDDD-9325-3CED-1BC58C27B684}"/>
          </ac:grpSpMkLst>
        </pc:grpChg>
        <pc:graphicFrameChg chg="mod modGraphic">
          <ac:chgData name="김명호" userId="e0d603aa-548e-418b-a070-918475337925" providerId="ADAL" clId="{EB451184-BA9A-4A5C-9B3F-495ADF05D454}" dt="2023-09-22T07:36:32.706" v="23054" actId="20577"/>
          <ac:graphicFrameMkLst>
            <pc:docMk/>
            <pc:sldMk cId="3344446772" sldId="1121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EB451184-BA9A-4A5C-9B3F-495ADF05D454}" dt="2023-09-21T22:26:39.863" v="17110" actId="1076"/>
          <ac:cxnSpMkLst>
            <pc:docMk/>
            <pc:sldMk cId="3344446772" sldId="1121"/>
            <ac:cxnSpMk id="6" creationId="{E665FA10-4B99-66EA-B866-3E47CA705B3D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7:05.011" v="23087"/>
        <pc:sldMkLst>
          <pc:docMk/>
          <pc:sldMk cId="2243285411" sldId="1122"/>
        </pc:sldMkLst>
        <pc:spChg chg="mod">
          <ac:chgData name="김명호" userId="e0d603aa-548e-418b-a070-918475337925" providerId="ADAL" clId="{EB451184-BA9A-4A5C-9B3F-495ADF05D454}" dt="2023-09-21T22:27:56.059" v="17114"/>
          <ac:spMkLst>
            <pc:docMk/>
            <pc:sldMk cId="2243285411" sldId="1122"/>
            <ac:spMk id="5" creationId="{87BF7C01-0CE1-5D97-6D2C-29AE4C971C9B}"/>
          </ac:spMkLst>
        </pc:spChg>
        <pc:spChg chg="mod">
          <ac:chgData name="김명호" userId="e0d603aa-548e-418b-a070-918475337925" providerId="ADAL" clId="{EB451184-BA9A-4A5C-9B3F-495ADF05D454}" dt="2023-09-21T22:28:50.181" v="17324" actId="6549"/>
          <ac:spMkLst>
            <pc:docMk/>
            <pc:sldMk cId="2243285411" sldId="1122"/>
            <ac:spMk id="6" creationId="{A073EFCD-358E-596A-EDDB-59EDABAA3C53}"/>
          </ac:spMkLst>
        </pc:spChg>
        <pc:spChg chg="mod">
          <ac:chgData name="김명호" userId="e0d603aa-548e-418b-a070-918475337925" providerId="ADAL" clId="{EB451184-BA9A-4A5C-9B3F-495ADF05D454}" dt="2023-09-21T22:28:44.926" v="17317"/>
          <ac:spMkLst>
            <pc:docMk/>
            <pc:sldMk cId="2243285411" sldId="1122"/>
            <ac:spMk id="7" creationId="{0C81DD60-D84B-4D3C-8F3E-7D0E22E11300}"/>
          </ac:spMkLst>
        </pc:spChg>
        <pc:grpChg chg="add mod">
          <ac:chgData name="김명호" userId="e0d603aa-548e-418b-a070-918475337925" providerId="ADAL" clId="{EB451184-BA9A-4A5C-9B3F-495ADF05D454}" dt="2023-09-21T22:28:03.949" v="17117" actId="1076"/>
          <ac:grpSpMkLst>
            <pc:docMk/>
            <pc:sldMk cId="2243285411" sldId="1122"/>
            <ac:grpSpMk id="4" creationId="{A1CB9B2C-8381-3966-FD23-DE1506EB99B1}"/>
          </ac:grpSpMkLst>
        </pc:grpChg>
        <pc:graphicFrameChg chg="mod">
          <ac:chgData name="김명호" userId="e0d603aa-548e-418b-a070-918475337925" providerId="ADAL" clId="{EB451184-BA9A-4A5C-9B3F-495ADF05D454}" dt="2023-09-22T07:37:05.011" v="23087"/>
          <ac:graphicFrameMkLst>
            <pc:docMk/>
            <pc:sldMk cId="2243285411" sldId="1122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37:09.262" v="23089" actId="20577"/>
        <pc:sldMkLst>
          <pc:docMk/>
          <pc:sldMk cId="3745357050" sldId="1123"/>
        </pc:sldMkLst>
        <pc:spChg chg="mod">
          <ac:chgData name="김명호" userId="e0d603aa-548e-418b-a070-918475337925" providerId="ADAL" clId="{EB451184-BA9A-4A5C-9B3F-495ADF05D454}" dt="2023-09-21T23:08:23.875" v="17377"/>
          <ac:spMkLst>
            <pc:docMk/>
            <pc:sldMk cId="3745357050" sldId="1123"/>
            <ac:spMk id="4" creationId="{B29C842E-FD35-555C-803F-4C01A8C6EA32}"/>
          </ac:spMkLst>
        </pc:spChg>
        <pc:graphicFrameChg chg="mod modGraphic">
          <ac:chgData name="김명호" userId="e0d603aa-548e-418b-a070-918475337925" providerId="ADAL" clId="{EB451184-BA9A-4A5C-9B3F-495ADF05D454}" dt="2023-09-22T07:37:09.262" v="23089" actId="20577"/>
          <ac:graphicFrameMkLst>
            <pc:docMk/>
            <pc:sldMk cId="3745357050" sldId="1123"/>
            <ac:graphicFrameMk id="6" creationId="{924148D2-5097-2877-1A30-57054C4A5264}"/>
          </ac:graphicFrameMkLst>
        </pc:graphicFrameChg>
        <pc:picChg chg="mod">
          <ac:chgData name="김명호" userId="e0d603aa-548e-418b-a070-918475337925" providerId="ADAL" clId="{EB451184-BA9A-4A5C-9B3F-495ADF05D454}" dt="2023-09-21T23:08:00.146" v="17330" actId="108"/>
          <ac:picMkLst>
            <pc:docMk/>
            <pc:sldMk cId="3745357050" sldId="1123"/>
            <ac:picMk id="11" creationId="{3CB78B29-B14D-7695-2C9C-828D7F68DEBE}"/>
          </ac:picMkLst>
        </pc:picChg>
        <pc:picChg chg="mod">
          <ac:chgData name="김명호" userId="e0d603aa-548e-418b-a070-918475337925" providerId="ADAL" clId="{EB451184-BA9A-4A5C-9B3F-495ADF05D454}" dt="2023-09-21T23:08:00.791" v="17331" actId="108"/>
          <ac:picMkLst>
            <pc:docMk/>
            <pc:sldMk cId="3745357050" sldId="1123"/>
            <ac:picMk id="17" creationId="{B1846F67-5098-C7B4-4EB1-A73CA5BEA8F3}"/>
          </ac:picMkLst>
        </pc:picChg>
      </pc:sldChg>
      <pc:sldChg chg="modSp add mod">
        <pc:chgData name="김명호" userId="e0d603aa-548e-418b-a070-918475337925" providerId="ADAL" clId="{EB451184-BA9A-4A5C-9B3F-495ADF05D454}" dt="2023-09-22T07:40:04.611" v="23212"/>
        <pc:sldMkLst>
          <pc:docMk/>
          <pc:sldMk cId="885389110" sldId="1124"/>
        </pc:sldMkLst>
        <pc:graphicFrameChg chg="mod modGraphic">
          <ac:chgData name="김명호" userId="e0d603aa-548e-418b-a070-918475337925" providerId="ADAL" clId="{EB451184-BA9A-4A5C-9B3F-495ADF05D454}" dt="2023-09-22T07:40:04.611" v="23212"/>
          <ac:graphicFrameMkLst>
            <pc:docMk/>
            <pc:sldMk cId="885389110" sldId="1124"/>
            <ac:graphicFrameMk id="6" creationId="{924148D2-5097-2877-1A30-57054C4A5264}"/>
          </ac:graphicFrameMkLst>
        </pc:graphicFrameChg>
        <pc:picChg chg="mod">
          <ac:chgData name="김명호" userId="e0d603aa-548e-418b-a070-918475337925" providerId="ADAL" clId="{EB451184-BA9A-4A5C-9B3F-495ADF05D454}" dt="2023-09-21T23:14:47.020" v="17759" actId="108"/>
          <ac:picMkLst>
            <pc:docMk/>
            <pc:sldMk cId="885389110" sldId="1124"/>
            <ac:picMk id="9" creationId="{A5663AF1-BA0B-E527-9B95-C389D6A6A2A7}"/>
          </ac:picMkLst>
        </pc:picChg>
        <pc:picChg chg="mod">
          <ac:chgData name="김명호" userId="e0d603aa-548e-418b-a070-918475337925" providerId="ADAL" clId="{EB451184-BA9A-4A5C-9B3F-495ADF05D454}" dt="2023-09-21T23:14:47.714" v="17760" actId="108"/>
          <ac:picMkLst>
            <pc:docMk/>
            <pc:sldMk cId="885389110" sldId="1124"/>
            <ac:picMk id="26" creationId="{943D4158-3B71-57C7-A23E-18DBFB62A69B}"/>
          </ac:picMkLst>
        </pc:picChg>
        <pc:picChg chg="mod">
          <ac:chgData name="김명호" userId="e0d603aa-548e-418b-a070-918475337925" providerId="ADAL" clId="{EB451184-BA9A-4A5C-9B3F-495ADF05D454}" dt="2023-09-21T23:14:48.762" v="17762" actId="108"/>
          <ac:picMkLst>
            <pc:docMk/>
            <pc:sldMk cId="885389110" sldId="1124"/>
            <ac:picMk id="31" creationId="{2801061B-DACE-6410-49E4-9811FE6FAB63}"/>
          </ac:picMkLst>
        </pc:picChg>
        <pc:picChg chg="mod">
          <ac:chgData name="김명호" userId="e0d603aa-548e-418b-a070-918475337925" providerId="ADAL" clId="{EB451184-BA9A-4A5C-9B3F-495ADF05D454}" dt="2023-09-21T23:14:48.290" v="17761" actId="108"/>
          <ac:picMkLst>
            <pc:docMk/>
            <pc:sldMk cId="885389110" sldId="1124"/>
            <ac:picMk id="32" creationId="{8138D7AA-0BE4-F2C0-3952-473B0CFA8E0D}"/>
          </ac:picMkLst>
        </pc:picChg>
      </pc:sldChg>
      <pc:sldChg chg="delSp modSp add mod">
        <pc:chgData name="김명호" userId="e0d603aa-548e-418b-a070-918475337925" providerId="ADAL" clId="{EB451184-BA9A-4A5C-9B3F-495ADF05D454}" dt="2023-09-22T07:40:10.005" v="23214" actId="20577"/>
        <pc:sldMkLst>
          <pc:docMk/>
          <pc:sldMk cId="2508009420" sldId="1125"/>
        </pc:sldMkLst>
        <pc:spChg chg="mod">
          <ac:chgData name="김명호" userId="e0d603aa-548e-418b-a070-918475337925" providerId="ADAL" clId="{EB451184-BA9A-4A5C-9B3F-495ADF05D454}" dt="2023-09-21T23:15:18.678" v="17789" actId="5793"/>
          <ac:spMkLst>
            <pc:docMk/>
            <pc:sldMk cId="2508009420" sldId="1125"/>
            <ac:spMk id="16" creationId="{C5D173BD-4468-B205-723E-0B8A80DE68FB}"/>
          </ac:spMkLst>
        </pc:spChg>
        <pc:grpChg chg="del">
          <ac:chgData name="김명호" userId="e0d603aa-548e-418b-a070-918475337925" providerId="ADAL" clId="{EB451184-BA9A-4A5C-9B3F-495ADF05D454}" dt="2023-09-21T23:15:08.047" v="17763" actId="478"/>
          <ac:grpSpMkLst>
            <pc:docMk/>
            <pc:sldMk cId="2508009420" sldId="1125"/>
            <ac:grpSpMk id="6" creationId="{22010BE3-4D04-4DC8-6959-AB84A9B66253}"/>
          </ac:grpSpMkLst>
        </pc:grpChg>
        <pc:grpChg chg="mod">
          <ac:chgData name="김명호" userId="e0d603aa-548e-418b-a070-918475337925" providerId="ADAL" clId="{EB451184-BA9A-4A5C-9B3F-495ADF05D454}" dt="2023-09-21T23:15:24.315" v="17790" actId="1076"/>
          <ac:grpSpMkLst>
            <pc:docMk/>
            <pc:sldMk cId="2508009420" sldId="1125"/>
            <ac:grpSpMk id="11" creationId="{27111B62-CD62-224B-F513-FFB272298091}"/>
          </ac:grpSpMkLst>
        </pc:grpChg>
        <pc:graphicFrameChg chg="mod modGraphic">
          <ac:chgData name="김명호" userId="e0d603aa-548e-418b-a070-918475337925" providerId="ADAL" clId="{EB451184-BA9A-4A5C-9B3F-495ADF05D454}" dt="2023-09-22T07:40:10.005" v="23214" actId="20577"/>
          <ac:graphicFrameMkLst>
            <pc:docMk/>
            <pc:sldMk cId="2508009420" sldId="1125"/>
            <ac:graphicFrameMk id="3" creationId="{EB5E6BEF-7528-22F3-81D3-C88DBE43847E}"/>
          </ac:graphicFrameMkLst>
        </pc:graphicFrameChg>
      </pc:sldChg>
      <pc:sldChg chg="addSp modSp add mod">
        <pc:chgData name="김명호" userId="e0d603aa-548e-418b-a070-918475337925" providerId="ADAL" clId="{EB451184-BA9A-4A5C-9B3F-495ADF05D454}" dt="2023-09-22T07:40:14.516" v="23215"/>
        <pc:sldMkLst>
          <pc:docMk/>
          <pc:sldMk cId="3903104015" sldId="1126"/>
        </pc:sldMkLst>
        <pc:spChg chg="add mod">
          <ac:chgData name="김명호" userId="e0d603aa-548e-418b-a070-918475337925" providerId="ADAL" clId="{EB451184-BA9A-4A5C-9B3F-495ADF05D454}" dt="2023-09-21T23:16:11.833" v="17793" actId="20577"/>
          <ac:spMkLst>
            <pc:docMk/>
            <pc:sldMk cId="3903104015" sldId="1126"/>
            <ac:spMk id="2" creationId="{118AAC00-EAE1-F81D-3AE1-94BD1143A622}"/>
          </ac:spMkLst>
        </pc:spChg>
        <pc:graphicFrameChg chg="mod">
          <ac:chgData name="김명호" userId="e0d603aa-548e-418b-a070-918475337925" providerId="ADAL" clId="{EB451184-BA9A-4A5C-9B3F-495ADF05D454}" dt="2023-09-22T07:40:14.516" v="23215"/>
          <ac:graphicFrameMkLst>
            <pc:docMk/>
            <pc:sldMk cId="3903104015" sldId="1126"/>
            <ac:graphicFrameMk id="6" creationId="{924148D2-5097-2877-1A30-57054C4A5264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0:16.813" v="23216"/>
        <pc:sldMkLst>
          <pc:docMk/>
          <pc:sldMk cId="2786277468" sldId="1127"/>
        </pc:sldMkLst>
        <pc:graphicFrameChg chg="mod">
          <ac:chgData name="김명호" userId="e0d603aa-548e-418b-a070-918475337925" providerId="ADAL" clId="{EB451184-BA9A-4A5C-9B3F-495ADF05D454}" dt="2023-09-22T07:40:16.813" v="23216"/>
          <ac:graphicFrameMkLst>
            <pc:docMk/>
            <pc:sldMk cId="2786277468" sldId="1127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0:41.961" v="23247"/>
        <pc:sldMkLst>
          <pc:docMk/>
          <pc:sldMk cId="1495178737" sldId="1128"/>
        </pc:sldMkLst>
        <pc:spChg chg="mod">
          <ac:chgData name="김명호" userId="e0d603aa-548e-418b-a070-918475337925" providerId="ADAL" clId="{EB451184-BA9A-4A5C-9B3F-495ADF05D454}" dt="2023-09-21T23:17:06.132" v="17811" actId="20577"/>
          <ac:spMkLst>
            <pc:docMk/>
            <pc:sldMk cId="1495178737" sldId="1128"/>
            <ac:spMk id="4" creationId="{B29C842E-FD35-555C-803F-4C01A8C6EA32}"/>
          </ac:spMkLst>
        </pc:spChg>
        <pc:graphicFrameChg chg="mod modGraphic">
          <ac:chgData name="김명호" userId="e0d603aa-548e-418b-a070-918475337925" providerId="ADAL" clId="{EB451184-BA9A-4A5C-9B3F-495ADF05D454}" dt="2023-09-22T07:40:41.961" v="23247"/>
          <ac:graphicFrameMkLst>
            <pc:docMk/>
            <pc:sldMk cId="1495178737" sldId="1128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0:47.013" v="23248"/>
        <pc:sldMkLst>
          <pc:docMk/>
          <pc:sldMk cId="4049400095" sldId="1129"/>
        </pc:sldMkLst>
        <pc:graphicFrameChg chg="mod modGraphic">
          <ac:chgData name="김명호" userId="e0d603aa-548e-418b-a070-918475337925" providerId="ADAL" clId="{EB451184-BA9A-4A5C-9B3F-495ADF05D454}" dt="2023-09-22T07:40:47.013" v="23248"/>
          <ac:graphicFrameMkLst>
            <pc:docMk/>
            <pc:sldMk cId="4049400095" sldId="1129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0:49.844" v="23249"/>
        <pc:sldMkLst>
          <pc:docMk/>
          <pc:sldMk cId="2744063411" sldId="1130"/>
        </pc:sldMkLst>
        <pc:spChg chg="mod">
          <ac:chgData name="김명호" userId="e0d603aa-548e-418b-a070-918475337925" providerId="ADAL" clId="{EB451184-BA9A-4A5C-9B3F-495ADF05D454}" dt="2023-09-22T07:22:24.838" v="22346"/>
          <ac:spMkLst>
            <pc:docMk/>
            <pc:sldMk cId="2744063411" sldId="1130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B451184-BA9A-4A5C-9B3F-495ADF05D454}" dt="2023-09-22T07:40:49.844" v="23249"/>
          <ac:graphicFrameMkLst>
            <pc:docMk/>
            <pc:sldMk cId="2744063411" sldId="1130"/>
            <ac:graphicFrameMk id="3" creationId="{EB5E6BEF-7528-22F3-81D3-C88DBE43847E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0:52.397" v="23250"/>
        <pc:sldMkLst>
          <pc:docMk/>
          <pc:sldMk cId="3835187243" sldId="1131"/>
        </pc:sldMkLst>
        <pc:graphicFrameChg chg="mod">
          <ac:chgData name="김명호" userId="e0d603aa-548e-418b-a070-918475337925" providerId="ADAL" clId="{EB451184-BA9A-4A5C-9B3F-495ADF05D454}" dt="2023-09-22T07:40:52.397" v="23250"/>
          <ac:graphicFrameMkLst>
            <pc:docMk/>
            <pc:sldMk cId="3835187243" sldId="1131"/>
            <ac:graphicFrameMk id="3" creationId="{EB5E6BEF-7528-22F3-81D3-C88DBE43847E}"/>
          </ac:graphicFrameMkLst>
        </pc:graphicFrameChg>
      </pc:sldChg>
      <pc:sldChg chg="addSp modSp add mod">
        <pc:chgData name="김명호" userId="e0d603aa-548e-418b-a070-918475337925" providerId="ADAL" clId="{EB451184-BA9A-4A5C-9B3F-495ADF05D454}" dt="2023-09-22T07:41:00.768" v="23282"/>
        <pc:sldMkLst>
          <pc:docMk/>
          <pc:sldMk cId="416966234" sldId="1132"/>
        </pc:sldMkLst>
        <pc:spChg chg="add mod">
          <ac:chgData name="김명호" userId="e0d603aa-548e-418b-a070-918475337925" providerId="ADAL" clId="{EB451184-BA9A-4A5C-9B3F-495ADF05D454}" dt="2023-09-21T23:19:01.961" v="17815"/>
          <ac:spMkLst>
            <pc:docMk/>
            <pc:sldMk cId="416966234" sldId="1132"/>
            <ac:spMk id="2" creationId="{62F6380B-0427-CE01-B346-909BBDD8BA38}"/>
          </ac:spMkLst>
        </pc:spChg>
        <pc:graphicFrameChg chg="mod modGraphic">
          <ac:chgData name="김명호" userId="e0d603aa-548e-418b-a070-918475337925" providerId="ADAL" clId="{EB451184-BA9A-4A5C-9B3F-495ADF05D454}" dt="2023-09-22T07:41:00.768" v="23282"/>
          <ac:graphicFrameMkLst>
            <pc:docMk/>
            <pc:sldMk cId="416966234" sldId="1132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05.172" v="23283"/>
        <pc:sldMkLst>
          <pc:docMk/>
          <pc:sldMk cId="3841271299" sldId="1133"/>
        </pc:sldMkLst>
        <pc:spChg chg="mod">
          <ac:chgData name="김명호" userId="e0d603aa-548e-418b-a070-918475337925" providerId="ADAL" clId="{EB451184-BA9A-4A5C-9B3F-495ADF05D454}" dt="2023-09-21T23:19:22.573" v="17820" actId="693"/>
          <ac:spMkLst>
            <pc:docMk/>
            <pc:sldMk cId="3841271299" sldId="1133"/>
            <ac:spMk id="6" creationId="{83437A66-6E0E-2B68-71EA-A0FEB4CED8EA}"/>
          </ac:spMkLst>
        </pc:spChg>
        <pc:graphicFrameChg chg="mod">
          <ac:chgData name="김명호" userId="e0d603aa-548e-418b-a070-918475337925" providerId="ADAL" clId="{EB451184-BA9A-4A5C-9B3F-495ADF05D454}" dt="2023-09-22T07:41:05.172" v="23283"/>
          <ac:graphicFrameMkLst>
            <pc:docMk/>
            <pc:sldMk cId="3841271299" sldId="1133"/>
            <ac:graphicFrameMk id="3" creationId="{EB5E6BEF-7528-22F3-81D3-C88DBE43847E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1:07.213" v="23284"/>
        <pc:sldMkLst>
          <pc:docMk/>
          <pc:sldMk cId="2619552070" sldId="1134"/>
        </pc:sldMkLst>
        <pc:graphicFrameChg chg="mod">
          <ac:chgData name="김명호" userId="e0d603aa-548e-418b-a070-918475337925" providerId="ADAL" clId="{EB451184-BA9A-4A5C-9B3F-495ADF05D454}" dt="2023-09-22T07:41:07.213" v="23284"/>
          <ac:graphicFrameMkLst>
            <pc:docMk/>
            <pc:sldMk cId="2619552070" sldId="1134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41:09.444" v="23285"/>
        <pc:sldMkLst>
          <pc:docMk/>
          <pc:sldMk cId="3000986245" sldId="1135"/>
        </pc:sldMkLst>
        <pc:spChg chg="add mod">
          <ac:chgData name="김명호" userId="e0d603aa-548e-418b-a070-918475337925" providerId="ADAL" clId="{EB451184-BA9A-4A5C-9B3F-495ADF05D454}" dt="2023-09-21T23:21:02.019" v="17822"/>
          <ac:spMkLst>
            <pc:docMk/>
            <pc:sldMk cId="3000986245" sldId="1135"/>
            <ac:spMk id="4" creationId="{BE9C9450-2281-C6B4-BF50-38A953B88E59}"/>
          </ac:spMkLst>
        </pc:spChg>
        <pc:spChg chg="del">
          <ac:chgData name="김명호" userId="e0d603aa-548e-418b-a070-918475337925" providerId="ADAL" clId="{EB451184-BA9A-4A5C-9B3F-495ADF05D454}" dt="2023-09-21T23:21:01.562" v="17821" actId="478"/>
          <ac:spMkLst>
            <pc:docMk/>
            <pc:sldMk cId="3000986245" sldId="1135"/>
            <ac:spMk id="10" creationId="{B19ED62E-C6B4-9150-1F59-BA66C1E66F2F}"/>
          </ac:spMkLst>
        </pc:spChg>
        <pc:spChg chg="del">
          <ac:chgData name="김명호" userId="e0d603aa-548e-418b-a070-918475337925" providerId="ADAL" clId="{EB451184-BA9A-4A5C-9B3F-495ADF05D454}" dt="2023-09-21T23:21:01.562" v="17821" actId="478"/>
          <ac:spMkLst>
            <pc:docMk/>
            <pc:sldMk cId="3000986245" sldId="1135"/>
            <ac:spMk id="12" creationId="{E4DF404E-662D-A605-3C33-EDF7C645577B}"/>
          </ac:spMkLst>
        </pc:spChg>
        <pc:spChg chg="del">
          <ac:chgData name="김명호" userId="e0d603aa-548e-418b-a070-918475337925" providerId="ADAL" clId="{EB451184-BA9A-4A5C-9B3F-495ADF05D454}" dt="2023-09-21T23:21:01.562" v="17821" actId="478"/>
          <ac:spMkLst>
            <pc:docMk/>
            <pc:sldMk cId="3000986245" sldId="1135"/>
            <ac:spMk id="13" creationId="{7AA7ECF4-2B08-E538-6ABA-D64CCC6CA6DA}"/>
          </ac:spMkLst>
        </pc:spChg>
        <pc:spChg chg="add mod">
          <ac:chgData name="김명호" userId="e0d603aa-548e-418b-a070-918475337925" providerId="ADAL" clId="{EB451184-BA9A-4A5C-9B3F-495ADF05D454}" dt="2023-09-21T23:21:02.019" v="17822"/>
          <ac:spMkLst>
            <pc:docMk/>
            <pc:sldMk cId="3000986245" sldId="1135"/>
            <ac:spMk id="15" creationId="{9B2FA5D8-9F6D-B2EB-33F6-28E3C4B874F1}"/>
          </ac:spMkLst>
        </pc:spChg>
        <pc:spChg chg="add mod">
          <ac:chgData name="김명호" userId="e0d603aa-548e-418b-a070-918475337925" providerId="ADAL" clId="{EB451184-BA9A-4A5C-9B3F-495ADF05D454}" dt="2023-09-21T23:25:00.493" v="17933"/>
          <ac:spMkLst>
            <pc:docMk/>
            <pc:sldMk cId="3000986245" sldId="1135"/>
            <ac:spMk id="16" creationId="{992A5609-BA79-8EDE-4371-B9709ED12B3E}"/>
          </ac:spMkLst>
        </pc:spChg>
        <pc:graphicFrameChg chg="mod">
          <ac:chgData name="김명호" userId="e0d603aa-548e-418b-a070-918475337925" providerId="ADAL" clId="{EB451184-BA9A-4A5C-9B3F-495ADF05D454}" dt="2023-09-22T07:41:09.444" v="23285"/>
          <ac:graphicFrameMkLst>
            <pc:docMk/>
            <pc:sldMk cId="3000986245" sldId="1135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EB451184-BA9A-4A5C-9B3F-495ADF05D454}" dt="2023-09-21T23:21:02.019" v="17822"/>
          <ac:picMkLst>
            <pc:docMk/>
            <pc:sldMk cId="3000986245" sldId="1135"/>
            <ac:picMk id="5" creationId="{65F8CF47-4857-34B9-51B4-8B1B3B776799}"/>
          </ac:picMkLst>
        </pc:picChg>
        <pc:picChg chg="del">
          <ac:chgData name="김명호" userId="e0d603aa-548e-418b-a070-918475337925" providerId="ADAL" clId="{EB451184-BA9A-4A5C-9B3F-495ADF05D454}" dt="2023-09-21T23:21:01.562" v="17821" actId="478"/>
          <ac:picMkLst>
            <pc:docMk/>
            <pc:sldMk cId="3000986245" sldId="1135"/>
            <ac:picMk id="11" creationId="{C4B8C90C-BD64-DCBA-6A03-5ED34743099C}"/>
          </ac:picMkLst>
        </pc:picChg>
        <pc:picChg chg="add mod">
          <ac:chgData name="김명호" userId="e0d603aa-548e-418b-a070-918475337925" providerId="ADAL" clId="{EB451184-BA9A-4A5C-9B3F-495ADF05D454}" dt="2023-09-21T23:21:02.019" v="17822"/>
          <ac:picMkLst>
            <pc:docMk/>
            <pc:sldMk cId="3000986245" sldId="1135"/>
            <ac:picMk id="14" creationId="{30247D27-FC8C-535C-E9FA-FF717A78E603}"/>
          </ac:picMkLst>
        </pc:picChg>
        <pc:cxnChg chg="add mod">
          <ac:chgData name="김명호" userId="e0d603aa-548e-418b-a070-918475337925" providerId="ADAL" clId="{EB451184-BA9A-4A5C-9B3F-495ADF05D454}" dt="2023-09-21T23:21:02.019" v="17822"/>
          <ac:cxnSpMkLst>
            <pc:docMk/>
            <pc:sldMk cId="3000986245" sldId="1135"/>
            <ac:cxnSpMk id="6" creationId="{F0F87C93-DB89-58E7-7A21-3B25CA5C0B58}"/>
          </ac:cxnSpMkLst>
        </pc:cxnChg>
      </pc:sldChg>
      <pc:sldChg chg="addSp modSp add">
        <pc:chgData name="김명호" userId="e0d603aa-548e-418b-a070-918475337925" providerId="ADAL" clId="{EB451184-BA9A-4A5C-9B3F-495ADF05D454}" dt="2023-09-22T07:41:11.730" v="23286"/>
        <pc:sldMkLst>
          <pc:docMk/>
          <pc:sldMk cId="3265394745" sldId="1136"/>
        </pc:sldMkLst>
        <pc:spChg chg="add mod">
          <ac:chgData name="김명호" userId="e0d603aa-548e-418b-a070-918475337925" providerId="ADAL" clId="{EB451184-BA9A-4A5C-9B3F-495ADF05D454}" dt="2023-09-21T23:25:23.785" v="17934"/>
          <ac:spMkLst>
            <pc:docMk/>
            <pc:sldMk cId="3265394745" sldId="1136"/>
            <ac:spMk id="2" creationId="{DCCCDC11-D59F-5781-DBEB-22E5FA0FB69D}"/>
          </ac:spMkLst>
        </pc:spChg>
        <pc:graphicFrameChg chg="mod">
          <ac:chgData name="김명호" userId="e0d603aa-548e-418b-a070-918475337925" providerId="ADAL" clId="{EB451184-BA9A-4A5C-9B3F-495ADF05D454}" dt="2023-09-22T07:41:11.730" v="23286"/>
          <ac:graphicFrameMkLst>
            <pc:docMk/>
            <pc:sldMk cId="3265394745" sldId="1136"/>
            <ac:graphicFrameMk id="6" creationId="{924148D2-5097-2877-1A30-57054C4A5264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0:22.731" v="23229"/>
        <pc:sldMkLst>
          <pc:docMk/>
          <pc:sldMk cId="1771219071" sldId="1137"/>
        </pc:sldMkLst>
        <pc:graphicFrameChg chg="mod modGraphic">
          <ac:chgData name="김명호" userId="e0d603aa-548e-418b-a070-918475337925" providerId="ADAL" clId="{EB451184-BA9A-4A5C-9B3F-495ADF05D454}" dt="2023-09-22T07:40:22.731" v="23229"/>
          <ac:graphicFrameMkLst>
            <pc:docMk/>
            <pc:sldMk cId="1771219071" sldId="1137"/>
            <ac:graphicFrameMk id="6" creationId="{924148D2-5097-2877-1A30-57054C4A5264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0:26.260" v="23230"/>
        <pc:sldMkLst>
          <pc:docMk/>
          <pc:sldMk cId="1362683018" sldId="1138"/>
        </pc:sldMkLst>
        <pc:graphicFrameChg chg="mod">
          <ac:chgData name="김명호" userId="e0d603aa-548e-418b-a070-918475337925" providerId="ADAL" clId="{EB451184-BA9A-4A5C-9B3F-495ADF05D454}" dt="2023-09-22T07:40:26.260" v="23230"/>
          <ac:graphicFrameMkLst>
            <pc:docMk/>
            <pc:sldMk cId="1362683018" sldId="1138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19.177" v="23305"/>
        <pc:sldMkLst>
          <pc:docMk/>
          <pc:sldMk cId="2948035056" sldId="1139"/>
        </pc:sldMkLst>
        <pc:spChg chg="mod">
          <ac:chgData name="김명호" userId="e0d603aa-548e-418b-a070-918475337925" providerId="ADAL" clId="{EB451184-BA9A-4A5C-9B3F-495ADF05D454}" dt="2023-09-22T07:28:14.608" v="22418" actId="20577"/>
          <ac:spMkLst>
            <pc:docMk/>
            <pc:sldMk cId="2948035056" sldId="1139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7:25:20.375" v="22366"/>
          <ac:spMkLst>
            <pc:docMk/>
            <pc:sldMk cId="2948035056" sldId="1139"/>
            <ac:spMk id="16" creationId="{C5D173BD-4468-B205-723E-0B8A80DE68FB}"/>
          </ac:spMkLst>
        </pc:spChg>
        <pc:grpChg chg="mod">
          <ac:chgData name="김명호" userId="e0d603aa-548e-418b-a070-918475337925" providerId="ADAL" clId="{EB451184-BA9A-4A5C-9B3F-495ADF05D454}" dt="2023-09-21T23:22:41.895" v="17829" actId="1076"/>
          <ac:grpSpMkLst>
            <pc:docMk/>
            <pc:sldMk cId="2948035056" sldId="1139"/>
            <ac:grpSpMk id="11" creationId="{27111B62-CD62-224B-F513-FFB272298091}"/>
          </ac:grpSpMkLst>
        </pc:grpChg>
        <pc:graphicFrameChg chg="mod modGraphic">
          <ac:chgData name="김명호" userId="e0d603aa-548e-418b-a070-918475337925" providerId="ADAL" clId="{EB451184-BA9A-4A5C-9B3F-495ADF05D454}" dt="2023-09-22T07:41:19.177" v="23305"/>
          <ac:graphicFrameMkLst>
            <pc:docMk/>
            <pc:sldMk cId="2948035056" sldId="1139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25.058" v="23306"/>
        <pc:sldMkLst>
          <pc:docMk/>
          <pc:sldMk cId="462165194" sldId="1140"/>
        </pc:sldMkLst>
        <pc:spChg chg="mod">
          <ac:chgData name="김명호" userId="e0d603aa-548e-418b-a070-918475337925" providerId="ADAL" clId="{EB451184-BA9A-4A5C-9B3F-495ADF05D454}" dt="2023-09-21T23:23:19.291" v="17926"/>
          <ac:spMkLst>
            <pc:docMk/>
            <pc:sldMk cId="462165194" sldId="1140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B451184-BA9A-4A5C-9B3F-495ADF05D454}" dt="2023-09-22T07:41:25.058" v="23306"/>
          <ac:graphicFrameMkLst>
            <pc:docMk/>
            <pc:sldMk cId="462165194" sldId="1140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31.509" v="23307"/>
        <pc:sldMkLst>
          <pc:docMk/>
          <pc:sldMk cId="576696506" sldId="1141"/>
        </pc:sldMkLst>
        <pc:graphicFrameChg chg="mod">
          <ac:chgData name="김명호" userId="e0d603aa-548e-418b-a070-918475337925" providerId="ADAL" clId="{EB451184-BA9A-4A5C-9B3F-495ADF05D454}" dt="2023-09-22T07:41:31.509" v="23307"/>
          <ac:graphicFrameMkLst>
            <pc:docMk/>
            <pc:sldMk cId="576696506" sldId="1141"/>
            <ac:graphicFrameMk id="6" creationId="{924148D2-5097-2877-1A30-57054C4A5264}"/>
          </ac:graphicFrameMkLst>
        </pc:graphicFrameChg>
        <pc:picChg chg="mod">
          <ac:chgData name="김명호" userId="e0d603aa-548e-418b-a070-918475337925" providerId="ADAL" clId="{EB451184-BA9A-4A5C-9B3F-495ADF05D454}" dt="2023-09-21T23:23:32.424" v="17927" actId="108"/>
          <ac:picMkLst>
            <pc:docMk/>
            <pc:sldMk cId="576696506" sldId="1141"/>
            <ac:picMk id="10" creationId="{C853EA4C-29B6-5134-D51E-C25337EEF4B0}"/>
          </ac:picMkLst>
        </pc:picChg>
      </pc:sldChg>
      <pc:sldChg chg="modSp add">
        <pc:chgData name="김명호" userId="e0d603aa-548e-418b-a070-918475337925" providerId="ADAL" clId="{EB451184-BA9A-4A5C-9B3F-495ADF05D454}" dt="2023-09-22T07:41:34.596" v="23308"/>
        <pc:sldMkLst>
          <pc:docMk/>
          <pc:sldMk cId="7236352" sldId="1142"/>
        </pc:sldMkLst>
        <pc:graphicFrameChg chg="mod">
          <ac:chgData name="김명호" userId="e0d603aa-548e-418b-a070-918475337925" providerId="ADAL" clId="{EB451184-BA9A-4A5C-9B3F-495ADF05D454}" dt="2023-09-22T07:41:34.596" v="23308"/>
          <ac:graphicFrameMkLst>
            <pc:docMk/>
            <pc:sldMk cId="7236352" sldId="1142"/>
            <ac:graphicFrameMk id="3" creationId="{EB5E6BEF-7528-22F3-81D3-C88DBE43847E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3:10.467" v="23417"/>
        <pc:sldMkLst>
          <pc:docMk/>
          <pc:sldMk cId="262892030" sldId="1143"/>
        </pc:sldMkLst>
        <pc:graphicFrameChg chg="mod">
          <ac:chgData name="김명호" userId="e0d603aa-548e-418b-a070-918475337925" providerId="ADAL" clId="{EB451184-BA9A-4A5C-9B3F-495ADF05D454}" dt="2023-09-22T07:43:10.467" v="23417"/>
          <ac:graphicFrameMkLst>
            <pc:docMk/>
            <pc:sldMk cId="262892030" sldId="1143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24:17.109" v="17931" actId="47"/>
        <pc:sldMkLst>
          <pc:docMk/>
          <pc:sldMk cId="1680194945" sldId="1143"/>
        </pc:sldMkLst>
      </pc:sldChg>
      <pc:sldChg chg="modSp add mod">
        <pc:chgData name="김명호" userId="e0d603aa-548e-418b-a070-918475337925" providerId="ADAL" clId="{EB451184-BA9A-4A5C-9B3F-495ADF05D454}" dt="2023-09-22T07:41:41.209" v="23322"/>
        <pc:sldMkLst>
          <pc:docMk/>
          <pc:sldMk cId="4166470731" sldId="1144"/>
        </pc:sldMkLst>
        <pc:graphicFrameChg chg="mod modGraphic">
          <ac:chgData name="김명호" userId="e0d603aa-548e-418b-a070-918475337925" providerId="ADAL" clId="{EB451184-BA9A-4A5C-9B3F-495ADF05D454}" dt="2023-09-22T07:41:41.209" v="23322"/>
          <ac:graphicFrameMkLst>
            <pc:docMk/>
            <pc:sldMk cId="4166470731" sldId="1144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45.467" v="23323"/>
        <pc:sldMkLst>
          <pc:docMk/>
          <pc:sldMk cId="4047204083" sldId="1145"/>
        </pc:sldMkLst>
        <pc:graphicFrameChg chg="mod modGraphic">
          <ac:chgData name="김명호" userId="e0d603aa-548e-418b-a070-918475337925" providerId="ADAL" clId="{EB451184-BA9A-4A5C-9B3F-495ADF05D454}" dt="2023-09-22T07:41:45.467" v="23323"/>
          <ac:graphicFrameMkLst>
            <pc:docMk/>
            <pc:sldMk cId="4047204083" sldId="1145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1:48.484" v="23324"/>
        <pc:sldMkLst>
          <pc:docMk/>
          <pc:sldMk cId="4198338603" sldId="1146"/>
        </pc:sldMkLst>
        <pc:graphicFrameChg chg="mod modGraphic">
          <ac:chgData name="김명호" userId="e0d603aa-548e-418b-a070-918475337925" providerId="ADAL" clId="{EB451184-BA9A-4A5C-9B3F-495ADF05D454}" dt="2023-09-22T07:41:48.484" v="23324"/>
          <ac:graphicFrameMkLst>
            <pc:docMk/>
            <pc:sldMk cId="4198338603" sldId="1146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24:43.524" v="17932" actId="47"/>
        <pc:sldMkLst>
          <pc:docMk/>
          <pc:sldMk cId="2258739159" sldId="1147"/>
        </pc:sldMkLst>
      </pc:sldChg>
      <pc:sldChg chg="add del">
        <pc:chgData name="김명호" userId="e0d603aa-548e-418b-a070-918475337925" providerId="ADAL" clId="{EB451184-BA9A-4A5C-9B3F-495ADF05D454}" dt="2023-09-21T23:25:32.416" v="17937" actId="47"/>
        <pc:sldMkLst>
          <pc:docMk/>
          <pc:sldMk cId="1317530905" sldId="1148"/>
        </pc:sldMkLst>
      </pc:sldChg>
      <pc:sldChg chg="addSp delSp modSp add mod">
        <pc:chgData name="김명호" userId="e0d603aa-548e-418b-a070-918475337925" providerId="ADAL" clId="{EB451184-BA9A-4A5C-9B3F-495ADF05D454}" dt="2023-09-22T07:41:51.184" v="23325"/>
        <pc:sldMkLst>
          <pc:docMk/>
          <pc:sldMk cId="2315634560" sldId="1149"/>
        </pc:sldMkLst>
        <pc:spChg chg="add mod">
          <ac:chgData name="김명호" userId="e0d603aa-548e-418b-a070-918475337925" providerId="ADAL" clId="{EB451184-BA9A-4A5C-9B3F-495ADF05D454}" dt="2023-09-21T23:27:50.901" v="18132" actId="14100"/>
          <ac:spMkLst>
            <pc:docMk/>
            <pc:sldMk cId="2315634560" sldId="1149"/>
            <ac:spMk id="2" creationId="{6AF27C4E-A227-A8FF-CD00-EAF1989F38D4}"/>
          </ac:spMkLst>
        </pc:spChg>
        <pc:spChg chg="mod">
          <ac:chgData name="김명호" userId="e0d603aa-548e-418b-a070-918475337925" providerId="ADAL" clId="{EB451184-BA9A-4A5C-9B3F-495ADF05D454}" dt="2023-09-21T23:28:07.951" v="18220"/>
          <ac:spMkLst>
            <pc:docMk/>
            <pc:sldMk cId="2315634560" sldId="1149"/>
            <ac:spMk id="4" creationId="{B29C842E-FD35-555C-803F-4C01A8C6EA32}"/>
          </ac:spMkLst>
        </pc:spChg>
        <pc:spChg chg="mod">
          <ac:chgData name="김명호" userId="e0d603aa-548e-418b-a070-918475337925" providerId="ADAL" clId="{EB451184-BA9A-4A5C-9B3F-495ADF05D454}" dt="2023-09-21T23:27:50.901" v="18132" actId="14100"/>
          <ac:spMkLst>
            <pc:docMk/>
            <pc:sldMk cId="2315634560" sldId="1149"/>
            <ac:spMk id="7" creationId="{EE893B59-296E-1AEE-876C-D565C114E486}"/>
          </ac:spMkLst>
        </pc:spChg>
        <pc:spChg chg="add mod">
          <ac:chgData name="김명호" userId="e0d603aa-548e-418b-a070-918475337925" providerId="ADAL" clId="{EB451184-BA9A-4A5C-9B3F-495ADF05D454}" dt="2023-09-21T23:38:47.494" v="18271"/>
          <ac:spMkLst>
            <pc:docMk/>
            <pc:sldMk cId="2315634560" sldId="1149"/>
            <ac:spMk id="9" creationId="{DC19FB4B-CA54-8D4C-9CA9-7CB493D02240}"/>
          </ac:spMkLst>
        </pc:spChg>
        <pc:spChg chg="del">
          <ac:chgData name="김명호" userId="e0d603aa-548e-418b-a070-918475337925" providerId="ADAL" clId="{EB451184-BA9A-4A5C-9B3F-495ADF05D454}" dt="2023-09-21T23:25:57.872" v="17940" actId="478"/>
          <ac:spMkLst>
            <pc:docMk/>
            <pc:sldMk cId="2315634560" sldId="1149"/>
            <ac:spMk id="17" creationId="{6E717D7E-0847-9C24-95F2-53F135E2EB79}"/>
          </ac:spMkLst>
        </pc:spChg>
        <pc:spChg chg="del mod">
          <ac:chgData name="김명호" userId="e0d603aa-548e-418b-a070-918475337925" providerId="ADAL" clId="{EB451184-BA9A-4A5C-9B3F-495ADF05D454}" dt="2023-09-21T23:25:57.872" v="17940" actId="478"/>
          <ac:spMkLst>
            <pc:docMk/>
            <pc:sldMk cId="2315634560" sldId="1149"/>
            <ac:spMk id="18" creationId="{48945BBB-4E07-9614-8C6B-FB0FFDF193CF}"/>
          </ac:spMkLst>
        </pc:spChg>
        <pc:graphicFrameChg chg="mod">
          <ac:chgData name="김명호" userId="e0d603aa-548e-418b-a070-918475337925" providerId="ADAL" clId="{EB451184-BA9A-4A5C-9B3F-495ADF05D454}" dt="2023-09-22T07:41:51.184" v="23325"/>
          <ac:graphicFrameMkLst>
            <pc:docMk/>
            <pc:sldMk cId="2315634560" sldId="1149"/>
            <ac:graphicFrameMk id="6" creationId="{924148D2-5097-2877-1A30-57054C4A5264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39:41.213" v="23192"/>
        <pc:sldMkLst>
          <pc:docMk/>
          <pc:sldMk cId="932599177" sldId="1150"/>
        </pc:sldMkLst>
        <pc:graphicFrameChg chg="mod">
          <ac:chgData name="김명호" userId="e0d603aa-548e-418b-a070-918475337925" providerId="ADAL" clId="{EB451184-BA9A-4A5C-9B3F-495ADF05D454}" dt="2023-09-22T07:39:41.213" v="23192"/>
          <ac:graphicFrameMkLst>
            <pc:docMk/>
            <pc:sldMk cId="932599177" sldId="1150"/>
            <ac:graphicFrameMk id="6" creationId="{924148D2-5097-2877-1A30-57054C4A5264}"/>
          </ac:graphicFrameMkLst>
        </pc:graphicFrameChg>
      </pc:sldChg>
      <pc:sldChg chg="delSp modSp add mod">
        <pc:chgData name="김명호" userId="e0d603aa-548e-418b-a070-918475337925" providerId="ADAL" clId="{EB451184-BA9A-4A5C-9B3F-495ADF05D454}" dt="2023-09-22T07:41:58.745" v="23337"/>
        <pc:sldMkLst>
          <pc:docMk/>
          <pc:sldMk cId="554251326" sldId="1151"/>
        </pc:sldMkLst>
        <pc:spChg chg="mod">
          <ac:chgData name="김명호" userId="e0d603aa-548e-418b-a070-918475337925" providerId="ADAL" clId="{EB451184-BA9A-4A5C-9B3F-495ADF05D454}" dt="2023-09-22T07:27:38.698" v="22383" actId="6549"/>
          <ac:spMkLst>
            <pc:docMk/>
            <pc:sldMk cId="554251326" sldId="1151"/>
            <ac:spMk id="9" creationId="{7E7D0331-C367-DAFB-D2D0-67E10FFC7A77}"/>
          </ac:spMkLst>
        </pc:spChg>
        <pc:grpChg chg="mod">
          <ac:chgData name="김명호" userId="e0d603aa-548e-418b-a070-918475337925" providerId="ADAL" clId="{EB451184-BA9A-4A5C-9B3F-495ADF05D454}" dt="2023-09-21T23:30:49.269" v="18226" actId="1076"/>
          <ac:grpSpMkLst>
            <pc:docMk/>
            <pc:sldMk cId="554251326" sldId="1151"/>
            <ac:grpSpMk id="5" creationId="{E1AEA6BF-6BA4-BBEC-E785-060ACEBC2259}"/>
          </ac:grpSpMkLst>
        </pc:grpChg>
        <pc:grpChg chg="del">
          <ac:chgData name="김명호" userId="e0d603aa-548e-418b-a070-918475337925" providerId="ADAL" clId="{EB451184-BA9A-4A5C-9B3F-495ADF05D454}" dt="2023-09-21T23:30:46.335" v="18225" actId="478"/>
          <ac:grpSpMkLst>
            <pc:docMk/>
            <pc:sldMk cId="554251326" sldId="1151"/>
            <ac:grpSpMk id="13" creationId="{A4C9FD02-DDDD-9325-3CED-1BC58C27B684}"/>
          </ac:grpSpMkLst>
        </pc:grpChg>
        <pc:graphicFrameChg chg="mod modGraphic">
          <ac:chgData name="김명호" userId="e0d603aa-548e-418b-a070-918475337925" providerId="ADAL" clId="{EB451184-BA9A-4A5C-9B3F-495ADF05D454}" dt="2023-09-22T07:41:58.745" v="23337"/>
          <ac:graphicFrameMkLst>
            <pc:docMk/>
            <pc:sldMk cId="554251326" sldId="1151"/>
            <ac:graphicFrameMk id="3" creationId="{EB5E6BEF-7528-22F3-81D3-C88DBE43847E}"/>
          </ac:graphicFrameMkLst>
        </pc:graphicFrameChg>
      </pc:sldChg>
      <pc:sldChg chg="delSp modSp add mod">
        <pc:chgData name="김명호" userId="e0d603aa-548e-418b-a070-918475337925" providerId="ADAL" clId="{EB451184-BA9A-4A5C-9B3F-495ADF05D454}" dt="2023-09-22T07:42:03.387" v="23338"/>
        <pc:sldMkLst>
          <pc:docMk/>
          <pc:sldMk cId="1591431822" sldId="1152"/>
        </pc:sldMkLst>
        <pc:spChg chg="mod">
          <ac:chgData name="김명호" userId="e0d603aa-548e-418b-a070-918475337925" providerId="ADAL" clId="{EB451184-BA9A-4A5C-9B3F-495ADF05D454}" dt="2023-09-22T07:27:44.112" v="22385" actId="6549"/>
          <ac:spMkLst>
            <pc:docMk/>
            <pc:sldMk cId="1591431822" sldId="1152"/>
            <ac:spMk id="9" creationId="{7E7D0331-C367-DAFB-D2D0-67E10FFC7A77}"/>
          </ac:spMkLst>
        </pc:spChg>
        <pc:grpChg chg="mod">
          <ac:chgData name="김명호" userId="e0d603aa-548e-418b-a070-918475337925" providerId="ADAL" clId="{EB451184-BA9A-4A5C-9B3F-495ADF05D454}" dt="2023-09-21T23:31:06.277" v="18228" actId="1076"/>
          <ac:grpSpMkLst>
            <pc:docMk/>
            <pc:sldMk cId="1591431822" sldId="1152"/>
            <ac:grpSpMk id="5" creationId="{E1AEA6BF-6BA4-BBEC-E785-060ACEBC2259}"/>
          </ac:grpSpMkLst>
        </pc:grpChg>
        <pc:grpChg chg="del">
          <ac:chgData name="김명호" userId="e0d603aa-548e-418b-a070-918475337925" providerId="ADAL" clId="{EB451184-BA9A-4A5C-9B3F-495ADF05D454}" dt="2023-09-21T23:31:03.961" v="18227" actId="478"/>
          <ac:grpSpMkLst>
            <pc:docMk/>
            <pc:sldMk cId="1591431822" sldId="1152"/>
            <ac:grpSpMk id="13" creationId="{A4C9FD02-DDDD-9325-3CED-1BC58C27B684}"/>
          </ac:grpSpMkLst>
        </pc:grpChg>
        <pc:graphicFrameChg chg="mod">
          <ac:chgData name="김명호" userId="e0d603aa-548e-418b-a070-918475337925" providerId="ADAL" clId="{EB451184-BA9A-4A5C-9B3F-495ADF05D454}" dt="2023-09-22T07:42:03.387" v="23338"/>
          <ac:graphicFrameMkLst>
            <pc:docMk/>
            <pc:sldMk cId="1591431822" sldId="1152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2:05.964" v="23339"/>
        <pc:sldMkLst>
          <pc:docMk/>
          <pc:sldMk cId="2999841464" sldId="1153"/>
        </pc:sldMkLst>
        <pc:spChg chg="mod">
          <ac:chgData name="김명호" userId="e0d603aa-548e-418b-a070-918475337925" providerId="ADAL" clId="{EB451184-BA9A-4A5C-9B3F-495ADF05D454}" dt="2023-09-22T07:27:56.577" v="22397" actId="20577"/>
          <ac:spMkLst>
            <pc:docMk/>
            <pc:sldMk cId="2999841464" sldId="1153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1T23:32:34.957" v="18232"/>
          <ac:spMkLst>
            <pc:docMk/>
            <pc:sldMk cId="2999841464" sldId="1153"/>
            <ac:spMk id="9" creationId="{7E7D0331-C367-DAFB-D2D0-67E10FFC7A77}"/>
          </ac:spMkLst>
        </pc:spChg>
        <pc:grpChg chg="mod">
          <ac:chgData name="김명호" userId="e0d603aa-548e-418b-a070-918475337925" providerId="ADAL" clId="{EB451184-BA9A-4A5C-9B3F-495ADF05D454}" dt="2023-09-21T23:31:16.597" v="18229" actId="1076"/>
          <ac:grpSpMkLst>
            <pc:docMk/>
            <pc:sldMk cId="2999841464" sldId="1153"/>
            <ac:grpSpMk id="5" creationId="{E1AEA6BF-6BA4-BBEC-E785-060ACEBC2259}"/>
          </ac:grpSpMkLst>
        </pc:grpChg>
        <pc:graphicFrameChg chg="mod modGraphic">
          <ac:chgData name="김명호" userId="e0d603aa-548e-418b-a070-918475337925" providerId="ADAL" clId="{EB451184-BA9A-4A5C-9B3F-495ADF05D454}" dt="2023-09-22T07:42:05.964" v="23339"/>
          <ac:graphicFrameMkLst>
            <pc:docMk/>
            <pc:sldMk cId="2999841464" sldId="1153"/>
            <ac:graphicFrameMk id="3" creationId="{EB5E6BEF-7528-22F3-81D3-C88DBE43847E}"/>
          </ac:graphicFrameMkLst>
        </pc:graphicFrameChg>
      </pc:sldChg>
      <pc:sldChg chg="delSp modSp add mod">
        <pc:chgData name="김명호" userId="e0d603aa-548e-418b-a070-918475337925" providerId="ADAL" clId="{EB451184-BA9A-4A5C-9B3F-495ADF05D454}" dt="2023-09-22T07:42:08.988" v="23340"/>
        <pc:sldMkLst>
          <pc:docMk/>
          <pc:sldMk cId="1773800060" sldId="1154"/>
        </pc:sldMkLst>
        <pc:spChg chg="del">
          <ac:chgData name="김명호" userId="e0d603aa-548e-418b-a070-918475337925" providerId="ADAL" clId="{EB451184-BA9A-4A5C-9B3F-495ADF05D454}" dt="2023-09-21T23:33:02.586" v="18235" actId="478"/>
          <ac:spMkLst>
            <pc:docMk/>
            <pc:sldMk cId="1773800060" sldId="1154"/>
            <ac:spMk id="10" creationId="{A54358BF-6F05-10AA-EA2D-473B81D57360}"/>
          </ac:spMkLst>
        </pc:spChg>
        <pc:spChg chg="del">
          <ac:chgData name="김명호" userId="e0d603aa-548e-418b-a070-918475337925" providerId="ADAL" clId="{EB451184-BA9A-4A5C-9B3F-495ADF05D454}" dt="2023-09-21T23:33:02.014" v="18234" actId="478"/>
          <ac:spMkLst>
            <pc:docMk/>
            <pc:sldMk cId="1773800060" sldId="1154"/>
            <ac:spMk id="11" creationId="{F983ACEC-0939-BC57-061E-083813804BEA}"/>
          </ac:spMkLst>
        </pc:spChg>
        <pc:graphicFrameChg chg="mod modGraphic">
          <ac:chgData name="김명호" userId="e0d603aa-548e-418b-a070-918475337925" providerId="ADAL" clId="{EB451184-BA9A-4A5C-9B3F-495ADF05D454}" dt="2023-09-22T07:42:08.988" v="23340"/>
          <ac:graphicFrameMkLst>
            <pc:docMk/>
            <pc:sldMk cId="1773800060" sldId="1154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2:15.233" v="23351"/>
        <pc:sldMkLst>
          <pc:docMk/>
          <pc:sldMk cId="1085824141" sldId="1155"/>
        </pc:sldMkLst>
        <pc:graphicFrameChg chg="mod modGraphic">
          <ac:chgData name="김명호" userId="e0d603aa-548e-418b-a070-918475337925" providerId="ADAL" clId="{EB451184-BA9A-4A5C-9B3F-495ADF05D454}" dt="2023-09-22T07:42:15.233" v="23351"/>
          <ac:graphicFrameMkLst>
            <pc:docMk/>
            <pc:sldMk cId="1085824141" sldId="1155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3:46.476" v="18239" actId="47"/>
        <pc:sldMkLst>
          <pc:docMk/>
          <pc:sldMk cId="3399069460" sldId="1156"/>
        </pc:sldMkLst>
      </pc:sldChg>
      <pc:sldChg chg="modSp add">
        <pc:chgData name="김명호" userId="e0d603aa-548e-418b-a070-918475337925" providerId="ADAL" clId="{EB451184-BA9A-4A5C-9B3F-495ADF05D454}" dt="2023-09-22T07:42:20.305" v="23352"/>
        <pc:sldMkLst>
          <pc:docMk/>
          <pc:sldMk cId="4270986488" sldId="1157"/>
        </pc:sldMkLst>
        <pc:graphicFrameChg chg="mod">
          <ac:chgData name="김명호" userId="e0d603aa-548e-418b-a070-918475337925" providerId="ADAL" clId="{EB451184-BA9A-4A5C-9B3F-495ADF05D454}" dt="2023-09-22T07:42:20.305" v="23352"/>
          <ac:graphicFrameMkLst>
            <pc:docMk/>
            <pc:sldMk cId="4270986488" sldId="1157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4:02.961" v="18240" actId="47"/>
        <pc:sldMkLst>
          <pc:docMk/>
          <pc:sldMk cId="2975548085" sldId="1158"/>
        </pc:sldMkLst>
      </pc:sldChg>
      <pc:sldChg chg="add del">
        <pc:chgData name="김명호" userId="e0d603aa-548e-418b-a070-918475337925" providerId="ADAL" clId="{EB451184-BA9A-4A5C-9B3F-495ADF05D454}" dt="2023-09-21T23:34:13.547" v="18241" actId="47"/>
        <pc:sldMkLst>
          <pc:docMk/>
          <pc:sldMk cId="2701513021" sldId="1159"/>
        </pc:sldMkLst>
      </pc:sldChg>
      <pc:sldChg chg="modSp add mod">
        <pc:chgData name="김명호" userId="e0d603aa-548e-418b-a070-918475337925" providerId="ADAL" clId="{EB451184-BA9A-4A5C-9B3F-495ADF05D454}" dt="2023-09-22T07:42:23.955" v="23353"/>
        <pc:sldMkLst>
          <pc:docMk/>
          <pc:sldMk cId="1891453540" sldId="1160"/>
        </pc:sldMkLst>
        <pc:spChg chg="mod">
          <ac:chgData name="김명호" userId="e0d603aa-548e-418b-a070-918475337925" providerId="ADAL" clId="{EB451184-BA9A-4A5C-9B3F-495ADF05D454}" dt="2023-09-21T23:35:03.890" v="18244"/>
          <ac:spMkLst>
            <pc:docMk/>
            <pc:sldMk cId="1891453540" sldId="1160"/>
            <ac:spMk id="10" creationId="{E1BCA795-0A2C-B84B-2E5B-D468EA3C1766}"/>
          </ac:spMkLst>
        </pc:spChg>
        <pc:grpChg chg="mod">
          <ac:chgData name="김명호" userId="e0d603aa-548e-418b-a070-918475337925" providerId="ADAL" clId="{EB451184-BA9A-4A5C-9B3F-495ADF05D454}" dt="2023-09-21T23:35:06.277" v="18245" actId="1076"/>
          <ac:grpSpMkLst>
            <pc:docMk/>
            <pc:sldMk cId="1891453540" sldId="1160"/>
            <ac:grpSpMk id="8" creationId="{E26C8A19-2745-8C77-5F58-7511DE5E7AC3}"/>
          </ac:grpSpMkLst>
        </pc:grpChg>
        <pc:graphicFrameChg chg="mod">
          <ac:chgData name="김명호" userId="e0d603aa-548e-418b-a070-918475337925" providerId="ADAL" clId="{EB451184-BA9A-4A5C-9B3F-495ADF05D454}" dt="2023-09-22T07:42:23.955" v="23353"/>
          <ac:graphicFrameMkLst>
            <pc:docMk/>
            <pc:sldMk cId="1891453540" sldId="1160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5:47.649" v="18246" actId="47"/>
        <pc:sldMkLst>
          <pc:docMk/>
          <pc:sldMk cId="4090447518" sldId="1161"/>
        </pc:sldMkLst>
      </pc:sldChg>
      <pc:sldChg chg="modSp add">
        <pc:chgData name="김명호" userId="e0d603aa-548e-418b-a070-918475337925" providerId="ADAL" clId="{EB451184-BA9A-4A5C-9B3F-495ADF05D454}" dt="2023-09-22T07:42:27.971" v="23354"/>
        <pc:sldMkLst>
          <pc:docMk/>
          <pc:sldMk cId="1781071530" sldId="1162"/>
        </pc:sldMkLst>
        <pc:graphicFrameChg chg="mod">
          <ac:chgData name="김명호" userId="e0d603aa-548e-418b-a070-918475337925" providerId="ADAL" clId="{EB451184-BA9A-4A5C-9B3F-495ADF05D454}" dt="2023-09-22T07:42:27.971" v="23354"/>
          <ac:graphicFrameMkLst>
            <pc:docMk/>
            <pc:sldMk cId="1781071530" sldId="1162"/>
            <ac:graphicFrameMk id="6" creationId="{924148D2-5097-2877-1A30-57054C4A5264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6:50.243" v="18250" actId="47"/>
        <pc:sldMkLst>
          <pc:docMk/>
          <pc:sldMk cId="1777856426" sldId="1163"/>
        </pc:sldMkLst>
      </pc:sldChg>
      <pc:sldChg chg="modSp add mod">
        <pc:chgData name="김명호" userId="e0d603aa-548e-418b-a070-918475337925" providerId="ADAL" clId="{EB451184-BA9A-4A5C-9B3F-495ADF05D454}" dt="2023-09-22T07:42:36.851" v="23375" actId="20577"/>
        <pc:sldMkLst>
          <pc:docMk/>
          <pc:sldMk cId="2119426144" sldId="1164"/>
        </pc:sldMkLst>
        <pc:graphicFrameChg chg="mod modGraphic">
          <ac:chgData name="김명호" userId="e0d603aa-548e-418b-a070-918475337925" providerId="ADAL" clId="{EB451184-BA9A-4A5C-9B3F-495ADF05D454}" dt="2023-09-22T07:42:36.851" v="23375" actId="20577"/>
          <ac:graphicFrameMkLst>
            <pc:docMk/>
            <pc:sldMk cId="2119426144" sldId="1164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6:55.389" v="18251" actId="47"/>
        <pc:sldMkLst>
          <pc:docMk/>
          <pc:sldMk cId="39177369" sldId="1165"/>
        </pc:sldMkLst>
      </pc:sldChg>
      <pc:sldChg chg="add del">
        <pc:chgData name="김명호" userId="e0d603aa-548e-418b-a070-918475337925" providerId="ADAL" clId="{EB451184-BA9A-4A5C-9B3F-495ADF05D454}" dt="2023-09-21T23:37:33.144" v="18255" actId="47"/>
        <pc:sldMkLst>
          <pc:docMk/>
          <pc:sldMk cId="4089832809" sldId="1165"/>
        </pc:sldMkLst>
      </pc:sldChg>
      <pc:sldChg chg="modSp add mod">
        <pc:chgData name="김명호" userId="e0d603aa-548e-418b-a070-918475337925" providerId="ADAL" clId="{EB451184-BA9A-4A5C-9B3F-495ADF05D454}" dt="2023-09-22T07:42:45.809" v="23396"/>
        <pc:sldMkLst>
          <pc:docMk/>
          <pc:sldMk cId="757751180" sldId="1166"/>
        </pc:sldMkLst>
        <pc:graphicFrameChg chg="mod modGraphic">
          <ac:chgData name="김명호" userId="e0d603aa-548e-418b-a070-918475337925" providerId="ADAL" clId="{EB451184-BA9A-4A5C-9B3F-495ADF05D454}" dt="2023-09-22T07:42:45.809" v="23396"/>
          <ac:graphicFrameMkLst>
            <pc:docMk/>
            <pc:sldMk cId="757751180" sldId="1166"/>
            <ac:graphicFrameMk id="6" creationId="{924148D2-5097-2877-1A30-57054C4A5264}"/>
          </ac:graphicFrameMkLst>
        </pc:graphicFrameChg>
      </pc:sldChg>
      <pc:sldChg chg="delSp modSp add mod">
        <pc:chgData name="김명호" userId="e0d603aa-548e-418b-a070-918475337925" providerId="ADAL" clId="{EB451184-BA9A-4A5C-9B3F-495ADF05D454}" dt="2023-09-22T07:42:49.659" v="23397"/>
        <pc:sldMkLst>
          <pc:docMk/>
          <pc:sldMk cId="2662672518" sldId="1167"/>
        </pc:sldMkLst>
        <pc:spChg chg="mod">
          <ac:chgData name="김명호" userId="e0d603aa-548e-418b-a070-918475337925" providerId="ADAL" clId="{EB451184-BA9A-4A5C-9B3F-495ADF05D454}" dt="2023-09-21T23:38:15.399" v="18268" actId="21"/>
          <ac:spMkLst>
            <pc:docMk/>
            <pc:sldMk cId="2662672518" sldId="1167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7:30:11.116" v="22437" actId="6549"/>
          <ac:spMkLst>
            <pc:docMk/>
            <pc:sldMk cId="2662672518" sldId="1167"/>
            <ac:spMk id="11" creationId="{02AA5BD4-0C59-4FD2-6573-2E97D16410B7}"/>
          </ac:spMkLst>
        </pc:spChg>
        <pc:grpChg chg="mod">
          <ac:chgData name="김명호" userId="e0d603aa-548e-418b-a070-918475337925" providerId="ADAL" clId="{EB451184-BA9A-4A5C-9B3F-495ADF05D454}" dt="2023-09-21T23:38:11.714" v="18267" actId="1076"/>
          <ac:grpSpMkLst>
            <pc:docMk/>
            <pc:sldMk cId="2662672518" sldId="1167"/>
            <ac:grpSpMk id="9" creationId="{AF49FAE5-2C51-0536-A0B6-0ECA3EB71A0A}"/>
          </ac:grpSpMkLst>
        </pc:grpChg>
        <pc:grpChg chg="del">
          <ac:chgData name="김명호" userId="e0d603aa-548e-418b-a070-918475337925" providerId="ADAL" clId="{EB451184-BA9A-4A5C-9B3F-495ADF05D454}" dt="2023-09-21T23:38:06.922" v="18266" actId="478"/>
          <ac:grpSpMkLst>
            <pc:docMk/>
            <pc:sldMk cId="2662672518" sldId="1167"/>
            <ac:grpSpMk id="13" creationId="{A4C9FD02-DDDD-9325-3CED-1BC58C27B684}"/>
          </ac:grpSpMkLst>
        </pc:grpChg>
        <pc:graphicFrameChg chg="mod">
          <ac:chgData name="김명호" userId="e0d603aa-548e-418b-a070-918475337925" providerId="ADAL" clId="{EB451184-BA9A-4A5C-9B3F-495ADF05D454}" dt="2023-09-22T07:42:49.659" v="23397"/>
          <ac:graphicFrameMkLst>
            <pc:docMk/>
            <pc:sldMk cId="2662672518" sldId="1167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8:22.352" v="18269" actId="47"/>
        <pc:sldMkLst>
          <pc:docMk/>
          <pc:sldMk cId="4093059241" sldId="1168"/>
        </pc:sldMkLst>
      </pc:sldChg>
      <pc:sldChg chg="modSp add">
        <pc:chgData name="김명호" userId="e0d603aa-548e-418b-a070-918475337925" providerId="ADAL" clId="{EB451184-BA9A-4A5C-9B3F-495ADF05D454}" dt="2023-09-22T07:42:52.388" v="23398"/>
        <pc:sldMkLst>
          <pc:docMk/>
          <pc:sldMk cId="32048056" sldId="1169"/>
        </pc:sldMkLst>
        <pc:graphicFrameChg chg="mod">
          <ac:chgData name="김명호" userId="e0d603aa-548e-418b-a070-918475337925" providerId="ADAL" clId="{EB451184-BA9A-4A5C-9B3F-495ADF05D454}" dt="2023-09-22T07:42:52.388" v="23398"/>
          <ac:graphicFrameMkLst>
            <pc:docMk/>
            <pc:sldMk cId="32048056" sldId="1169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2:58.954" v="23413"/>
        <pc:sldMkLst>
          <pc:docMk/>
          <pc:sldMk cId="533174973" sldId="1170"/>
        </pc:sldMkLst>
        <pc:graphicFrameChg chg="mod modGraphic">
          <ac:chgData name="김명호" userId="e0d603aa-548e-418b-a070-918475337925" providerId="ADAL" clId="{EB451184-BA9A-4A5C-9B3F-495ADF05D454}" dt="2023-09-22T07:42:58.954" v="23413"/>
          <ac:graphicFrameMkLst>
            <pc:docMk/>
            <pc:sldMk cId="533174973" sldId="1170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8:36.908" v="18270" actId="47"/>
        <pc:sldMkLst>
          <pc:docMk/>
          <pc:sldMk cId="4069658891" sldId="1170"/>
        </pc:sldMkLst>
      </pc:sldChg>
      <pc:sldChg chg="add del">
        <pc:chgData name="김명호" userId="e0d603aa-548e-418b-a070-918475337925" providerId="ADAL" clId="{EB451184-BA9A-4A5C-9B3F-495ADF05D454}" dt="2023-09-21T23:39:17.420" v="18275" actId="47"/>
        <pc:sldMkLst>
          <pc:docMk/>
          <pc:sldMk cId="1038053437" sldId="1171"/>
        </pc:sldMkLst>
      </pc:sldChg>
      <pc:sldChg chg="modSp add">
        <pc:chgData name="김명호" userId="e0d603aa-548e-418b-a070-918475337925" providerId="ADAL" clId="{EB451184-BA9A-4A5C-9B3F-495ADF05D454}" dt="2023-09-22T07:43:02.067" v="23414"/>
        <pc:sldMkLst>
          <pc:docMk/>
          <pc:sldMk cId="3657053107" sldId="1172"/>
        </pc:sldMkLst>
        <pc:graphicFrameChg chg="mod">
          <ac:chgData name="김명호" userId="e0d603aa-548e-418b-a070-918475337925" providerId="ADAL" clId="{EB451184-BA9A-4A5C-9B3F-495ADF05D454}" dt="2023-09-22T07:43:02.067" v="23414"/>
          <ac:graphicFrameMkLst>
            <pc:docMk/>
            <pc:sldMk cId="3657053107" sldId="1172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EB451184-BA9A-4A5C-9B3F-495ADF05D454}" dt="2023-09-22T07:43:04.340" v="23415"/>
        <pc:sldMkLst>
          <pc:docMk/>
          <pc:sldMk cId="1520453298" sldId="1173"/>
        </pc:sldMkLst>
        <pc:graphicFrameChg chg="mod modGraphic">
          <ac:chgData name="김명호" userId="e0d603aa-548e-418b-a070-918475337925" providerId="ADAL" clId="{EB451184-BA9A-4A5C-9B3F-495ADF05D454}" dt="2023-09-22T07:43:04.340" v="23415"/>
          <ac:graphicFrameMkLst>
            <pc:docMk/>
            <pc:sldMk cId="1520453298" sldId="1173"/>
            <ac:graphicFrameMk id="3" creationId="{EB5E6BEF-7528-22F3-81D3-C88DBE43847E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3:06.747" v="23416"/>
        <pc:sldMkLst>
          <pc:docMk/>
          <pc:sldMk cId="398178429" sldId="1174"/>
        </pc:sldMkLst>
        <pc:graphicFrameChg chg="mod">
          <ac:chgData name="김명호" userId="e0d603aa-548e-418b-a070-918475337925" providerId="ADAL" clId="{EB451184-BA9A-4A5C-9B3F-495ADF05D454}" dt="2023-09-22T07:43:06.747" v="23416"/>
          <ac:graphicFrameMkLst>
            <pc:docMk/>
            <pc:sldMk cId="398178429" sldId="1174"/>
            <ac:graphicFrameMk id="6" creationId="{924148D2-5097-2877-1A30-57054C4A5264}"/>
          </ac:graphicFrameMkLst>
        </pc:graphicFrameChg>
      </pc:sldChg>
      <pc:sldChg chg="modSp add">
        <pc:chgData name="김명호" userId="e0d603aa-548e-418b-a070-918475337925" providerId="ADAL" clId="{EB451184-BA9A-4A5C-9B3F-495ADF05D454}" dt="2023-09-22T07:43:12.907" v="23418"/>
        <pc:sldMkLst>
          <pc:docMk/>
          <pc:sldMk cId="3119948362" sldId="1175"/>
        </pc:sldMkLst>
        <pc:graphicFrameChg chg="mod">
          <ac:chgData name="김명호" userId="e0d603aa-548e-418b-a070-918475337925" providerId="ADAL" clId="{EB451184-BA9A-4A5C-9B3F-495ADF05D454}" dt="2023-09-22T07:43:12.907" v="23418"/>
          <ac:graphicFrameMkLst>
            <pc:docMk/>
            <pc:sldMk cId="3119948362" sldId="1175"/>
            <ac:graphicFrameMk id="6" creationId="{924148D2-5097-2877-1A30-57054C4A5264}"/>
          </ac:graphicFrameMkLst>
        </pc:graphicFrameChg>
      </pc:sldChg>
      <pc:sldChg chg="add del">
        <pc:chgData name="김명호" userId="e0d603aa-548e-418b-a070-918475337925" providerId="ADAL" clId="{EB451184-BA9A-4A5C-9B3F-495ADF05D454}" dt="2023-09-21T23:39:53.635" v="18276" actId="47"/>
        <pc:sldMkLst>
          <pc:docMk/>
          <pc:sldMk cId="322610652" sldId="1176"/>
        </pc:sldMkLst>
      </pc:sldChg>
      <pc:sldChg chg="addSp delSp modSp add mod">
        <pc:chgData name="김명호" userId="e0d603aa-548e-418b-a070-918475337925" providerId="ADAL" clId="{EB451184-BA9A-4A5C-9B3F-495ADF05D454}" dt="2023-09-22T07:35:26.876" v="22999"/>
        <pc:sldMkLst>
          <pc:docMk/>
          <pc:sldMk cId="1487641908" sldId="1176"/>
        </pc:sldMkLst>
        <pc:spChg chg="mod">
          <ac:chgData name="김명호" userId="e0d603aa-548e-418b-a070-918475337925" providerId="ADAL" clId="{EB451184-BA9A-4A5C-9B3F-495ADF05D454}" dt="2023-09-22T01:42:46.720" v="20640"/>
          <ac:spMkLst>
            <pc:docMk/>
            <pc:sldMk cId="1487641908" sldId="1176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1T23:57:32.101" v="18780"/>
          <ac:spMkLst>
            <pc:docMk/>
            <pc:sldMk cId="1487641908" sldId="1176"/>
            <ac:spMk id="9" creationId="{D468B52F-3106-5419-1D54-A35D7CC9CABB}"/>
          </ac:spMkLst>
        </pc:spChg>
        <pc:spChg chg="mod">
          <ac:chgData name="김명호" userId="e0d603aa-548e-418b-a070-918475337925" providerId="ADAL" clId="{EB451184-BA9A-4A5C-9B3F-495ADF05D454}" dt="2023-09-21T23:57:12.556" v="18778" actId="14100"/>
          <ac:spMkLst>
            <pc:docMk/>
            <pc:sldMk cId="1487641908" sldId="1176"/>
            <ac:spMk id="10" creationId="{14F878EE-D031-B862-A82B-49EBF6A805B4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11" creationId="{3B29C1AC-4949-C643-38F9-C8160A7E5F71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17" creationId="{CFF8E3A7-6EAB-4558-43D6-4C6EC0D85F76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18" creationId="{565C25EC-6F7F-049C-966F-4AFB9588B329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21" creationId="{08970275-3704-6937-C303-408C2B225192}"/>
          </ac:spMkLst>
        </pc:spChg>
        <pc:spChg chg="add del mod">
          <ac:chgData name="김명호" userId="e0d603aa-548e-418b-a070-918475337925" providerId="ADAL" clId="{EB451184-BA9A-4A5C-9B3F-495ADF05D454}" dt="2023-09-22T00:03:29.958" v="19296" actId="478"/>
          <ac:spMkLst>
            <pc:docMk/>
            <pc:sldMk cId="1487641908" sldId="1176"/>
            <ac:spMk id="22" creationId="{6571F099-C9E9-C276-23A3-C30AB4B4A372}"/>
          </ac:spMkLst>
        </pc:spChg>
        <pc:spChg chg="add mod">
          <ac:chgData name="김명호" userId="e0d603aa-548e-418b-a070-918475337925" providerId="ADAL" clId="{EB451184-BA9A-4A5C-9B3F-495ADF05D454}" dt="2023-09-22T01:42:48.715" v="20641" actId="1076"/>
          <ac:spMkLst>
            <pc:docMk/>
            <pc:sldMk cId="1487641908" sldId="1176"/>
            <ac:spMk id="23" creationId="{F7DA951B-940C-F026-F943-A0392E72780A}"/>
          </ac:spMkLst>
        </pc:spChg>
        <pc:spChg chg="add mod">
          <ac:chgData name="김명호" userId="e0d603aa-548e-418b-a070-918475337925" providerId="ADAL" clId="{EB451184-BA9A-4A5C-9B3F-495ADF05D454}" dt="2023-09-22T01:42:10.314" v="20488" actId="14100"/>
          <ac:spMkLst>
            <pc:docMk/>
            <pc:sldMk cId="1487641908" sldId="1176"/>
            <ac:spMk id="27" creationId="{6256AA1A-E371-67A7-5821-B8BD45D54D0E}"/>
          </ac:spMkLst>
        </pc:spChg>
        <pc:graphicFrameChg chg="mod modGraphic">
          <ac:chgData name="김명호" userId="e0d603aa-548e-418b-a070-918475337925" providerId="ADAL" clId="{EB451184-BA9A-4A5C-9B3F-495ADF05D454}" dt="2023-09-22T07:35:26.876" v="22999"/>
          <ac:graphicFrameMkLst>
            <pc:docMk/>
            <pc:sldMk cId="1487641908" sldId="1176"/>
            <ac:graphicFrameMk id="3" creationId="{EB5E6BEF-7528-22F3-81D3-C88DBE43847E}"/>
          </ac:graphicFrameMkLst>
        </pc:graphicFrameChg>
        <pc:picChg chg="add del mod ord modCrop">
          <ac:chgData name="김명호" userId="e0d603aa-548e-418b-a070-918475337925" providerId="ADAL" clId="{EB451184-BA9A-4A5C-9B3F-495ADF05D454}" dt="2023-09-21T23:56:55.035" v="18772" actId="478"/>
          <ac:picMkLst>
            <pc:docMk/>
            <pc:sldMk cId="1487641908" sldId="1176"/>
            <ac:picMk id="5" creationId="{4B9AFEFB-0939-2865-4A9F-662A0D890CE2}"/>
          </ac:picMkLst>
        </pc:picChg>
        <pc:picChg chg="add mod ord modCrop">
          <ac:chgData name="김명호" userId="e0d603aa-548e-418b-a070-918475337925" providerId="ADAL" clId="{EB451184-BA9A-4A5C-9B3F-495ADF05D454}" dt="2023-09-21T23:57:01.165" v="18775" actId="167"/>
          <ac:picMkLst>
            <pc:docMk/>
            <pc:sldMk cId="1487641908" sldId="1176"/>
            <ac:picMk id="8" creationId="{821F3E81-3781-94F8-06CC-7B6C4AC52D06}"/>
          </ac:picMkLst>
        </pc:picChg>
        <pc:picChg chg="add del mod modCrop">
          <ac:chgData name="김명호" userId="e0d603aa-548e-418b-a070-918475337925" providerId="ADAL" clId="{EB451184-BA9A-4A5C-9B3F-495ADF05D454}" dt="2023-09-22T00:00:24.282" v="19151" actId="478"/>
          <ac:picMkLst>
            <pc:docMk/>
            <pc:sldMk cId="1487641908" sldId="1176"/>
            <ac:picMk id="12" creationId="{659A17F4-D5BF-3B1E-7BEE-18FEE716F38A}"/>
          </ac:picMkLst>
        </pc:picChg>
        <pc:picChg chg="del">
          <ac:chgData name="김명호" userId="e0d603aa-548e-418b-a070-918475337925" providerId="ADAL" clId="{EB451184-BA9A-4A5C-9B3F-495ADF05D454}" dt="2023-09-21T23:49:03.453" v="18291" actId="478"/>
          <ac:picMkLst>
            <pc:docMk/>
            <pc:sldMk cId="1487641908" sldId="1176"/>
            <ac:picMk id="15" creationId="{4037265C-B357-0255-D971-EA827DF1198C}"/>
          </ac:picMkLst>
        </pc:picChg>
        <pc:picChg chg="add mod modCrop">
          <ac:chgData name="김명호" userId="e0d603aa-548e-418b-a070-918475337925" providerId="ADAL" clId="{EB451184-BA9A-4A5C-9B3F-495ADF05D454}" dt="2023-09-22T01:42:48.715" v="20641" actId="1076"/>
          <ac:picMkLst>
            <pc:docMk/>
            <pc:sldMk cId="1487641908" sldId="1176"/>
            <ac:picMk id="16" creationId="{AEA79D9F-8206-36B3-EA05-46E108462175}"/>
          </ac:picMkLst>
        </pc:picChg>
        <pc:picChg chg="add mod modCrop">
          <ac:chgData name="김명호" userId="e0d603aa-548e-418b-a070-918475337925" providerId="ADAL" clId="{EB451184-BA9A-4A5C-9B3F-495ADF05D454}" dt="2023-09-22T01:42:48.715" v="20641" actId="1076"/>
          <ac:picMkLst>
            <pc:docMk/>
            <pc:sldMk cId="1487641908" sldId="1176"/>
            <ac:picMk id="20" creationId="{D194B10B-EBD8-34E8-ABBF-2D0CA548CF74}"/>
          </ac:picMkLst>
        </pc:picChg>
        <pc:picChg chg="add mod modCrop">
          <ac:chgData name="김명호" userId="e0d603aa-548e-418b-a070-918475337925" providerId="ADAL" clId="{EB451184-BA9A-4A5C-9B3F-495ADF05D454}" dt="2023-09-22T01:42:00.203" v="20485" actId="1076"/>
          <ac:picMkLst>
            <pc:docMk/>
            <pc:sldMk cId="1487641908" sldId="1176"/>
            <ac:picMk id="26" creationId="{8E3BEC8E-5FE3-7D9C-F7E0-12A1F1DF0178}"/>
          </ac:picMkLst>
        </pc:picChg>
        <pc:cxnChg chg="mod">
          <ac:chgData name="김명호" userId="e0d603aa-548e-418b-a070-918475337925" providerId="ADAL" clId="{EB451184-BA9A-4A5C-9B3F-495ADF05D454}" dt="2023-09-21T23:57:15.635" v="18779" actId="1076"/>
          <ac:cxnSpMkLst>
            <pc:docMk/>
            <pc:sldMk cId="1487641908" sldId="1176"/>
            <ac:cxnSpMk id="13" creationId="{331DDFAF-E372-E3B3-6B05-B0D7F3785A4E}"/>
          </ac:cxnSpMkLst>
        </pc:cxnChg>
        <pc:cxnChg chg="add mod">
          <ac:chgData name="김명호" userId="e0d603aa-548e-418b-a070-918475337925" providerId="ADAL" clId="{EB451184-BA9A-4A5C-9B3F-495ADF05D454}" dt="2023-09-22T01:42:48.715" v="20641" actId="1076"/>
          <ac:cxnSpMkLst>
            <pc:docMk/>
            <pc:sldMk cId="1487641908" sldId="1176"/>
            <ac:cxnSpMk id="19" creationId="{FBFA7EAC-95EE-22E2-D88E-AD4FC154C26D}"/>
          </ac:cxnSpMkLst>
        </pc:cxnChg>
        <pc:cxnChg chg="add mod">
          <ac:chgData name="김명호" userId="e0d603aa-548e-418b-a070-918475337925" providerId="ADAL" clId="{EB451184-BA9A-4A5C-9B3F-495ADF05D454}" dt="2023-09-22T01:42:48.715" v="20641" actId="1076"/>
          <ac:cxnSpMkLst>
            <pc:docMk/>
            <pc:sldMk cId="1487641908" sldId="1176"/>
            <ac:cxnSpMk id="24" creationId="{BFB4F41F-142F-B01F-62CB-7E86DFD957AE}"/>
          </ac:cxnSpMkLst>
        </pc:cxnChg>
        <pc:cxnChg chg="add mod">
          <ac:chgData name="김명호" userId="e0d603aa-548e-418b-a070-918475337925" providerId="ADAL" clId="{EB451184-BA9A-4A5C-9B3F-495ADF05D454}" dt="2023-09-22T01:42:12.531" v="20489" actId="1076"/>
          <ac:cxnSpMkLst>
            <pc:docMk/>
            <pc:sldMk cId="1487641908" sldId="1176"/>
            <ac:cxnSpMk id="28" creationId="{A6A16C62-E60D-54F6-2807-1D80EF78F664}"/>
          </ac:cxnSpMkLst>
        </pc:cxnChg>
      </pc:sldChg>
      <pc:sldChg chg="add del">
        <pc:chgData name="김명호" userId="e0d603aa-548e-418b-a070-918475337925" providerId="ADAL" clId="{EB451184-BA9A-4A5C-9B3F-495ADF05D454}" dt="2023-09-21T23:39:55.750" v="18277" actId="47"/>
        <pc:sldMkLst>
          <pc:docMk/>
          <pc:sldMk cId="3946919185" sldId="1177"/>
        </pc:sldMkLst>
      </pc:sldChg>
      <pc:sldChg chg="addSp delSp modSp add mod">
        <pc:chgData name="김명호" userId="e0d603aa-548e-418b-a070-918475337925" providerId="ADAL" clId="{EB451184-BA9A-4A5C-9B3F-495ADF05D454}" dt="2023-09-22T07:36:07.822" v="23036"/>
        <pc:sldMkLst>
          <pc:docMk/>
          <pc:sldMk cId="4161560037" sldId="1177"/>
        </pc:sldMkLst>
        <pc:spChg chg="mod">
          <ac:chgData name="김명호" userId="e0d603aa-548e-418b-a070-918475337925" providerId="ADAL" clId="{EB451184-BA9A-4A5C-9B3F-495ADF05D454}" dt="2023-09-22T00:04:17.500" v="19332" actId="6549"/>
          <ac:spMkLst>
            <pc:docMk/>
            <pc:sldMk cId="4161560037" sldId="1177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1T23:52:06.650" v="18471"/>
          <ac:spMkLst>
            <pc:docMk/>
            <pc:sldMk cId="4161560037" sldId="1177"/>
            <ac:spMk id="9" creationId="{95A69C67-D16D-5470-124E-7EB6CF25872A}"/>
          </ac:spMkLst>
        </pc:spChg>
        <pc:spChg chg="mod">
          <ac:chgData name="김명호" userId="e0d603aa-548e-418b-a070-918475337925" providerId="ADAL" clId="{EB451184-BA9A-4A5C-9B3F-495ADF05D454}" dt="2023-09-21T23:51:37.909" v="18443" actId="14100"/>
          <ac:spMkLst>
            <pc:docMk/>
            <pc:sldMk cId="4161560037" sldId="1177"/>
            <ac:spMk id="10" creationId="{14F878EE-D031-B862-A82B-49EBF6A805B4}"/>
          </ac:spMkLst>
        </pc:spChg>
        <pc:spChg chg="mod">
          <ac:chgData name="김명호" userId="e0d603aa-548e-418b-a070-918475337925" providerId="ADAL" clId="{EB451184-BA9A-4A5C-9B3F-495ADF05D454}" dt="2023-09-22T00:04:13.409" v="19331"/>
          <ac:spMkLst>
            <pc:docMk/>
            <pc:sldMk cId="4161560037" sldId="1177"/>
            <ac:spMk id="11" creationId="{5E523184-D6D5-1AA9-DB39-DD6A7889272B}"/>
          </ac:spMkLst>
        </pc:spChg>
        <pc:grpChg chg="add mod">
          <ac:chgData name="김명호" userId="e0d603aa-548e-418b-a070-918475337925" providerId="ADAL" clId="{EB451184-BA9A-4A5C-9B3F-495ADF05D454}" dt="2023-09-22T01:35:41.893" v="20338" actId="1076"/>
          <ac:grpSpMkLst>
            <pc:docMk/>
            <pc:sldMk cId="4161560037" sldId="1177"/>
            <ac:grpSpMk id="8" creationId="{4B15E2F9-7F47-72BE-5882-CE163167D1C7}"/>
          </ac:grpSpMkLst>
        </pc:grpChg>
        <pc:graphicFrameChg chg="mod">
          <ac:chgData name="김명호" userId="e0d603aa-548e-418b-a070-918475337925" providerId="ADAL" clId="{EB451184-BA9A-4A5C-9B3F-495ADF05D454}" dt="2023-09-22T07:36:07.822" v="23036"/>
          <ac:graphicFrameMkLst>
            <pc:docMk/>
            <pc:sldMk cId="4161560037" sldId="117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1T23:51:21.125" v="18438" actId="478"/>
          <ac:picMkLst>
            <pc:docMk/>
            <pc:sldMk cId="4161560037" sldId="1177"/>
            <ac:picMk id="5" creationId="{4B9AFEFB-0939-2865-4A9F-662A0D890CE2}"/>
          </ac:picMkLst>
        </pc:picChg>
        <pc:picChg chg="add mod ord modCrop">
          <ac:chgData name="김명호" userId="e0d603aa-548e-418b-a070-918475337925" providerId="ADAL" clId="{EB451184-BA9A-4A5C-9B3F-495ADF05D454}" dt="2023-09-21T23:51:22.582" v="18439" actId="167"/>
          <ac:picMkLst>
            <pc:docMk/>
            <pc:sldMk cId="4161560037" sldId="1177"/>
            <ac:picMk id="6" creationId="{D4D4CC15-99BB-A12A-543F-9C3E4D87F8AE}"/>
          </ac:picMkLst>
        </pc:picChg>
        <pc:cxnChg chg="mod">
          <ac:chgData name="김명호" userId="e0d603aa-548e-418b-a070-918475337925" providerId="ADAL" clId="{EB451184-BA9A-4A5C-9B3F-495ADF05D454}" dt="2023-09-21T23:51:26.732" v="18440" actId="1076"/>
          <ac:cxnSpMkLst>
            <pc:docMk/>
            <pc:sldMk cId="4161560037" sldId="1177"/>
            <ac:cxnSpMk id="13" creationId="{331DDFAF-E372-E3B3-6B05-B0D7F3785A4E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5:59.035" v="23034"/>
        <pc:sldMkLst>
          <pc:docMk/>
          <pc:sldMk cId="1179632296" sldId="1178"/>
        </pc:sldMkLst>
        <pc:spChg chg="mod">
          <ac:chgData name="김명호" userId="e0d603aa-548e-418b-a070-918475337925" providerId="ADAL" clId="{EB451184-BA9A-4A5C-9B3F-495ADF05D454}" dt="2023-09-22T06:54:29.967" v="21922"/>
          <ac:spMkLst>
            <pc:docMk/>
            <pc:sldMk cId="1179632296" sldId="1178"/>
            <ac:spMk id="6" creationId="{7DB58975-294D-4410-3424-EB2AEB728E0B}"/>
          </ac:spMkLst>
        </pc:spChg>
        <pc:spChg chg="mod">
          <ac:chgData name="김명호" userId="e0d603aa-548e-418b-a070-918475337925" providerId="ADAL" clId="{EB451184-BA9A-4A5C-9B3F-495ADF05D454}" dt="2023-09-22T06:54:43.776" v="21928" actId="6549"/>
          <ac:spMkLst>
            <pc:docMk/>
            <pc:sldMk cId="1179632296" sldId="117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6:54:41.998" v="21927"/>
          <ac:spMkLst>
            <pc:docMk/>
            <pc:sldMk cId="1179632296" sldId="1178"/>
            <ac:spMk id="8" creationId="{925D5353-95AA-7066-CFC3-A79F6C4BB8E6}"/>
          </ac:spMkLst>
        </pc:spChg>
        <pc:grpChg chg="add mod">
          <ac:chgData name="김명호" userId="e0d603aa-548e-418b-a070-918475337925" providerId="ADAL" clId="{EB451184-BA9A-4A5C-9B3F-495ADF05D454}" dt="2023-09-22T06:54:47.444" v="21929" actId="1076"/>
          <ac:grpSpMkLst>
            <pc:docMk/>
            <pc:sldMk cId="1179632296" sldId="1178"/>
            <ac:grpSpMk id="4" creationId="{5835FEFE-39F5-9A90-1045-CB364B4A0594}"/>
          </ac:grpSpMkLst>
        </pc:grpChg>
        <pc:graphicFrameChg chg="mod modGraphic">
          <ac:chgData name="김명호" userId="e0d603aa-548e-418b-a070-918475337925" providerId="ADAL" clId="{EB451184-BA9A-4A5C-9B3F-495ADF05D454}" dt="2023-09-22T07:35:59.035" v="23034"/>
          <ac:graphicFrameMkLst>
            <pc:docMk/>
            <pc:sldMk cId="1179632296" sldId="1178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35:30.807" v="23000"/>
        <pc:sldMkLst>
          <pc:docMk/>
          <pc:sldMk cId="4068891760" sldId="1179"/>
        </pc:sldMkLst>
        <pc:spChg chg="add mod">
          <ac:chgData name="김명호" userId="e0d603aa-548e-418b-a070-918475337925" providerId="ADAL" clId="{EB451184-BA9A-4A5C-9B3F-495ADF05D454}" dt="2023-09-22T00:13:38.692" v="19416" actId="14100"/>
          <ac:spMkLst>
            <pc:docMk/>
            <pc:sldMk cId="4068891760" sldId="1179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0:06:53.792" v="19412" actId="20577"/>
          <ac:spMkLst>
            <pc:docMk/>
            <pc:sldMk cId="4068891760" sldId="1179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2T00:15:13.966" v="19425" actId="478"/>
          <ac:spMkLst>
            <pc:docMk/>
            <pc:sldMk cId="4068891760" sldId="1179"/>
            <ac:spMk id="9" creationId="{D468B52F-3106-5419-1D54-A35D7CC9CABB}"/>
          </ac:spMkLst>
        </pc:spChg>
        <pc:spChg chg="del">
          <ac:chgData name="김명호" userId="e0d603aa-548e-418b-a070-918475337925" providerId="ADAL" clId="{EB451184-BA9A-4A5C-9B3F-495ADF05D454}" dt="2023-09-22T00:05:21.600" v="19362" actId="478"/>
          <ac:spMkLst>
            <pc:docMk/>
            <pc:sldMk cId="4068891760" sldId="1179"/>
            <ac:spMk id="10" creationId="{14F878EE-D031-B862-A82B-49EBF6A805B4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11" creationId="{3B29C1AC-4949-C643-38F9-C8160A7E5F71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17" creationId="{CFF8E3A7-6EAB-4558-43D6-4C6EC0D85F76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18" creationId="{565C25EC-6F7F-049C-966F-4AFB9588B329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21" creationId="{08970275-3704-6937-C303-408C2B225192}"/>
          </ac:spMkLst>
        </pc:spChg>
        <pc:spChg chg="del">
          <ac:chgData name="김명호" userId="e0d603aa-548e-418b-a070-918475337925" providerId="ADAL" clId="{EB451184-BA9A-4A5C-9B3F-495ADF05D454}" dt="2023-09-22T00:05:19.722" v="19361" actId="478"/>
          <ac:spMkLst>
            <pc:docMk/>
            <pc:sldMk cId="4068891760" sldId="1179"/>
            <ac:spMk id="23" creationId="{F7DA951B-940C-F026-F943-A0392E72780A}"/>
          </ac:spMkLst>
        </pc:spChg>
        <pc:graphicFrameChg chg="mod modGraphic">
          <ac:chgData name="김명호" userId="e0d603aa-548e-418b-a070-918475337925" providerId="ADAL" clId="{EB451184-BA9A-4A5C-9B3F-495ADF05D454}" dt="2023-09-22T07:35:30.807" v="23000"/>
          <ac:graphicFrameMkLst>
            <pc:docMk/>
            <pc:sldMk cId="4068891760" sldId="1179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2T00:13:24.738" v="19413" actId="167"/>
          <ac:picMkLst>
            <pc:docMk/>
            <pc:sldMk cId="4068891760" sldId="1179"/>
            <ac:picMk id="4" creationId="{0D08CD40-285F-424C-5B77-61C6B996C54C}"/>
          </ac:picMkLst>
        </pc:picChg>
        <pc:picChg chg="del">
          <ac:chgData name="김명호" userId="e0d603aa-548e-418b-a070-918475337925" providerId="ADAL" clId="{EB451184-BA9A-4A5C-9B3F-495ADF05D454}" dt="2023-09-22T00:05:27.341" v="19363" actId="478"/>
          <ac:picMkLst>
            <pc:docMk/>
            <pc:sldMk cId="4068891760" sldId="1179"/>
            <ac:picMk id="8" creationId="{821F3E81-3781-94F8-06CC-7B6C4AC52D06}"/>
          </ac:picMkLst>
        </pc:picChg>
        <pc:picChg chg="del">
          <ac:chgData name="김명호" userId="e0d603aa-548e-418b-a070-918475337925" providerId="ADAL" clId="{EB451184-BA9A-4A5C-9B3F-495ADF05D454}" dt="2023-09-22T00:05:19.722" v="19361" actId="478"/>
          <ac:picMkLst>
            <pc:docMk/>
            <pc:sldMk cId="4068891760" sldId="1179"/>
            <ac:picMk id="16" creationId="{AEA79D9F-8206-36B3-EA05-46E108462175}"/>
          </ac:picMkLst>
        </pc:picChg>
        <pc:picChg chg="del">
          <ac:chgData name="김명호" userId="e0d603aa-548e-418b-a070-918475337925" providerId="ADAL" clId="{EB451184-BA9A-4A5C-9B3F-495ADF05D454}" dt="2023-09-22T00:05:19.722" v="19361" actId="478"/>
          <ac:picMkLst>
            <pc:docMk/>
            <pc:sldMk cId="4068891760" sldId="1179"/>
            <ac:picMk id="20" creationId="{D194B10B-EBD8-34E8-ABBF-2D0CA548CF74}"/>
          </ac:picMkLst>
        </pc:picChg>
        <pc:cxnChg chg="add mod">
          <ac:chgData name="김명호" userId="e0d603aa-548e-418b-a070-918475337925" providerId="ADAL" clId="{EB451184-BA9A-4A5C-9B3F-495ADF05D454}" dt="2023-09-22T00:13:43.786" v="19420" actId="1037"/>
          <ac:cxnSpMkLst>
            <pc:docMk/>
            <pc:sldMk cId="4068891760" sldId="1179"/>
            <ac:cxnSpMk id="6" creationId="{3B0EDE15-46F9-4887-2E16-68DD06046558}"/>
          </ac:cxnSpMkLst>
        </pc:cxnChg>
        <pc:cxnChg chg="del">
          <ac:chgData name="김명호" userId="e0d603aa-548e-418b-a070-918475337925" providerId="ADAL" clId="{EB451184-BA9A-4A5C-9B3F-495ADF05D454}" dt="2023-09-22T00:05:21.600" v="19362" actId="478"/>
          <ac:cxnSpMkLst>
            <pc:docMk/>
            <pc:sldMk cId="4068891760" sldId="1179"/>
            <ac:cxnSpMk id="13" creationId="{331DDFAF-E372-E3B3-6B05-B0D7F3785A4E}"/>
          </ac:cxnSpMkLst>
        </pc:cxnChg>
        <pc:cxnChg chg="del">
          <ac:chgData name="김명호" userId="e0d603aa-548e-418b-a070-918475337925" providerId="ADAL" clId="{EB451184-BA9A-4A5C-9B3F-495ADF05D454}" dt="2023-09-22T00:05:19.722" v="19361" actId="478"/>
          <ac:cxnSpMkLst>
            <pc:docMk/>
            <pc:sldMk cId="4068891760" sldId="1179"/>
            <ac:cxnSpMk id="19" creationId="{FBFA7EAC-95EE-22E2-D88E-AD4FC154C26D}"/>
          </ac:cxnSpMkLst>
        </pc:cxnChg>
        <pc:cxnChg chg="del">
          <ac:chgData name="김명호" userId="e0d603aa-548e-418b-a070-918475337925" providerId="ADAL" clId="{EB451184-BA9A-4A5C-9B3F-495ADF05D454}" dt="2023-09-22T00:05:19.722" v="19361" actId="478"/>
          <ac:cxnSpMkLst>
            <pc:docMk/>
            <pc:sldMk cId="4068891760" sldId="1179"/>
            <ac:cxnSpMk id="24" creationId="{BFB4F41F-142F-B01F-62CB-7E86DFD957AE}"/>
          </ac:cxnSpMkLst>
        </pc:cxnChg>
      </pc:sldChg>
      <pc:sldChg chg="add del">
        <pc:chgData name="김명호" userId="e0d603aa-548e-418b-a070-918475337925" providerId="ADAL" clId="{EB451184-BA9A-4A5C-9B3F-495ADF05D454}" dt="2023-09-22T00:15:06.269" v="19422"/>
        <pc:sldMkLst>
          <pc:docMk/>
          <pc:sldMk cId="1062149113" sldId="1180"/>
        </pc:sldMkLst>
      </pc:sldChg>
      <pc:sldChg chg="addSp delSp modSp add mod">
        <pc:chgData name="김명호" userId="e0d603aa-548e-418b-a070-918475337925" providerId="ADAL" clId="{EB451184-BA9A-4A5C-9B3F-495ADF05D454}" dt="2023-09-22T07:35:40.494" v="23003"/>
        <pc:sldMkLst>
          <pc:docMk/>
          <pc:sldMk cId="4096287963" sldId="1180"/>
        </pc:sldMkLst>
        <pc:spChg chg="mod">
          <ac:chgData name="김명호" userId="e0d603aa-548e-418b-a070-918475337925" providerId="ADAL" clId="{EB451184-BA9A-4A5C-9B3F-495ADF05D454}" dt="2023-09-22T00:16:24.403" v="19440" actId="14100"/>
          <ac:spMkLst>
            <pc:docMk/>
            <pc:sldMk cId="4096287963" sldId="1180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0:16:53.548" v="19457"/>
          <ac:spMkLst>
            <pc:docMk/>
            <pc:sldMk cId="4096287963" sldId="1180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2T00:15:12.159" v="19424" actId="478"/>
          <ac:spMkLst>
            <pc:docMk/>
            <pc:sldMk cId="4096287963" sldId="1180"/>
            <ac:spMk id="9" creationId="{D468B52F-3106-5419-1D54-A35D7CC9CABB}"/>
          </ac:spMkLst>
        </pc:spChg>
        <pc:spChg chg="mod">
          <ac:chgData name="김명호" userId="e0d603aa-548e-418b-a070-918475337925" providerId="ADAL" clId="{EB451184-BA9A-4A5C-9B3F-495ADF05D454}" dt="2023-09-22T00:17:41.136" v="19458"/>
          <ac:spMkLst>
            <pc:docMk/>
            <pc:sldMk cId="4096287963" sldId="1180"/>
            <ac:spMk id="12" creationId="{F43929FB-29B4-02A4-BB69-7903C7D4B7F2}"/>
          </ac:spMkLst>
        </pc:spChg>
        <pc:spChg chg="mod">
          <ac:chgData name="김명호" userId="e0d603aa-548e-418b-a070-918475337925" providerId="ADAL" clId="{EB451184-BA9A-4A5C-9B3F-495ADF05D454}" dt="2023-09-22T00:18:05.228" v="19484"/>
          <ac:spMkLst>
            <pc:docMk/>
            <pc:sldMk cId="4096287963" sldId="1180"/>
            <ac:spMk id="13" creationId="{7ACE85CC-9795-511A-FF73-191864F15137}"/>
          </ac:spMkLst>
        </pc:spChg>
        <pc:grpChg chg="add mod">
          <ac:chgData name="김명호" userId="e0d603aa-548e-418b-a070-918475337925" providerId="ADAL" clId="{EB451184-BA9A-4A5C-9B3F-495ADF05D454}" dt="2023-09-22T00:17:41.136" v="19458"/>
          <ac:grpSpMkLst>
            <pc:docMk/>
            <pc:sldMk cId="4096287963" sldId="1180"/>
            <ac:grpSpMk id="11" creationId="{79610BE2-16C3-8ED6-E1C5-EA1F4EFE1B19}"/>
          </ac:grpSpMkLst>
        </pc:grpChg>
        <pc:graphicFrameChg chg="mod">
          <ac:chgData name="김명호" userId="e0d603aa-548e-418b-a070-918475337925" providerId="ADAL" clId="{EB451184-BA9A-4A5C-9B3F-495ADF05D454}" dt="2023-09-22T07:35:40.494" v="23003"/>
          <ac:graphicFrameMkLst>
            <pc:docMk/>
            <pc:sldMk cId="4096287963" sldId="1180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2T00:15:54.339" v="19432" actId="478"/>
          <ac:picMkLst>
            <pc:docMk/>
            <pc:sldMk cId="4096287963" sldId="1180"/>
            <ac:picMk id="4" creationId="{0D08CD40-285F-424C-5B77-61C6B996C54C}"/>
          </ac:picMkLst>
        </pc:picChg>
        <pc:picChg chg="add mod ord modCrop">
          <ac:chgData name="김명호" userId="e0d603aa-548e-418b-a070-918475337925" providerId="ADAL" clId="{EB451184-BA9A-4A5C-9B3F-495ADF05D454}" dt="2023-09-22T00:15:56.027" v="19433" actId="167"/>
          <ac:picMkLst>
            <pc:docMk/>
            <pc:sldMk cId="4096287963" sldId="1180"/>
            <ac:picMk id="10" creationId="{FEFE0059-27FC-4606-ECFB-4F30FE651556}"/>
          </ac:picMkLst>
        </pc:picChg>
        <pc:cxnChg chg="mod">
          <ac:chgData name="김명호" userId="e0d603aa-548e-418b-a070-918475337925" providerId="ADAL" clId="{EB451184-BA9A-4A5C-9B3F-495ADF05D454}" dt="2023-09-22T00:16:21.955" v="19439" actId="1076"/>
          <ac:cxnSpMkLst>
            <pc:docMk/>
            <pc:sldMk cId="4096287963" sldId="1180"/>
            <ac:cxnSpMk id="6" creationId="{3B0EDE15-46F9-4887-2E16-68DD06046558}"/>
          </ac:cxnSpMkLst>
        </pc:cxnChg>
      </pc:sldChg>
      <pc:sldChg chg="delSp modSp add mod">
        <pc:chgData name="김명호" userId="e0d603aa-548e-418b-a070-918475337925" providerId="ADAL" clId="{EB451184-BA9A-4A5C-9B3F-495ADF05D454}" dt="2023-09-22T07:35:45.767" v="23004"/>
        <pc:sldMkLst>
          <pc:docMk/>
          <pc:sldMk cId="122310330" sldId="1181"/>
        </pc:sldMkLst>
        <pc:spChg chg="mod">
          <ac:chgData name="김명호" userId="e0d603aa-548e-418b-a070-918475337925" providerId="ADAL" clId="{EB451184-BA9A-4A5C-9B3F-495ADF05D454}" dt="2023-09-22T00:19:06.370" v="19487" actId="14100"/>
          <ac:spMkLst>
            <pc:docMk/>
            <pc:sldMk cId="122310330" sldId="1181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0:19:31.564" v="19566"/>
          <ac:spMkLst>
            <pc:docMk/>
            <pc:sldMk cId="122310330" sldId="1181"/>
            <ac:spMk id="7" creationId="{0C81DD60-D84B-4D3C-8F3E-7D0E22E11300}"/>
          </ac:spMkLst>
        </pc:spChg>
        <pc:grpChg chg="del">
          <ac:chgData name="김명호" userId="e0d603aa-548e-418b-a070-918475337925" providerId="ADAL" clId="{EB451184-BA9A-4A5C-9B3F-495ADF05D454}" dt="2023-09-22T00:19:24.340" v="19550" actId="478"/>
          <ac:grpSpMkLst>
            <pc:docMk/>
            <pc:sldMk cId="122310330" sldId="1181"/>
            <ac:grpSpMk id="11" creationId="{79610BE2-16C3-8ED6-E1C5-EA1F4EFE1B19}"/>
          </ac:grpSpMkLst>
        </pc:grpChg>
        <pc:graphicFrameChg chg="mod modGraphic">
          <ac:chgData name="김명호" userId="e0d603aa-548e-418b-a070-918475337925" providerId="ADAL" clId="{EB451184-BA9A-4A5C-9B3F-495ADF05D454}" dt="2023-09-22T07:35:45.767" v="23004"/>
          <ac:graphicFrameMkLst>
            <pc:docMk/>
            <pc:sldMk cId="122310330" sldId="1181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2T00:19:08.531" v="19488" actId="1076"/>
          <ac:cxnSpMkLst>
            <pc:docMk/>
            <pc:sldMk cId="122310330" sldId="1181"/>
            <ac:cxnSpMk id="6" creationId="{3B0EDE15-46F9-4887-2E16-68DD06046558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5:37.182" v="23002"/>
        <pc:sldMkLst>
          <pc:docMk/>
          <pc:sldMk cId="1972890853" sldId="1182"/>
        </pc:sldMkLst>
        <pc:spChg chg="mod">
          <ac:chgData name="김명호" userId="e0d603aa-548e-418b-a070-918475337925" providerId="ADAL" clId="{EB451184-BA9A-4A5C-9B3F-495ADF05D454}" dt="2023-09-22T00:44:10.193" v="19612" actId="14100"/>
          <ac:spMkLst>
            <pc:docMk/>
            <pc:sldMk cId="1972890853" sldId="1182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0:54:31.376" v="19874"/>
          <ac:spMkLst>
            <pc:docMk/>
            <pc:sldMk cId="1972890853" sldId="1182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8" creationId="{2832E630-2795-793C-3357-3E92EF82A83B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0" creationId="{A162EF14-D8F5-C1A6-32FD-78971E0A9D43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1" creationId="{34BCD57B-5124-70B1-7799-C89ECE2A0A25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2" creationId="{B37E5F1E-D6EE-D1AE-060D-D30D36FD117E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3" creationId="{1E0C5D80-0279-A5B0-003E-7F49F9062AB3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4" creationId="{4E99E98F-363D-1B1A-7B72-82220B4E96A1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15" creationId="{540B1D87-15C9-B130-9B10-F31D227EF461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17" creationId="{32DB71F9-51AD-D635-4B0D-E6A9BA1F0D5A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18" creationId="{39C4E2F0-9DBE-CBDB-E62A-399CBE5FD416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19" creationId="{B35D2008-66A1-64C7-14E8-81AEC6371E36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20" creationId="{10B5D17F-7F48-E0A8-8929-86769DAFAB4C}"/>
          </ac:spMkLst>
        </pc:spChg>
        <pc:spChg chg="add del mod">
          <ac:chgData name="김명호" userId="e0d603aa-548e-418b-a070-918475337925" providerId="ADAL" clId="{EB451184-BA9A-4A5C-9B3F-495ADF05D454}" dt="2023-09-22T00:52:58.653" v="19774" actId="478"/>
          <ac:spMkLst>
            <pc:docMk/>
            <pc:sldMk cId="1972890853" sldId="1182"/>
            <ac:spMk id="21" creationId="{0127C97C-5421-AE70-70FF-4A4610508C2B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22" creationId="{C1A13D04-6FD2-A7CB-D332-D49B3EDC324E}"/>
          </ac:spMkLst>
        </pc:spChg>
        <pc:spChg chg="add mod">
          <ac:chgData name="김명호" userId="e0d603aa-548e-418b-a070-918475337925" providerId="ADAL" clId="{EB451184-BA9A-4A5C-9B3F-495ADF05D454}" dt="2023-09-22T00:54:18.094" v="19791" actId="1076"/>
          <ac:spMkLst>
            <pc:docMk/>
            <pc:sldMk cId="1972890853" sldId="1182"/>
            <ac:spMk id="23" creationId="{73998FA6-CE9D-D0FB-A321-BC5E52097FAA}"/>
          </ac:spMkLst>
        </pc:spChg>
        <pc:spChg chg="add mod">
          <ac:chgData name="김명호" userId="e0d603aa-548e-418b-a070-918475337925" providerId="ADAL" clId="{EB451184-BA9A-4A5C-9B3F-495ADF05D454}" dt="2023-09-22T01:33:34.774" v="20326" actId="14100"/>
          <ac:spMkLst>
            <pc:docMk/>
            <pc:sldMk cId="1972890853" sldId="1182"/>
            <ac:spMk id="24" creationId="{CABBE244-9847-786B-B305-1293AD26D7AB}"/>
          </ac:spMkLst>
        </pc:spChg>
        <pc:spChg chg="add mod">
          <ac:chgData name="김명호" userId="e0d603aa-548e-418b-a070-918475337925" providerId="ADAL" clId="{EB451184-BA9A-4A5C-9B3F-495ADF05D454}" dt="2023-09-22T01:33:42.254" v="20329" actId="14100"/>
          <ac:spMkLst>
            <pc:docMk/>
            <pc:sldMk cId="1972890853" sldId="1182"/>
            <ac:spMk id="26" creationId="{F09D59E2-5798-8DF9-41F7-04A72B248EA8}"/>
          </ac:spMkLst>
        </pc:spChg>
        <pc:graphicFrameChg chg="mod modGraphic">
          <ac:chgData name="김명호" userId="e0d603aa-548e-418b-a070-918475337925" providerId="ADAL" clId="{EB451184-BA9A-4A5C-9B3F-495ADF05D454}" dt="2023-09-22T07:35:37.182" v="23002"/>
          <ac:graphicFrameMkLst>
            <pc:docMk/>
            <pc:sldMk cId="1972890853" sldId="1182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EB451184-BA9A-4A5C-9B3F-495ADF05D454}" dt="2023-09-22T00:43:55.011" v="19596" actId="1076"/>
          <ac:picMkLst>
            <pc:docMk/>
            <pc:sldMk cId="1972890853" sldId="1182"/>
            <ac:picMk id="4" creationId="{0D08CD40-285F-424C-5B77-61C6B996C54C}"/>
          </ac:picMkLst>
        </pc:picChg>
        <pc:picChg chg="add mod modCrop">
          <ac:chgData name="김명호" userId="e0d603aa-548e-418b-a070-918475337925" providerId="ADAL" clId="{EB451184-BA9A-4A5C-9B3F-495ADF05D454}" dt="2023-09-22T00:54:18.094" v="19791" actId="1076"/>
          <ac:picMkLst>
            <pc:docMk/>
            <pc:sldMk cId="1972890853" sldId="1182"/>
            <ac:picMk id="9" creationId="{5F3C64D1-8FC5-C5A2-DAC4-7998F178C62C}"/>
          </ac:picMkLst>
        </pc:picChg>
        <pc:picChg chg="add mod modCrop">
          <ac:chgData name="김명호" userId="e0d603aa-548e-418b-a070-918475337925" providerId="ADAL" clId="{EB451184-BA9A-4A5C-9B3F-495ADF05D454}" dt="2023-09-22T00:54:18.094" v="19791" actId="1076"/>
          <ac:picMkLst>
            <pc:docMk/>
            <pc:sldMk cId="1972890853" sldId="1182"/>
            <ac:picMk id="16" creationId="{B1724844-63DA-456B-9489-EC78FCF36E94}"/>
          </ac:picMkLst>
        </pc:picChg>
        <pc:cxnChg chg="mod">
          <ac:chgData name="김명호" userId="e0d603aa-548e-418b-a070-918475337925" providerId="ADAL" clId="{EB451184-BA9A-4A5C-9B3F-495ADF05D454}" dt="2023-09-22T00:44:12.049" v="19613" actId="1076"/>
          <ac:cxnSpMkLst>
            <pc:docMk/>
            <pc:sldMk cId="1972890853" sldId="1182"/>
            <ac:cxnSpMk id="6" creationId="{3B0EDE15-46F9-4887-2E16-68DD06046558}"/>
          </ac:cxnSpMkLst>
        </pc:cxnChg>
        <pc:cxnChg chg="add mod">
          <ac:chgData name="김명호" userId="e0d603aa-548e-418b-a070-918475337925" providerId="ADAL" clId="{EB451184-BA9A-4A5C-9B3F-495ADF05D454}" dt="2023-09-22T01:33:31.031" v="20325" actId="1037"/>
          <ac:cxnSpMkLst>
            <pc:docMk/>
            <pc:sldMk cId="1972890853" sldId="1182"/>
            <ac:cxnSpMk id="25" creationId="{CF8CB4B0-0949-A052-186E-74DCD583FB33}"/>
          </ac:cxnSpMkLst>
        </pc:cxnChg>
        <pc:cxnChg chg="add mod">
          <ac:chgData name="김명호" userId="e0d603aa-548e-418b-a070-918475337925" providerId="ADAL" clId="{EB451184-BA9A-4A5C-9B3F-495ADF05D454}" dt="2023-09-22T01:33:39.551" v="20328" actId="1076"/>
          <ac:cxnSpMkLst>
            <pc:docMk/>
            <pc:sldMk cId="1972890853" sldId="1182"/>
            <ac:cxnSpMk id="27" creationId="{85D59296-029C-363C-1344-1612CA274D5D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5:33.934" v="23001"/>
        <pc:sldMkLst>
          <pc:docMk/>
          <pc:sldMk cId="4074949468" sldId="1183"/>
        </pc:sldMkLst>
        <pc:spChg chg="mod">
          <ac:chgData name="김명호" userId="e0d603aa-548e-418b-a070-918475337925" providerId="ADAL" clId="{EB451184-BA9A-4A5C-9B3F-495ADF05D454}" dt="2023-09-22T01:26:30.256" v="19988" actId="1038"/>
          <ac:spMkLst>
            <pc:docMk/>
            <pc:sldMk cId="4074949468" sldId="1183"/>
            <ac:spMk id="5" creationId="{7DC9611B-C1A6-0A08-510F-663B1D8FA474}"/>
          </ac:spMkLst>
        </pc:spChg>
        <pc:spChg chg="mod">
          <ac:chgData name="김명호" userId="e0d603aa-548e-418b-a070-918475337925" providerId="ADAL" clId="{EB451184-BA9A-4A5C-9B3F-495ADF05D454}" dt="2023-09-22T01:28:12.477" v="20058" actId="20577"/>
          <ac:spMkLst>
            <pc:docMk/>
            <pc:sldMk cId="4074949468" sldId="1183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2T01:27:40.865" v="20021" actId="14100"/>
          <ac:spMkLst>
            <pc:docMk/>
            <pc:sldMk cId="4074949468" sldId="1183"/>
            <ac:spMk id="10" creationId="{D8D00476-8B5B-1A4E-8B74-79E8038BACDD}"/>
          </ac:spMkLst>
        </pc:spChg>
        <pc:graphicFrameChg chg="mod">
          <ac:chgData name="김명호" userId="e0d603aa-548e-418b-a070-918475337925" providerId="ADAL" clId="{EB451184-BA9A-4A5C-9B3F-495ADF05D454}" dt="2023-09-22T07:35:33.934" v="23001"/>
          <ac:graphicFrameMkLst>
            <pc:docMk/>
            <pc:sldMk cId="4074949468" sldId="1183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2T01:25:47.411" v="19876" actId="478"/>
          <ac:picMkLst>
            <pc:docMk/>
            <pc:sldMk cId="4074949468" sldId="1183"/>
            <ac:picMk id="4" creationId="{0D08CD40-285F-424C-5B77-61C6B996C54C}"/>
          </ac:picMkLst>
        </pc:picChg>
        <pc:picChg chg="add mod ord modCrop">
          <ac:chgData name="김명호" userId="e0d603aa-548e-418b-a070-918475337925" providerId="ADAL" clId="{EB451184-BA9A-4A5C-9B3F-495ADF05D454}" dt="2023-09-22T01:26:05.137" v="19883" actId="167"/>
          <ac:picMkLst>
            <pc:docMk/>
            <pc:sldMk cId="4074949468" sldId="1183"/>
            <ac:picMk id="9" creationId="{BE2AAF80-C7B4-E79B-367F-5C8607C1F528}"/>
          </ac:picMkLst>
        </pc:picChg>
        <pc:cxnChg chg="mod">
          <ac:chgData name="김명호" userId="e0d603aa-548e-418b-a070-918475337925" providerId="ADAL" clId="{EB451184-BA9A-4A5C-9B3F-495ADF05D454}" dt="2023-09-22T01:26:34.913" v="19989" actId="1076"/>
          <ac:cxnSpMkLst>
            <pc:docMk/>
            <pc:sldMk cId="4074949468" sldId="1183"/>
            <ac:cxnSpMk id="6" creationId="{3B0EDE15-46F9-4887-2E16-68DD06046558}"/>
          </ac:cxnSpMkLst>
        </pc:cxnChg>
        <pc:cxnChg chg="add mod">
          <ac:chgData name="김명호" userId="e0d603aa-548e-418b-a070-918475337925" providerId="ADAL" clId="{EB451184-BA9A-4A5C-9B3F-495ADF05D454}" dt="2023-09-22T01:27:38.051" v="20011" actId="1076"/>
          <ac:cxnSpMkLst>
            <pc:docMk/>
            <pc:sldMk cId="4074949468" sldId="1183"/>
            <ac:cxnSpMk id="11" creationId="{70D35529-E335-E6D2-280B-18185760D64D}"/>
          </ac:cxnSpMkLst>
        </pc:cxnChg>
      </pc:sldChg>
      <pc:sldChg chg="addSp modSp add mod">
        <pc:chgData name="김명호" userId="e0d603aa-548e-418b-a070-918475337925" providerId="ADAL" clId="{EB451184-BA9A-4A5C-9B3F-495ADF05D454}" dt="2023-09-22T07:36:04.043" v="23035"/>
        <pc:sldMkLst>
          <pc:docMk/>
          <pc:sldMk cId="300186909" sldId="1184"/>
        </pc:sldMkLst>
        <pc:spChg chg="add mod">
          <ac:chgData name="김명호" userId="e0d603aa-548e-418b-a070-918475337925" providerId="ADAL" clId="{EB451184-BA9A-4A5C-9B3F-495ADF05D454}" dt="2023-09-22T01:32:36.309" v="20298"/>
          <ac:spMkLst>
            <pc:docMk/>
            <pc:sldMk cId="300186909" sldId="1184"/>
            <ac:spMk id="4" creationId="{EB80017D-FF87-9EF6-D03F-DE8870C67407}"/>
          </ac:spMkLst>
        </pc:spChg>
        <pc:spChg chg="mod">
          <ac:chgData name="김명호" userId="e0d603aa-548e-418b-a070-918475337925" providerId="ADAL" clId="{EB451184-BA9A-4A5C-9B3F-495ADF05D454}" dt="2023-09-22T01:32:21.624" v="20297"/>
          <ac:spMkLst>
            <pc:docMk/>
            <pc:sldMk cId="300186909" sldId="1184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2T01:33:08.759" v="20321" actId="1076"/>
          <ac:spMkLst>
            <pc:docMk/>
            <pc:sldMk cId="300186909" sldId="1184"/>
            <ac:spMk id="8" creationId="{DC2A4F63-5D69-7ED1-74DC-234C8F94A08E}"/>
          </ac:spMkLst>
        </pc:spChg>
        <pc:spChg chg="add mod">
          <ac:chgData name="김명호" userId="e0d603aa-548e-418b-a070-918475337925" providerId="ADAL" clId="{EB451184-BA9A-4A5C-9B3F-495ADF05D454}" dt="2023-09-22T01:34:01.238" v="20337" actId="1038"/>
          <ac:spMkLst>
            <pc:docMk/>
            <pc:sldMk cId="300186909" sldId="1184"/>
            <ac:spMk id="9" creationId="{8C3E4936-9DBA-2980-CD47-737FB71825A8}"/>
          </ac:spMkLst>
        </pc:spChg>
        <pc:graphicFrameChg chg="mod modGraphic">
          <ac:chgData name="김명호" userId="e0d603aa-548e-418b-a070-918475337925" providerId="ADAL" clId="{EB451184-BA9A-4A5C-9B3F-495ADF05D454}" dt="2023-09-22T07:36:04.043" v="23035"/>
          <ac:graphicFrameMkLst>
            <pc:docMk/>
            <pc:sldMk cId="300186909" sldId="1184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EB451184-BA9A-4A5C-9B3F-495ADF05D454}" dt="2023-09-22T01:32:55.488" v="20315" actId="1035"/>
          <ac:picMkLst>
            <pc:docMk/>
            <pc:sldMk cId="300186909" sldId="1184"/>
            <ac:picMk id="6" creationId="{CC51FAE9-403D-6BEF-DAB1-06534E2CC859}"/>
          </ac:picMkLst>
        </pc:picChg>
        <pc:cxnChg chg="add mod">
          <ac:chgData name="김명호" userId="e0d603aa-548e-418b-a070-918475337925" providerId="ADAL" clId="{EB451184-BA9A-4A5C-9B3F-495ADF05D454}" dt="2023-09-22T01:34:01.238" v="20337" actId="1038"/>
          <ac:cxnSpMkLst>
            <pc:docMk/>
            <pc:sldMk cId="300186909" sldId="1184"/>
            <ac:cxnSpMk id="11" creationId="{C2CD6D8C-6A82-0923-4203-948DDDE621A9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6:15.332" v="23052"/>
        <pc:sldMkLst>
          <pc:docMk/>
          <pc:sldMk cId="751343494" sldId="1185"/>
        </pc:sldMkLst>
        <pc:spChg chg="mod">
          <ac:chgData name="김명호" userId="e0d603aa-548e-418b-a070-918475337925" providerId="ADAL" clId="{EB451184-BA9A-4A5C-9B3F-495ADF05D454}" dt="2023-09-22T01:39:12.452" v="20479"/>
          <ac:spMkLst>
            <pc:docMk/>
            <pc:sldMk cId="751343494" sldId="1185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1:38:27.924" v="20477" actId="1076"/>
          <ac:spMkLst>
            <pc:docMk/>
            <pc:sldMk cId="751343494" sldId="1185"/>
            <ac:spMk id="10" creationId="{14F878EE-D031-B862-A82B-49EBF6A805B4}"/>
          </ac:spMkLst>
        </pc:spChg>
        <pc:grpChg chg="del">
          <ac:chgData name="김명호" userId="e0d603aa-548e-418b-a070-918475337925" providerId="ADAL" clId="{EB451184-BA9A-4A5C-9B3F-495ADF05D454}" dt="2023-09-22T01:38:30.111" v="20478" actId="478"/>
          <ac:grpSpMkLst>
            <pc:docMk/>
            <pc:sldMk cId="751343494" sldId="1185"/>
            <ac:grpSpMk id="8" creationId="{4B15E2F9-7F47-72BE-5882-CE163167D1C7}"/>
          </ac:grpSpMkLst>
        </pc:grpChg>
        <pc:graphicFrameChg chg="mod modGraphic">
          <ac:chgData name="김명호" userId="e0d603aa-548e-418b-a070-918475337925" providerId="ADAL" clId="{EB451184-BA9A-4A5C-9B3F-495ADF05D454}" dt="2023-09-22T07:36:15.332" v="23052"/>
          <ac:graphicFrameMkLst>
            <pc:docMk/>
            <pc:sldMk cId="751343494" sldId="1185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2T01:38:22.287" v="20476" actId="167"/>
          <ac:picMkLst>
            <pc:docMk/>
            <pc:sldMk cId="751343494" sldId="1185"/>
            <ac:picMk id="5" creationId="{3E6DB130-32F3-30FD-54A2-B0BF7857CAE4}"/>
          </ac:picMkLst>
        </pc:picChg>
        <pc:picChg chg="del">
          <ac:chgData name="김명호" userId="e0d603aa-548e-418b-a070-918475337925" providerId="ADAL" clId="{EB451184-BA9A-4A5C-9B3F-495ADF05D454}" dt="2023-09-22T01:38:13.444" v="20471" actId="478"/>
          <ac:picMkLst>
            <pc:docMk/>
            <pc:sldMk cId="751343494" sldId="1185"/>
            <ac:picMk id="6" creationId="{D4D4CC15-99BB-A12A-543F-9C3E4D87F8AE}"/>
          </ac:picMkLst>
        </pc:picChg>
        <pc:cxnChg chg="mod">
          <ac:chgData name="김명호" userId="e0d603aa-548e-418b-a070-918475337925" providerId="ADAL" clId="{EB451184-BA9A-4A5C-9B3F-495ADF05D454}" dt="2023-09-22T01:38:27.924" v="20477" actId="1076"/>
          <ac:cxnSpMkLst>
            <pc:docMk/>
            <pc:sldMk cId="751343494" sldId="1185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7:45.707" v="23131"/>
        <pc:sldMkLst>
          <pc:docMk/>
          <pc:sldMk cId="1239789670" sldId="1186"/>
        </pc:sldMkLst>
        <pc:spChg chg="mod">
          <ac:chgData name="김명호" userId="e0d603aa-548e-418b-a070-918475337925" providerId="ADAL" clId="{EB451184-BA9A-4A5C-9B3F-495ADF05D454}" dt="2023-09-22T07:08:29.929" v="22105" actId="13926"/>
          <ac:spMkLst>
            <pc:docMk/>
            <pc:sldMk cId="1239789670" sldId="118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1:49:26.064" v="20899" actId="14100"/>
          <ac:spMkLst>
            <pc:docMk/>
            <pc:sldMk cId="1239789670" sldId="1186"/>
            <ac:spMk id="10" creationId="{14F878EE-D031-B862-A82B-49EBF6A805B4}"/>
          </ac:spMkLst>
        </pc:spChg>
        <pc:graphicFrameChg chg="mod modGraphic">
          <ac:chgData name="김명호" userId="e0d603aa-548e-418b-a070-918475337925" providerId="ADAL" clId="{EB451184-BA9A-4A5C-9B3F-495ADF05D454}" dt="2023-09-22T07:37:45.707" v="23131"/>
          <ac:graphicFrameMkLst>
            <pc:docMk/>
            <pc:sldMk cId="1239789670" sldId="1186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2T01:46:54.510" v="20655" actId="167"/>
          <ac:picMkLst>
            <pc:docMk/>
            <pc:sldMk cId="1239789670" sldId="1186"/>
            <ac:picMk id="5" creationId="{2FAF0276-99FF-073A-516B-E1BE9D6AF8C4}"/>
          </ac:picMkLst>
        </pc:picChg>
        <pc:picChg chg="del">
          <ac:chgData name="김명호" userId="e0d603aa-548e-418b-a070-918475337925" providerId="ADAL" clId="{EB451184-BA9A-4A5C-9B3F-495ADF05D454}" dt="2023-09-22T01:46:24.970" v="20643" actId="478"/>
          <ac:picMkLst>
            <pc:docMk/>
            <pc:sldMk cId="1239789670" sldId="1186"/>
            <ac:picMk id="9" creationId="{3FCDFA35-A976-45D7-38CA-A5F8139FDE59}"/>
          </ac:picMkLst>
        </pc:picChg>
        <pc:picChg chg="del">
          <ac:chgData name="김명호" userId="e0d603aa-548e-418b-a070-918475337925" providerId="ADAL" clId="{EB451184-BA9A-4A5C-9B3F-495ADF05D454}" dt="2023-09-22T01:46:52.741" v="20654" actId="478"/>
          <ac:picMkLst>
            <pc:docMk/>
            <pc:sldMk cId="1239789670" sldId="1186"/>
            <ac:picMk id="11" creationId="{A31E6352-DFD1-1CD6-DD63-E132456BD017}"/>
          </ac:picMkLst>
        </pc:picChg>
        <pc:cxnChg chg="del mod">
          <ac:chgData name="김명호" userId="e0d603aa-548e-418b-a070-918475337925" providerId="ADAL" clId="{EB451184-BA9A-4A5C-9B3F-495ADF05D454}" dt="2023-09-22T01:46:25.994" v="20644" actId="478"/>
          <ac:cxnSpMkLst>
            <pc:docMk/>
            <pc:sldMk cId="1239789670" sldId="1186"/>
            <ac:cxnSpMk id="12" creationId="{85374C27-4D7D-DA5D-03B4-1101339BA62A}"/>
          </ac:cxnSpMkLst>
        </pc:cxnChg>
        <pc:cxnChg chg="mod">
          <ac:chgData name="김명호" userId="e0d603aa-548e-418b-a070-918475337925" providerId="ADAL" clId="{EB451184-BA9A-4A5C-9B3F-495ADF05D454}" dt="2023-09-22T01:49:28.048" v="20900" actId="1076"/>
          <ac:cxnSpMkLst>
            <pc:docMk/>
            <pc:sldMk cId="1239789670" sldId="1186"/>
            <ac:cxnSpMk id="13" creationId="{331DDFAF-E372-E3B3-6B05-B0D7F3785A4E}"/>
          </ac:cxnSpMkLst>
        </pc:cxnChg>
      </pc:sldChg>
      <pc:sldChg chg="modSp add mod">
        <pc:chgData name="김명호" userId="e0d603aa-548e-418b-a070-918475337925" providerId="ADAL" clId="{EB451184-BA9A-4A5C-9B3F-495ADF05D454}" dt="2023-09-22T07:37:48.408" v="23132"/>
        <pc:sldMkLst>
          <pc:docMk/>
          <pc:sldMk cId="245378461" sldId="1187"/>
        </pc:sldMkLst>
        <pc:spChg chg="mod">
          <ac:chgData name="김명호" userId="e0d603aa-548e-418b-a070-918475337925" providerId="ADAL" clId="{EB451184-BA9A-4A5C-9B3F-495ADF05D454}" dt="2023-09-22T06:32:21.889" v="21886" actId="13926"/>
          <ac:spMkLst>
            <pc:docMk/>
            <pc:sldMk cId="245378461" sldId="1187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B451184-BA9A-4A5C-9B3F-495ADF05D454}" dt="2023-09-22T07:37:48.408" v="23132"/>
          <ac:graphicFrameMkLst>
            <pc:docMk/>
            <pc:sldMk cId="245378461" sldId="1187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2T07:35:02.213" v="22977"/>
        <pc:sldMkLst>
          <pc:docMk/>
          <pc:sldMk cId="2231798850" sldId="1188"/>
        </pc:sldMkLst>
        <pc:spChg chg="mod">
          <ac:chgData name="김명호" userId="e0d603aa-548e-418b-a070-918475337925" providerId="ADAL" clId="{EB451184-BA9A-4A5C-9B3F-495ADF05D454}" dt="2023-09-22T01:57:06.832" v="21545" actId="20577"/>
          <ac:spMkLst>
            <pc:docMk/>
            <pc:sldMk cId="2231798850" sldId="118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1:55:16.639" v="21277"/>
          <ac:spMkLst>
            <pc:docMk/>
            <pc:sldMk cId="2231798850" sldId="1188"/>
            <ac:spMk id="8" creationId="{7A6DE97E-50A9-82C0-961D-C4FCBDC6462A}"/>
          </ac:spMkLst>
        </pc:spChg>
        <pc:spChg chg="mod">
          <ac:chgData name="김명호" userId="e0d603aa-548e-418b-a070-918475337925" providerId="ADAL" clId="{EB451184-BA9A-4A5C-9B3F-495ADF05D454}" dt="2023-09-22T01:57:26.806" v="21564" actId="20577"/>
          <ac:spMkLst>
            <pc:docMk/>
            <pc:sldMk cId="2231798850" sldId="1188"/>
            <ac:spMk id="9" creationId="{4E12E39A-6938-FF75-0EBC-0EE323B279A9}"/>
          </ac:spMkLst>
        </pc:spChg>
        <pc:spChg chg="mod">
          <ac:chgData name="김명호" userId="e0d603aa-548e-418b-a070-918475337925" providerId="ADAL" clId="{EB451184-BA9A-4A5C-9B3F-495ADF05D454}" dt="2023-09-22T01:54:20.558" v="21192" actId="693"/>
          <ac:spMkLst>
            <pc:docMk/>
            <pc:sldMk cId="2231798850" sldId="1188"/>
            <ac:spMk id="10" creationId="{14F878EE-D031-B862-A82B-49EBF6A805B4}"/>
          </ac:spMkLst>
        </pc:spChg>
        <pc:grpChg chg="add mod">
          <ac:chgData name="김명호" userId="e0d603aa-548e-418b-a070-918475337925" providerId="ADAL" clId="{EB451184-BA9A-4A5C-9B3F-495ADF05D454}" dt="2023-09-22T01:57:13.237" v="21546" actId="1076"/>
          <ac:grpSpMkLst>
            <pc:docMk/>
            <pc:sldMk cId="2231798850" sldId="1188"/>
            <ac:grpSpMk id="6" creationId="{8551816A-CF96-76A3-F8E5-7B0D273DC59B}"/>
          </ac:grpSpMkLst>
        </pc:grpChg>
        <pc:graphicFrameChg chg="mod modGraphic">
          <ac:chgData name="김명호" userId="e0d603aa-548e-418b-a070-918475337925" providerId="ADAL" clId="{EB451184-BA9A-4A5C-9B3F-495ADF05D454}" dt="2023-09-22T07:35:02.213" v="22977"/>
          <ac:graphicFrameMkLst>
            <pc:docMk/>
            <pc:sldMk cId="2231798850" sldId="1188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B451184-BA9A-4A5C-9B3F-495ADF05D454}" dt="2023-09-22T01:54:04.287" v="21177" actId="167"/>
          <ac:picMkLst>
            <pc:docMk/>
            <pc:sldMk cId="2231798850" sldId="1188"/>
            <ac:picMk id="5" creationId="{89FB344D-8CD1-7789-8C75-546237E8811A}"/>
          </ac:picMkLst>
        </pc:picChg>
        <pc:picChg chg="del">
          <ac:chgData name="김명호" userId="e0d603aa-548e-418b-a070-918475337925" providerId="ADAL" clId="{EB451184-BA9A-4A5C-9B3F-495ADF05D454}" dt="2023-09-22T01:53:14.784" v="21175" actId="478"/>
          <ac:picMkLst>
            <pc:docMk/>
            <pc:sldMk cId="2231798850" sldId="1188"/>
            <ac:picMk id="14" creationId="{7F039603-C849-0863-8484-D62FD52EEC14}"/>
          </ac:picMkLst>
        </pc:picChg>
        <pc:cxnChg chg="mod">
          <ac:chgData name="김명호" userId="e0d603aa-548e-418b-a070-918475337925" providerId="ADAL" clId="{EB451184-BA9A-4A5C-9B3F-495ADF05D454}" dt="2023-09-22T01:54:08.342" v="21178" actId="1076"/>
          <ac:cxnSpMkLst>
            <pc:docMk/>
            <pc:sldMk cId="2231798850" sldId="1188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2:20.229" v="22530" actId="20577"/>
        <pc:sldMkLst>
          <pc:docMk/>
          <pc:sldMk cId="312591085" sldId="1189"/>
        </pc:sldMkLst>
        <pc:spChg chg="add mod">
          <ac:chgData name="김명호" userId="e0d603aa-548e-418b-a070-918475337925" providerId="ADAL" clId="{EB451184-BA9A-4A5C-9B3F-495ADF05D454}" dt="2023-09-22T02:15:19.978" v="21593"/>
          <ac:spMkLst>
            <pc:docMk/>
            <pc:sldMk cId="312591085" sldId="1189"/>
            <ac:spMk id="5" creationId="{5C92D40A-D02B-45BD-F5AD-61C5AF56286D}"/>
          </ac:spMkLst>
        </pc:spChg>
        <pc:spChg chg="add mod">
          <ac:chgData name="김명호" userId="e0d603aa-548e-418b-a070-918475337925" providerId="ADAL" clId="{EB451184-BA9A-4A5C-9B3F-495ADF05D454}" dt="2023-09-22T07:31:54.454" v="22452" actId="14100"/>
          <ac:spMkLst>
            <pc:docMk/>
            <pc:sldMk cId="312591085" sldId="1189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2T07:31:20.095" v="22450" actId="6549"/>
          <ac:spMkLst>
            <pc:docMk/>
            <pc:sldMk cId="312591085" sldId="1189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2:15:50.943" v="21595"/>
          <ac:spMkLst>
            <pc:docMk/>
            <pc:sldMk cId="312591085" sldId="1189"/>
            <ac:spMk id="9" creationId="{D6585D6D-2A98-7FD5-FF22-42BF0CAA925D}"/>
          </ac:spMkLst>
        </pc:spChg>
        <pc:spChg chg="mod">
          <ac:chgData name="김명호" userId="e0d603aa-548e-418b-a070-918475337925" providerId="ADAL" clId="{EB451184-BA9A-4A5C-9B3F-495ADF05D454}" dt="2023-09-22T02:19:04.158" v="21677" actId="21"/>
          <ac:spMkLst>
            <pc:docMk/>
            <pc:sldMk cId="312591085" sldId="1189"/>
            <ac:spMk id="10" creationId="{E1BCA795-0A2C-B84B-2E5B-D468EA3C1766}"/>
          </ac:spMkLst>
        </pc:spChg>
        <pc:spChg chg="del">
          <ac:chgData name="김명호" userId="e0d603aa-548e-418b-a070-918475337925" providerId="ADAL" clId="{EB451184-BA9A-4A5C-9B3F-495ADF05D454}" dt="2023-09-22T02:15:10.952" v="21591" actId="478"/>
          <ac:spMkLst>
            <pc:docMk/>
            <pc:sldMk cId="312591085" sldId="1189"/>
            <ac:spMk id="11" creationId="{2381AF93-8AEC-3226-5FF8-8CD395B3EDCC}"/>
          </ac:spMkLst>
        </pc:spChg>
        <pc:spChg chg="add del mod">
          <ac:chgData name="김명호" userId="e0d603aa-548e-418b-a070-918475337925" providerId="ADAL" clId="{EB451184-BA9A-4A5C-9B3F-495ADF05D454}" dt="2023-09-22T02:17:49.638" v="21607" actId="478"/>
          <ac:spMkLst>
            <pc:docMk/>
            <pc:sldMk cId="312591085" sldId="1189"/>
            <ac:spMk id="14" creationId="{67E2117F-1BE6-1F90-85F6-6784175822B6}"/>
          </ac:spMkLst>
        </pc:spChg>
        <pc:spChg chg="add del mod">
          <ac:chgData name="김명호" userId="e0d603aa-548e-418b-a070-918475337925" providerId="ADAL" clId="{EB451184-BA9A-4A5C-9B3F-495ADF05D454}" dt="2023-09-22T02:16:42.952" v="21604"/>
          <ac:spMkLst>
            <pc:docMk/>
            <pc:sldMk cId="312591085" sldId="1189"/>
            <ac:spMk id="16" creationId="{05ADE70B-CD2D-FF95-9104-2BCD9DAF3B40}"/>
          </ac:spMkLst>
        </pc:spChg>
        <pc:spChg chg="add mod">
          <ac:chgData name="김명호" userId="e0d603aa-548e-418b-a070-918475337925" providerId="ADAL" clId="{EB451184-BA9A-4A5C-9B3F-495ADF05D454}" dt="2023-09-22T07:32:01.032" v="22455" actId="1076"/>
          <ac:spMkLst>
            <pc:docMk/>
            <pc:sldMk cId="312591085" sldId="1189"/>
            <ac:spMk id="18" creationId="{EE5C51AB-56D9-F85A-7B1C-BFF656FFE5DF}"/>
          </ac:spMkLst>
        </pc:spChg>
        <pc:grpChg chg="mod">
          <ac:chgData name="김명호" userId="e0d603aa-548e-418b-a070-918475337925" providerId="ADAL" clId="{EB451184-BA9A-4A5C-9B3F-495ADF05D454}" dt="2023-09-22T02:15:58.389" v="21597" actId="1076"/>
          <ac:grpSpMkLst>
            <pc:docMk/>
            <pc:sldMk cId="312591085" sldId="1189"/>
            <ac:grpSpMk id="8" creationId="{E26C8A19-2745-8C77-5F58-7511DE5E7AC3}"/>
          </ac:grpSpMkLst>
        </pc:grpChg>
        <pc:graphicFrameChg chg="mod modGraphic">
          <ac:chgData name="김명호" userId="e0d603aa-548e-418b-a070-918475337925" providerId="ADAL" clId="{EB451184-BA9A-4A5C-9B3F-495ADF05D454}" dt="2023-09-22T07:32:20.229" v="22530" actId="20577"/>
          <ac:graphicFrameMkLst>
            <pc:docMk/>
            <pc:sldMk cId="312591085" sldId="1189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B451184-BA9A-4A5C-9B3F-495ADF05D454}" dt="2023-09-22T02:15:07.832" v="21590" actId="167"/>
          <ac:picMkLst>
            <pc:docMk/>
            <pc:sldMk cId="312591085" sldId="1189"/>
            <ac:picMk id="4" creationId="{15E98B5F-2F29-819A-2C2C-BE38884EB12D}"/>
          </ac:picMkLst>
        </pc:picChg>
        <pc:picChg chg="del">
          <ac:chgData name="김명호" userId="e0d603aa-548e-418b-a070-918475337925" providerId="ADAL" clId="{EB451184-BA9A-4A5C-9B3F-495ADF05D454}" dt="2023-09-22T02:15:05.662" v="21588" actId="478"/>
          <ac:picMkLst>
            <pc:docMk/>
            <pc:sldMk cId="312591085" sldId="1189"/>
            <ac:picMk id="12" creationId="{CFA8F93E-5662-13E5-FEF4-2CE2FA40CBCD}"/>
          </ac:picMkLst>
        </pc:picChg>
        <pc:cxnChg chg="add mod">
          <ac:chgData name="김명호" userId="e0d603aa-548e-418b-a070-918475337925" providerId="ADAL" clId="{EB451184-BA9A-4A5C-9B3F-495ADF05D454}" dt="2023-09-22T07:31:56.614" v="22453" actId="1076"/>
          <ac:cxnSpMkLst>
            <pc:docMk/>
            <pc:sldMk cId="312591085" sldId="1189"/>
            <ac:cxnSpMk id="13" creationId="{6D0B0D3F-C5A6-B416-5251-1DC38FAD21E6}"/>
          </ac:cxnSpMkLst>
        </pc:cxnChg>
        <pc:cxnChg chg="add del mod">
          <ac:chgData name="김명호" userId="e0d603aa-548e-418b-a070-918475337925" providerId="ADAL" clId="{EB451184-BA9A-4A5C-9B3F-495ADF05D454}" dt="2023-09-22T02:17:49.638" v="21607" actId="478"/>
          <ac:cxnSpMkLst>
            <pc:docMk/>
            <pc:sldMk cId="312591085" sldId="1189"/>
            <ac:cxnSpMk id="15" creationId="{82862778-6F8D-4C3C-EEF9-4B80F22BCF06}"/>
          </ac:cxnSpMkLst>
        </pc:cxnChg>
        <pc:cxnChg chg="add del mod">
          <ac:chgData name="김명호" userId="e0d603aa-548e-418b-a070-918475337925" providerId="ADAL" clId="{EB451184-BA9A-4A5C-9B3F-495ADF05D454}" dt="2023-09-22T02:16:42.952" v="21604"/>
          <ac:cxnSpMkLst>
            <pc:docMk/>
            <pc:sldMk cId="312591085" sldId="1189"/>
            <ac:cxnSpMk id="17" creationId="{E29DA6EA-26E8-3BE0-1AC9-D7D379805896}"/>
          </ac:cxnSpMkLst>
        </pc:cxnChg>
        <pc:cxnChg chg="add mod">
          <ac:chgData name="김명호" userId="e0d603aa-548e-418b-a070-918475337925" providerId="ADAL" clId="{EB451184-BA9A-4A5C-9B3F-495ADF05D454}" dt="2023-09-22T07:32:01.032" v="22455" actId="1076"/>
          <ac:cxnSpMkLst>
            <pc:docMk/>
            <pc:sldMk cId="312591085" sldId="1189"/>
            <ac:cxnSpMk id="19" creationId="{B65BC62E-7EAA-0B63-0C1E-960748F15B55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2T07:32:37.739" v="22531"/>
        <pc:sldMkLst>
          <pc:docMk/>
          <pc:sldMk cId="1696748411" sldId="1190"/>
        </pc:sldMkLst>
        <pc:spChg chg="mod">
          <ac:chgData name="김명호" userId="e0d603aa-548e-418b-a070-918475337925" providerId="ADAL" clId="{EB451184-BA9A-4A5C-9B3F-495ADF05D454}" dt="2023-09-22T02:19:58.509" v="21830" actId="14100"/>
          <ac:spMkLst>
            <pc:docMk/>
            <pc:sldMk cId="1696748411" sldId="1190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2T02:19:47.686" v="21827"/>
          <ac:spMkLst>
            <pc:docMk/>
            <pc:sldMk cId="1696748411" sldId="1190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2T02:19:13.149" v="21679"/>
          <ac:spMkLst>
            <pc:docMk/>
            <pc:sldMk cId="1696748411" sldId="1190"/>
            <ac:spMk id="12" creationId="{3970878A-F4BA-98BD-8C83-A3E781DA8CB1}"/>
          </ac:spMkLst>
        </pc:spChg>
        <pc:spChg chg="del">
          <ac:chgData name="김명호" userId="e0d603aa-548e-418b-a070-918475337925" providerId="ADAL" clId="{EB451184-BA9A-4A5C-9B3F-495ADF05D454}" dt="2023-09-22T02:19:50.621" v="21828" actId="478"/>
          <ac:spMkLst>
            <pc:docMk/>
            <pc:sldMk cId="1696748411" sldId="1190"/>
            <ac:spMk id="14" creationId="{67E2117F-1BE6-1F90-85F6-6784175822B6}"/>
          </ac:spMkLst>
        </pc:spChg>
        <pc:spChg chg="mod">
          <ac:chgData name="김명호" userId="e0d603aa-548e-418b-a070-918475337925" providerId="ADAL" clId="{EB451184-BA9A-4A5C-9B3F-495ADF05D454}" dt="2023-09-22T02:19:23.462" v="21682" actId="20577"/>
          <ac:spMkLst>
            <pc:docMk/>
            <pc:sldMk cId="1696748411" sldId="1190"/>
            <ac:spMk id="16" creationId="{A731A857-24B2-2908-C90B-18597AC4A1EC}"/>
          </ac:spMkLst>
        </pc:spChg>
        <pc:grpChg chg="del">
          <ac:chgData name="김명호" userId="e0d603aa-548e-418b-a070-918475337925" providerId="ADAL" clId="{EB451184-BA9A-4A5C-9B3F-495ADF05D454}" dt="2023-09-22T02:19:12.893" v="21678" actId="478"/>
          <ac:grpSpMkLst>
            <pc:docMk/>
            <pc:sldMk cId="1696748411" sldId="1190"/>
            <ac:grpSpMk id="8" creationId="{E26C8A19-2745-8C77-5F58-7511DE5E7AC3}"/>
          </ac:grpSpMkLst>
        </pc:grpChg>
        <pc:grpChg chg="add mod">
          <ac:chgData name="김명호" userId="e0d603aa-548e-418b-a070-918475337925" providerId="ADAL" clId="{EB451184-BA9A-4A5C-9B3F-495ADF05D454}" dt="2023-09-22T02:19:13.149" v="21679"/>
          <ac:grpSpMkLst>
            <pc:docMk/>
            <pc:sldMk cId="1696748411" sldId="1190"/>
            <ac:grpSpMk id="11" creationId="{2F7BF16E-0900-B333-D402-223929BA6F3A}"/>
          </ac:grpSpMkLst>
        </pc:grpChg>
        <pc:graphicFrameChg chg="mod">
          <ac:chgData name="김명호" userId="e0d603aa-548e-418b-a070-918475337925" providerId="ADAL" clId="{EB451184-BA9A-4A5C-9B3F-495ADF05D454}" dt="2023-09-22T07:32:37.739" v="22531"/>
          <ac:graphicFrameMkLst>
            <pc:docMk/>
            <pc:sldMk cId="1696748411" sldId="1190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2T02:20:01.069" v="21831" actId="1076"/>
          <ac:cxnSpMkLst>
            <pc:docMk/>
            <pc:sldMk cId="1696748411" sldId="1190"/>
            <ac:cxnSpMk id="13" creationId="{6D0B0D3F-C5A6-B416-5251-1DC38FAD21E6}"/>
          </ac:cxnSpMkLst>
        </pc:cxnChg>
        <pc:cxnChg chg="del">
          <ac:chgData name="김명호" userId="e0d603aa-548e-418b-a070-918475337925" providerId="ADAL" clId="{EB451184-BA9A-4A5C-9B3F-495ADF05D454}" dt="2023-09-22T02:19:50.621" v="21828" actId="478"/>
          <ac:cxnSpMkLst>
            <pc:docMk/>
            <pc:sldMk cId="1696748411" sldId="1190"/>
            <ac:cxnSpMk id="15" creationId="{82862778-6F8D-4C3C-EEF9-4B80F22BCF0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11:14.525" v="24105" actId="20577"/>
        <pc:sldMkLst>
          <pc:docMk/>
          <pc:sldMk cId="3928681946" sldId="1191"/>
        </pc:sldMkLst>
        <pc:spChg chg="del">
          <ac:chgData name="김명호" userId="e0d603aa-548e-418b-a070-918475337925" providerId="ADAL" clId="{EB451184-BA9A-4A5C-9B3F-495ADF05D454}" dt="2023-09-25T01:59:39.499" v="23524" actId="478"/>
          <ac:spMkLst>
            <pc:docMk/>
            <pc:sldMk cId="3928681946" sldId="1191"/>
            <ac:spMk id="5" creationId="{5C92D40A-D02B-45BD-F5AD-61C5AF56286D}"/>
          </ac:spMkLst>
        </pc:spChg>
        <pc:spChg chg="mod">
          <ac:chgData name="김명호" userId="e0d603aa-548e-418b-a070-918475337925" providerId="ADAL" clId="{EB451184-BA9A-4A5C-9B3F-495ADF05D454}" dt="2023-09-25T01:58:04.211" v="23455" actId="1036"/>
          <ac:spMkLst>
            <pc:docMk/>
            <pc:sldMk cId="3928681946" sldId="1191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2:11:09.370" v="24092"/>
          <ac:spMkLst>
            <pc:docMk/>
            <pc:sldMk cId="3928681946" sldId="1191"/>
            <ac:spMk id="7" creationId="{0C81DD60-D84B-4D3C-8F3E-7D0E22E11300}"/>
          </ac:spMkLst>
        </pc:spChg>
        <pc:spChg chg="add del mod">
          <ac:chgData name="김명호" userId="e0d603aa-548e-418b-a070-918475337925" providerId="ADAL" clId="{EB451184-BA9A-4A5C-9B3F-495ADF05D454}" dt="2023-09-25T01:58:52.391" v="23459" actId="478"/>
          <ac:spMkLst>
            <pc:docMk/>
            <pc:sldMk cId="3928681946" sldId="1191"/>
            <ac:spMk id="10" creationId="{CE23F35D-25C3-2368-EF78-667481FC8FAD}"/>
          </ac:spMkLst>
        </pc:spChg>
        <pc:spChg chg="mod">
          <ac:chgData name="김명호" userId="e0d603aa-548e-418b-a070-918475337925" providerId="ADAL" clId="{EB451184-BA9A-4A5C-9B3F-495ADF05D454}" dt="2023-09-25T01:58:49.245" v="23457"/>
          <ac:spMkLst>
            <pc:docMk/>
            <pc:sldMk cId="3928681946" sldId="1191"/>
            <ac:spMk id="15" creationId="{F1C0F379-CD3F-5CF9-6666-9C3395B9AC70}"/>
          </ac:spMkLst>
        </pc:spChg>
        <pc:spChg chg="mod">
          <ac:chgData name="김명호" userId="e0d603aa-548e-418b-a070-918475337925" providerId="ADAL" clId="{EB451184-BA9A-4A5C-9B3F-495ADF05D454}" dt="2023-09-25T02:11:14.525" v="24105" actId="20577"/>
          <ac:spMkLst>
            <pc:docMk/>
            <pc:sldMk cId="3928681946" sldId="1191"/>
            <ac:spMk id="17" creationId="{2863B725-6395-8AFC-3B4A-09BD5776AA09}"/>
          </ac:spMkLst>
        </pc:spChg>
        <pc:grpChg chg="del">
          <ac:chgData name="김명호" userId="e0d603aa-548e-418b-a070-918475337925" providerId="ADAL" clId="{EB451184-BA9A-4A5C-9B3F-495ADF05D454}" dt="2023-09-25T01:58:48.386" v="23456" actId="478"/>
          <ac:grpSpMkLst>
            <pc:docMk/>
            <pc:sldMk cId="3928681946" sldId="1191"/>
            <ac:grpSpMk id="11" creationId="{2F7BF16E-0900-B333-D402-223929BA6F3A}"/>
          </ac:grpSpMkLst>
        </pc:grpChg>
        <pc:grpChg chg="add mod">
          <ac:chgData name="김명호" userId="e0d603aa-548e-418b-a070-918475337925" providerId="ADAL" clId="{EB451184-BA9A-4A5C-9B3F-495ADF05D454}" dt="2023-09-25T02:10:42.716" v="23976" actId="1076"/>
          <ac:grpSpMkLst>
            <pc:docMk/>
            <pc:sldMk cId="3928681946" sldId="1191"/>
            <ac:grpSpMk id="14" creationId="{470B1CA2-547A-67FA-F0E7-1C3C9BA5C722}"/>
          </ac:grpSpMkLst>
        </pc:grpChg>
        <pc:graphicFrameChg chg="mod modGraphic">
          <ac:chgData name="김명호" userId="e0d603aa-548e-418b-a070-918475337925" providerId="ADAL" clId="{EB451184-BA9A-4A5C-9B3F-495ADF05D454}" dt="2023-09-25T01:59:34.666" v="23523"/>
          <ac:graphicFrameMkLst>
            <pc:docMk/>
            <pc:sldMk cId="3928681946" sldId="1191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5T01:57:39.684" v="23429" actId="478"/>
          <ac:picMkLst>
            <pc:docMk/>
            <pc:sldMk cId="3928681946" sldId="1191"/>
            <ac:picMk id="4" creationId="{15E98B5F-2F29-819A-2C2C-BE38884EB12D}"/>
          </ac:picMkLst>
        </pc:picChg>
        <pc:picChg chg="add mod ord modCrop">
          <ac:chgData name="김명호" userId="e0d603aa-548e-418b-a070-918475337925" providerId="ADAL" clId="{EB451184-BA9A-4A5C-9B3F-495ADF05D454}" dt="2023-09-25T01:57:50.902" v="23433" actId="167"/>
          <ac:picMkLst>
            <pc:docMk/>
            <pc:sldMk cId="3928681946" sldId="1191"/>
            <ac:picMk id="9" creationId="{7E33BDFC-92FA-8EF0-7E21-B5245255B068}"/>
          </ac:picMkLst>
        </pc:picChg>
        <pc:cxnChg chg="mod">
          <ac:chgData name="김명호" userId="e0d603aa-548e-418b-a070-918475337925" providerId="ADAL" clId="{EB451184-BA9A-4A5C-9B3F-495ADF05D454}" dt="2023-09-25T01:58:04.211" v="23455" actId="1036"/>
          <ac:cxnSpMkLst>
            <pc:docMk/>
            <pc:sldMk cId="3928681946" sldId="1191"/>
            <ac:cxnSpMk id="13" creationId="{6D0B0D3F-C5A6-B416-5251-1DC38FAD21E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04:42.902" v="23722"/>
        <pc:sldMkLst>
          <pc:docMk/>
          <pc:sldMk cId="486394068" sldId="1192"/>
        </pc:sldMkLst>
        <pc:spChg chg="mod">
          <ac:chgData name="김명호" userId="e0d603aa-548e-418b-a070-918475337925" providerId="ADAL" clId="{EB451184-BA9A-4A5C-9B3F-495ADF05D454}" dt="2023-09-25T02:01:49.592" v="23681" actId="14100"/>
          <ac:spMkLst>
            <pc:docMk/>
            <pc:sldMk cId="486394068" sldId="1192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2:01:02.788" v="23664" actId="20577"/>
          <ac:spMkLst>
            <pc:docMk/>
            <pc:sldMk cId="486394068" sldId="1192"/>
            <ac:spMk id="7" creationId="{0C81DD60-D84B-4D3C-8F3E-7D0E22E11300}"/>
          </ac:spMkLst>
        </pc:spChg>
        <pc:grpChg chg="del">
          <ac:chgData name="김명호" userId="e0d603aa-548e-418b-a070-918475337925" providerId="ADAL" clId="{EB451184-BA9A-4A5C-9B3F-495ADF05D454}" dt="2023-09-25T02:01:52.960" v="23682" actId="478"/>
          <ac:grpSpMkLst>
            <pc:docMk/>
            <pc:sldMk cId="486394068" sldId="1192"/>
            <ac:grpSpMk id="14" creationId="{470B1CA2-547A-67FA-F0E7-1C3C9BA5C722}"/>
          </ac:grpSpMkLst>
        </pc:grpChg>
        <pc:graphicFrameChg chg="mod modGraphic">
          <ac:chgData name="김명호" userId="e0d603aa-548e-418b-a070-918475337925" providerId="ADAL" clId="{EB451184-BA9A-4A5C-9B3F-495ADF05D454}" dt="2023-09-25T02:04:42.902" v="23722"/>
          <ac:graphicFrameMkLst>
            <pc:docMk/>
            <pc:sldMk cId="486394068" sldId="1192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5T02:01:43.491" v="23673" actId="167"/>
          <ac:picMkLst>
            <pc:docMk/>
            <pc:sldMk cId="486394068" sldId="1192"/>
            <ac:picMk id="5" creationId="{D559C2E1-FF02-0924-5576-7CB1CB242DD6}"/>
          </ac:picMkLst>
        </pc:picChg>
        <pc:picChg chg="del">
          <ac:chgData name="김명호" userId="e0d603aa-548e-418b-a070-918475337925" providerId="ADAL" clId="{EB451184-BA9A-4A5C-9B3F-495ADF05D454}" dt="2023-09-25T02:01:39.616" v="23671" actId="478"/>
          <ac:picMkLst>
            <pc:docMk/>
            <pc:sldMk cId="486394068" sldId="1192"/>
            <ac:picMk id="9" creationId="{7E33BDFC-92FA-8EF0-7E21-B5245255B068}"/>
          </ac:picMkLst>
        </pc:picChg>
        <pc:cxnChg chg="mod">
          <ac:chgData name="김명호" userId="e0d603aa-548e-418b-a070-918475337925" providerId="ADAL" clId="{EB451184-BA9A-4A5C-9B3F-495ADF05D454}" dt="2023-09-25T02:01:47.216" v="23674" actId="1076"/>
          <ac:cxnSpMkLst>
            <pc:docMk/>
            <pc:sldMk cId="486394068" sldId="1192"/>
            <ac:cxnSpMk id="13" creationId="{6D0B0D3F-C5A6-B416-5251-1DC38FAD21E6}"/>
          </ac:cxnSpMkLst>
        </pc:cxnChg>
      </pc:sldChg>
      <pc:sldChg chg="addSp modSp add mod">
        <pc:chgData name="김명호" userId="e0d603aa-548e-418b-a070-918475337925" providerId="ADAL" clId="{EB451184-BA9A-4A5C-9B3F-495ADF05D454}" dt="2023-09-25T02:04:45.945" v="23723"/>
        <pc:sldMkLst>
          <pc:docMk/>
          <pc:sldMk cId="2791645169" sldId="1193"/>
        </pc:sldMkLst>
        <pc:spChg chg="add mod">
          <ac:chgData name="김명호" userId="e0d603aa-548e-418b-a070-918475337925" providerId="ADAL" clId="{EB451184-BA9A-4A5C-9B3F-495ADF05D454}" dt="2023-09-25T02:03:28.739" v="23688" actId="1076"/>
          <ac:spMkLst>
            <pc:docMk/>
            <pc:sldMk cId="2791645169" sldId="1193"/>
            <ac:spMk id="4" creationId="{0F8DCCAF-214C-DADA-6D0F-B1A0FB58C8C7}"/>
          </ac:spMkLst>
        </pc:spChg>
        <pc:spChg chg="mod">
          <ac:chgData name="김명호" userId="e0d603aa-548e-418b-a070-918475337925" providerId="ADAL" clId="{EB451184-BA9A-4A5C-9B3F-495ADF05D454}" dt="2023-09-25T02:03:11.345" v="23685" actId="14100"/>
          <ac:spMkLst>
            <pc:docMk/>
            <pc:sldMk cId="2791645169" sldId="1193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2:03:56.282" v="23689"/>
          <ac:spMkLst>
            <pc:docMk/>
            <pc:sldMk cId="2791645169" sldId="1193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5T02:04:30.027" v="23691"/>
          <ac:spMkLst>
            <pc:docMk/>
            <pc:sldMk cId="2791645169" sldId="1193"/>
            <ac:spMk id="9" creationId="{EC27F809-8985-5E59-59B5-75FD654662FA}"/>
          </ac:spMkLst>
        </pc:spChg>
        <pc:graphicFrameChg chg="mod">
          <ac:chgData name="김명호" userId="e0d603aa-548e-418b-a070-918475337925" providerId="ADAL" clId="{EB451184-BA9A-4A5C-9B3F-495ADF05D454}" dt="2023-09-25T02:04:45.945" v="23723"/>
          <ac:graphicFrameMkLst>
            <pc:docMk/>
            <pc:sldMk cId="2791645169" sldId="1193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EB451184-BA9A-4A5C-9B3F-495ADF05D454}" dt="2023-09-25T02:03:28.739" v="23688" actId="1076"/>
          <ac:cxnSpMkLst>
            <pc:docMk/>
            <pc:sldMk cId="2791645169" sldId="1193"/>
            <ac:cxnSpMk id="8" creationId="{44C2A8BD-6744-C297-1A66-347B206DA355}"/>
          </ac:cxnSpMkLst>
        </pc:cxnChg>
        <pc:cxnChg chg="mod">
          <ac:chgData name="김명호" userId="e0d603aa-548e-418b-a070-918475337925" providerId="ADAL" clId="{EB451184-BA9A-4A5C-9B3F-495ADF05D454}" dt="2023-09-25T02:03:13.856" v="23686" actId="1076"/>
          <ac:cxnSpMkLst>
            <pc:docMk/>
            <pc:sldMk cId="2791645169" sldId="1193"/>
            <ac:cxnSpMk id="13" creationId="{6D0B0D3F-C5A6-B416-5251-1DC38FAD21E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08:05.787" v="23850"/>
        <pc:sldMkLst>
          <pc:docMk/>
          <pc:sldMk cId="3155236758" sldId="1194"/>
        </pc:sldMkLst>
        <pc:spChg chg="mod">
          <ac:chgData name="김명호" userId="e0d603aa-548e-418b-a070-918475337925" providerId="ADAL" clId="{EB451184-BA9A-4A5C-9B3F-495ADF05D454}" dt="2023-09-25T02:06:28.359" v="23759" actId="14100"/>
          <ac:spMkLst>
            <pc:docMk/>
            <pc:sldMk cId="3155236758" sldId="1194"/>
            <ac:spMk id="4" creationId="{0F8DCCAF-214C-DADA-6D0F-B1A0FB58C8C7}"/>
          </ac:spMkLst>
        </pc:spChg>
        <pc:spChg chg="del">
          <ac:chgData name="김명호" userId="e0d603aa-548e-418b-a070-918475337925" providerId="ADAL" clId="{EB451184-BA9A-4A5C-9B3F-495ADF05D454}" dt="2023-09-25T02:06:13.327" v="23733" actId="478"/>
          <ac:spMkLst>
            <pc:docMk/>
            <pc:sldMk cId="3155236758" sldId="1194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2:07:24.928" v="23846"/>
          <ac:spMkLst>
            <pc:docMk/>
            <pc:sldMk cId="3155236758" sldId="119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2:07:27.139" v="23847"/>
          <ac:spMkLst>
            <pc:docMk/>
            <pc:sldMk cId="3155236758" sldId="1194"/>
            <ac:spMk id="14" creationId="{2E32EA19-76EC-25B0-2B4F-BBA2166E06A8}"/>
          </ac:spMkLst>
        </pc:spChg>
        <pc:spChg chg="mod">
          <ac:chgData name="김명호" userId="e0d603aa-548e-418b-a070-918475337925" providerId="ADAL" clId="{EB451184-BA9A-4A5C-9B3F-495ADF05D454}" dt="2023-09-25T02:08:05.787" v="23850"/>
          <ac:spMkLst>
            <pc:docMk/>
            <pc:sldMk cId="3155236758" sldId="1194"/>
            <ac:spMk id="15" creationId="{C0F5A287-4D13-9738-1CDA-DC8D444AA299}"/>
          </ac:spMkLst>
        </pc:spChg>
        <pc:grpChg chg="add mod">
          <ac:chgData name="김명호" userId="e0d603aa-548e-418b-a070-918475337925" providerId="ADAL" clId="{EB451184-BA9A-4A5C-9B3F-495ADF05D454}" dt="2023-09-25T02:07:27.139" v="23847"/>
          <ac:grpSpMkLst>
            <pc:docMk/>
            <pc:sldMk cId="3155236758" sldId="1194"/>
            <ac:grpSpMk id="12" creationId="{ECA93EB5-9668-E5C3-4B78-9D57BA9EDDDE}"/>
          </ac:grpSpMkLst>
        </pc:grpChg>
        <pc:graphicFrameChg chg="mod modGraphic">
          <ac:chgData name="김명호" userId="e0d603aa-548e-418b-a070-918475337925" providerId="ADAL" clId="{EB451184-BA9A-4A5C-9B3F-495ADF05D454}" dt="2023-09-25T02:06:41.063" v="23761" actId="20577"/>
          <ac:graphicFrameMkLst>
            <pc:docMk/>
            <pc:sldMk cId="3155236758" sldId="1194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5T02:06:11.862" v="23732" actId="478"/>
          <ac:picMkLst>
            <pc:docMk/>
            <pc:sldMk cId="3155236758" sldId="1194"/>
            <ac:picMk id="5" creationId="{D559C2E1-FF02-0924-5576-7CB1CB242DD6}"/>
          </ac:picMkLst>
        </pc:picChg>
        <pc:picChg chg="add mod ord modCrop">
          <ac:chgData name="김명호" userId="e0d603aa-548e-418b-a070-918475337925" providerId="ADAL" clId="{EB451184-BA9A-4A5C-9B3F-495ADF05D454}" dt="2023-09-25T02:06:16.386" v="23735" actId="167"/>
          <ac:picMkLst>
            <pc:docMk/>
            <pc:sldMk cId="3155236758" sldId="1194"/>
            <ac:picMk id="11" creationId="{C8EC7FC0-6E81-FFCF-CE66-683D428C6A27}"/>
          </ac:picMkLst>
        </pc:picChg>
        <pc:cxnChg chg="mod">
          <ac:chgData name="김명호" userId="e0d603aa-548e-418b-a070-918475337925" providerId="ADAL" clId="{EB451184-BA9A-4A5C-9B3F-495ADF05D454}" dt="2023-09-25T02:06:23.375" v="23738" actId="1037"/>
          <ac:cxnSpMkLst>
            <pc:docMk/>
            <pc:sldMk cId="3155236758" sldId="1194"/>
            <ac:cxnSpMk id="8" creationId="{44C2A8BD-6744-C297-1A66-347B206DA355}"/>
          </ac:cxnSpMkLst>
        </pc:cxnChg>
        <pc:cxnChg chg="del">
          <ac:chgData name="김명호" userId="e0d603aa-548e-418b-a070-918475337925" providerId="ADAL" clId="{EB451184-BA9A-4A5C-9B3F-495ADF05D454}" dt="2023-09-25T02:06:13.327" v="23733" actId="478"/>
          <ac:cxnSpMkLst>
            <pc:docMk/>
            <pc:sldMk cId="3155236758" sldId="1194"/>
            <ac:cxnSpMk id="13" creationId="{6D0B0D3F-C5A6-B416-5251-1DC38FAD21E6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11:30.163" v="24111" actId="1076"/>
        <pc:sldMkLst>
          <pc:docMk/>
          <pc:sldMk cId="1141357868" sldId="1195"/>
        </pc:sldMkLst>
        <pc:spChg chg="mod">
          <ac:chgData name="김명호" userId="e0d603aa-548e-418b-a070-918475337925" providerId="ADAL" clId="{EB451184-BA9A-4A5C-9B3F-495ADF05D454}" dt="2023-09-25T02:09:42.532" v="23872" actId="14100"/>
          <ac:spMkLst>
            <pc:docMk/>
            <pc:sldMk cId="1141357868" sldId="1195"/>
            <ac:spMk id="4" creationId="{0F8DCCAF-214C-DADA-6D0F-B1A0FB58C8C7}"/>
          </ac:spMkLst>
        </pc:spChg>
        <pc:spChg chg="mod">
          <ac:chgData name="김명호" userId="e0d603aa-548e-418b-a070-918475337925" providerId="ADAL" clId="{EB451184-BA9A-4A5C-9B3F-495ADF05D454}" dt="2023-09-25T02:11:23" v="24109" actId="20577"/>
          <ac:spMkLst>
            <pc:docMk/>
            <pc:sldMk cId="1141357868" sldId="1195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5T02:10:04.735" v="23878" actId="478"/>
          <ac:spMkLst>
            <pc:docMk/>
            <pc:sldMk cId="1141357868" sldId="1195"/>
            <ac:spMk id="9" creationId="{EC27F809-8985-5E59-59B5-75FD654662FA}"/>
          </ac:spMkLst>
        </pc:spChg>
        <pc:spChg chg="add del mod">
          <ac:chgData name="김명호" userId="e0d603aa-548e-418b-a070-918475337925" providerId="ADAL" clId="{EB451184-BA9A-4A5C-9B3F-495ADF05D454}" dt="2023-09-25T02:09:59.606" v="23876" actId="478"/>
          <ac:spMkLst>
            <pc:docMk/>
            <pc:sldMk cId="1141357868" sldId="1195"/>
            <ac:spMk id="10" creationId="{3CB7ABC3-36FD-40AC-6F41-463D5C26FBC4}"/>
          </ac:spMkLst>
        </pc:spChg>
        <pc:spChg chg="mod">
          <ac:chgData name="김명호" userId="e0d603aa-548e-418b-a070-918475337925" providerId="ADAL" clId="{EB451184-BA9A-4A5C-9B3F-495ADF05D454}" dt="2023-09-25T02:09:57.163" v="23874"/>
          <ac:spMkLst>
            <pc:docMk/>
            <pc:sldMk cId="1141357868" sldId="1195"/>
            <ac:spMk id="16" creationId="{E4BFEA06-60B4-6F69-64E0-B945CEE82AF3}"/>
          </ac:spMkLst>
        </pc:spChg>
        <pc:spChg chg="mod">
          <ac:chgData name="김명호" userId="e0d603aa-548e-418b-a070-918475337925" providerId="ADAL" clId="{EB451184-BA9A-4A5C-9B3F-495ADF05D454}" dt="2023-09-25T02:11:27.479" v="24110"/>
          <ac:spMkLst>
            <pc:docMk/>
            <pc:sldMk cId="1141357868" sldId="1195"/>
            <ac:spMk id="17" creationId="{D1CE5DA1-8BD9-D81A-4BCF-2E4B490E6240}"/>
          </ac:spMkLst>
        </pc:spChg>
        <pc:grpChg chg="del">
          <ac:chgData name="김명호" userId="e0d603aa-548e-418b-a070-918475337925" providerId="ADAL" clId="{EB451184-BA9A-4A5C-9B3F-495ADF05D454}" dt="2023-09-25T02:09:56.349" v="23873" actId="478"/>
          <ac:grpSpMkLst>
            <pc:docMk/>
            <pc:sldMk cId="1141357868" sldId="1195"/>
            <ac:grpSpMk id="12" creationId="{ECA93EB5-9668-E5C3-4B78-9D57BA9EDDDE}"/>
          </ac:grpSpMkLst>
        </pc:grpChg>
        <pc:grpChg chg="add mod">
          <ac:chgData name="김명호" userId="e0d603aa-548e-418b-a070-918475337925" providerId="ADAL" clId="{EB451184-BA9A-4A5C-9B3F-495ADF05D454}" dt="2023-09-25T02:11:30.163" v="24111" actId="1076"/>
          <ac:grpSpMkLst>
            <pc:docMk/>
            <pc:sldMk cId="1141357868" sldId="1195"/>
            <ac:grpSpMk id="13" creationId="{F8C714B5-EA28-3896-6BA1-14A20C86A26B}"/>
          </ac:grpSpMkLst>
        </pc:grpChg>
        <pc:picChg chg="add mod ord modCrop">
          <ac:chgData name="김명호" userId="e0d603aa-548e-418b-a070-918475337925" providerId="ADAL" clId="{EB451184-BA9A-4A5C-9B3F-495ADF05D454}" dt="2023-09-25T02:09:34.807" v="23861" actId="167"/>
          <ac:picMkLst>
            <pc:docMk/>
            <pc:sldMk cId="1141357868" sldId="1195"/>
            <ac:picMk id="6" creationId="{27DE41AF-17AF-8F7D-4829-9FB658665565}"/>
          </ac:picMkLst>
        </pc:picChg>
        <pc:picChg chg="del">
          <ac:chgData name="김명호" userId="e0d603aa-548e-418b-a070-918475337925" providerId="ADAL" clId="{EB451184-BA9A-4A5C-9B3F-495ADF05D454}" dt="2023-09-25T02:09:29.468" v="23857" actId="478"/>
          <ac:picMkLst>
            <pc:docMk/>
            <pc:sldMk cId="1141357868" sldId="1195"/>
            <ac:picMk id="11" creationId="{C8EC7FC0-6E81-FFCF-CE66-683D428C6A27}"/>
          </ac:picMkLst>
        </pc:picChg>
        <pc:cxnChg chg="mod">
          <ac:chgData name="김명호" userId="e0d603aa-548e-418b-a070-918475337925" providerId="ADAL" clId="{EB451184-BA9A-4A5C-9B3F-495ADF05D454}" dt="2023-09-25T02:09:39.293" v="23862" actId="1076"/>
          <ac:cxnSpMkLst>
            <pc:docMk/>
            <pc:sldMk cId="1141357868" sldId="1195"/>
            <ac:cxnSpMk id="8" creationId="{44C2A8BD-6744-C297-1A66-347B206DA355}"/>
          </ac:cxnSpMkLst>
        </pc:cxnChg>
      </pc:sldChg>
      <pc:sldChg chg="modSp add mod">
        <pc:chgData name="김명호" userId="e0d603aa-548e-418b-a070-918475337925" providerId="ADAL" clId="{EB451184-BA9A-4A5C-9B3F-495ADF05D454}" dt="2023-09-25T02:14:19.140" v="24303"/>
        <pc:sldMkLst>
          <pc:docMk/>
          <pc:sldMk cId="3686340170" sldId="1196"/>
        </pc:sldMkLst>
        <pc:spChg chg="mod">
          <ac:chgData name="김명호" userId="e0d603aa-548e-418b-a070-918475337925" providerId="ADAL" clId="{EB451184-BA9A-4A5C-9B3F-495ADF05D454}" dt="2023-09-25T02:12:14.724" v="24125" actId="14100"/>
          <ac:spMkLst>
            <pc:docMk/>
            <pc:sldMk cId="3686340170" sldId="1196"/>
            <ac:spMk id="4" creationId="{0F8DCCAF-214C-DADA-6D0F-B1A0FB58C8C7}"/>
          </ac:spMkLst>
        </pc:spChg>
        <pc:spChg chg="mod">
          <ac:chgData name="김명호" userId="e0d603aa-548e-418b-a070-918475337925" providerId="ADAL" clId="{EB451184-BA9A-4A5C-9B3F-495ADF05D454}" dt="2023-09-25T02:14:19.140" v="24303"/>
          <ac:spMkLst>
            <pc:docMk/>
            <pc:sldMk cId="3686340170" sldId="119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2:14:02.586" v="24210"/>
          <ac:spMkLst>
            <pc:docMk/>
            <pc:sldMk cId="3686340170" sldId="1196"/>
            <ac:spMk id="17" creationId="{D1CE5DA1-8BD9-D81A-4BCF-2E4B490E6240}"/>
          </ac:spMkLst>
        </pc:spChg>
        <pc:grpChg chg="mod">
          <ac:chgData name="김명호" userId="e0d603aa-548e-418b-a070-918475337925" providerId="ADAL" clId="{EB451184-BA9A-4A5C-9B3F-495ADF05D454}" dt="2023-09-25T02:14:05.676" v="24211" actId="1076"/>
          <ac:grpSpMkLst>
            <pc:docMk/>
            <pc:sldMk cId="3686340170" sldId="1196"/>
            <ac:grpSpMk id="13" creationId="{F8C714B5-EA28-3896-6BA1-14A20C86A26B}"/>
          </ac:grpSpMkLst>
        </pc:grpChg>
        <pc:cxnChg chg="mod">
          <ac:chgData name="김명호" userId="e0d603aa-548e-418b-a070-918475337925" providerId="ADAL" clId="{EB451184-BA9A-4A5C-9B3F-495ADF05D454}" dt="2023-09-25T02:12:09.727" v="24113" actId="1076"/>
          <ac:cxnSpMkLst>
            <pc:docMk/>
            <pc:sldMk cId="3686340170" sldId="1196"/>
            <ac:cxnSpMk id="8" creationId="{44C2A8BD-6744-C297-1A66-347B206DA355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2:21:03.088" v="24625"/>
        <pc:sldMkLst>
          <pc:docMk/>
          <pc:sldMk cId="3104916877" sldId="1197"/>
        </pc:sldMkLst>
        <pc:spChg chg="mod">
          <ac:chgData name="김명호" userId="e0d603aa-548e-418b-a070-918475337925" providerId="ADAL" clId="{EB451184-BA9A-4A5C-9B3F-495ADF05D454}" dt="2023-09-25T02:17:47.036" v="24533"/>
          <ac:spMkLst>
            <pc:docMk/>
            <pc:sldMk cId="3104916877" sldId="1197"/>
            <ac:spMk id="4" creationId="{B29C842E-FD35-555C-803F-4C01A8C6EA32}"/>
          </ac:spMkLst>
        </pc:spChg>
        <pc:spChg chg="del">
          <ac:chgData name="김명호" userId="e0d603aa-548e-418b-a070-918475337925" providerId="ADAL" clId="{EB451184-BA9A-4A5C-9B3F-495ADF05D454}" dt="2023-09-25T02:17:07.491" v="24407" actId="478"/>
          <ac:spMkLst>
            <pc:docMk/>
            <pc:sldMk cId="3104916877" sldId="1197"/>
            <ac:spMk id="12" creationId="{F6F14362-BB1F-9945-D2EA-0BEB0B3F2D13}"/>
          </ac:spMkLst>
        </pc:spChg>
        <pc:spChg chg="del">
          <ac:chgData name="김명호" userId="e0d603aa-548e-418b-a070-918475337925" providerId="ADAL" clId="{EB451184-BA9A-4A5C-9B3F-495ADF05D454}" dt="2023-09-25T02:17:07.491" v="24407" actId="478"/>
          <ac:spMkLst>
            <pc:docMk/>
            <pc:sldMk cId="3104916877" sldId="1197"/>
            <ac:spMk id="13" creationId="{D6C0E222-87F4-10AA-A90F-3A0A47C9D114}"/>
          </ac:spMkLst>
        </pc:spChg>
        <pc:spChg chg="add mod">
          <ac:chgData name="김명호" userId="e0d603aa-548e-418b-a070-918475337925" providerId="ADAL" clId="{EB451184-BA9A-4A5C-9B3F-495ADF05D454}" dt="2023-09-25T02:19:26.648" v="24571" actId="14100"/>
          <ac:spMkLst>
            <pc:docMk/>
            <pc:sldMk cId="3104916877" sldId="1197"/>
            <ac:spMk id="14" creationId="{1B1F5DD3-D183-FE6B-B300-BEA4FBBDCEFF}"/>
          </ac:spMkLst>
        </pc:spChg>
        <pc:spChg chg="add mod">
          <ac:chgData name="김명호" userId="e0d603aa-548e-418b-a070-918475337925" providerId="ADAL" clId="{EB451184-BA9A-4A5C-9B3F-495ADF05D454}" dt="2023-09-25T02:19:13.176" v="24568" actId="1037"/>
          <ac:spMkLst>
            <pc:docMk/>
            <pc:sldMk cId="3104916877" sldId="1197"/>
            <ac:spMk id="15" creationId="{FDAC9ED7-A496-A036-4F4A-EFC747C27B62}"/>
          </ac:spMkLst>
        </pc:spChg>
        <pc:spChg chg="add mod">
          <ac:chgData name="김명호" userId="e0d603aa-548e-418b-a070-918475337925" providerId="ADAL" clId="{EB451184-BA9A-4A5C-9B3F-495ADF05D454}" dt="2023-09-25T02:19:50.687" v="24594" actId="14100"/>
          <ac:spMkLst>
            <pc:docMk/>
            <pc:sldMk cId="3104916877" sldId="1197"/>
            <ac:spMk id="17" creationId="{3E2D4DB5-9410-D895-E5C1-BEAE3BB61D1F}"/>
          </ac:spMkLst>
        </pc:spChg>
        <pc:spChg chg="add mod">
          <ac:chgData name="김명호" userId="e0d603aa-548e-418b-a070-918475337925" providerId="ADAL" clId="{EB451184-BA9A-4A5C-9B3F-495ADF05D454}" dt="2023-09-25T02:19:30.560" v="24573" actId="20577"/>
          <ac:spMkLst>
            <pc:docMk/>
            <pc:sldMk cId="3104916877" sldId="1197"/>
            <ac:spMk id="20" creationId="{81DEB8E7-EA22-689A-642D-81453CC3CA34}"/>
          </ac:spMkLst>
        </pc:spChg>
        <pc:spChg chg="add mod">
          <ac:chgData name="김명호" userId="e0d603aa-548e-418b-a070-918475337925" providerId="ADAL" clId="{EB451184-BA9A-4A5C-9B3F-495ADF05D454}" dt="2023-09-25T02:19:17.048" v="24569" actId="1076"/>
          <ac:spMkLst>
            <pc:docMk/>
            <pc:sldMk cId="3104916877" sldId="1197"/>
            <ac:spMk id="21" creationId="{F84F2543-758B-ED80-23BB-A05DFBB2778D}"/>
          </ac:spMkLst>
        </pc:spChg>
        <pc:spChg chg="add mod">
          <ac:chgData name="김명호" userId="e0d603aa-548e-418b-a070-918475337925" providerId="ADAL" clId="{EB451184-BA9A-4A5C-9B3F-495ADF05D454}" dt="2023-09-25T02:19:55.111" v="24596" actId="1076"/>
          <ac:spMkLst>
            <pc:docMk/>
            <pc:sldMk cId="3104916877" sldId="1197"/>
            <ac:spMk id="22" creationId="{ED6CF06E-F9CA-6F96-47EB-3FFDC9D21038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3" creationId="{E26F5E60-0A31-5A5D-F4D6-ABBD013A9549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4" creationId="{24E48679-147F-9A3F-3C71-BD6726E18C8C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5" creationId="{1778D039-8DF8-864C-09FF-9085E5771BDB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6" creationId="{71DA1AA4-E9C2-1959-0393-9E9490E89BAA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7" creationId="{C8718188-CCA1-DF34-2773-6CDA7811076A}"/>
          </ac:spMkLst>
        </pc:spChg>
        <pc:spChg chg="add del mod">
          <ac:chgData name="김명호" userId="e0d603aa-548e-418b-a070-918475337925" providerId="ADAL" clId="{EB451184-BA9A-4A5C-9B3F-495ADF05D454}" dt="2023-09-25T02:20:03.984" v="24600"/>
          <ac:spMkLst>
            <pc:docMk/>
            <pc:sldMk cId="3104916877" sldId="1197"/>
            <ac:spMk id="28" creationId="{193ABE4F-33E4-63E3-88F0-B137D9C02136}"/>
          </ac:spMkLst>
        </pc:spChg>
        <pc:spChg chg="add mod">
          <ac:chgData name="김명호" userId="e0d603aa-548e-418b-a070-918475337925" providerId="ADAL" clId="{EB451184-BA9A-4A5C-9B3F-495ADF05D454}" dt="2023-09-25T02:20:59.314" v="24621"/>
          <ac:spMkLst>
            <pc:docMk/>
            <pc:sldMk cId="3104916877" sldId="1197"/>
            <ac:spMk id="29" creationId="{04981FAE-1AA2-689D-11AC-249971C45B9D}"/>
          </ac:spMkLst>
        </pc:spChg>
        <pc:spChg chg="add mod">
          <ac:chgData name="김명호" userId="e0d603aa-548e-418b-a070-918475337925" providerId="ADAL" clId="{EB451184-BA9A-4A5C-9B3F-495ADF05D454}" dt="2023-09-25T02:20:20.625" v="24605" actId="208"/>
          <ac:spMkLst>
            <pc:docMk/>
            <pc:sldMk cId="3104916877" sldId="1197"/>
            <ac:spMk id="30" creationId="{4ADD00F4-A7F0-9C2C-D842-2B0A2ED5B773}"/>
          </ac:spMkLst>
        </pc:spChg>
        <pc:spChg chg="add mod">
          <ac:chgData name="김명호" userId="e0d603aa-548e-418b-a070-918475337925" providerId="ADAL" clId="{EB451184-BA9A-4A5C-9B3F-495ADF05D454}" dt="2023-09-25T02:20:58.351" v="24619"/>
          <ac:spMkLst>
            <pc:docMk/>
            <pc:sldMk cId="3104916877" sldId="1197"/>
            <ac:spMk id="31" creationId="{D9D6CB86-B7D9-80EB-D631-B411EDB735C2}"/>
          </ac:spMkLst>
        </pc:spChg>
        <pc:spChg chg="add mod">
          <ac:chgData name="김명호" userId="e0d603aa-548e-418b-a070-918475337925" providerId="ADAL" clId="{EB451184-BA9A-4A5C-9B3F-495ADF05D454}" dt="2023-09-25T02:21:01.072" v="24623"/>
          <ac:spMkLst>
            <pc:docMk/>
            <pc:sldMk cId="3104916877" sldId="1197"/>
            <ac:spMk id="32" creationId="{B85A81C3-CB1D-82B5-0219-17B00D961727}"/>
          </ac:spMkLst>
        </pc:spChg>
        <pc:spChg chg="add mod">
          <ac:chgData name="김명호" userId="e0d603aa-548e-418b-a070-918475337925" providerId="ADAL" clId="{EB451184-BA9A-4A5C-9B3F-495ADF05D454}" dt="2023-09-25T02:20:24.371" v="24606" actId="207"/>
          <ac:spMkLst>
            <pc:docMk/>
            <pc:sldMk cId="3104916877" sldId="1197"/>
            <ac:spMk id="33" creationId="{EEB71ADC-0C92-413D-DDBB-50EB55BF8F28}"/>
          </ac:spMkLst>
        </pc:spChg>
        <pc:spChg chg="add mod">
          <ac:chgData name="김명호" userId="e0d603aa-548e-418b-a070-918475337925" providerId="ADAL" clId="{EB451184-BA9A-4A5C-9B3F-495ADF05D454}" dt="2023-09-25T02:21:03.088" v="24625"/>
          <ac:spMkLst>
            <pc:docMk/>
            <pc:sldMk cId="3104916877" sldId="1197"/>
            <ac:spMk id="34" creationId="{16A67C9B-AB56-0EBD-851F-1FB7FF7CED13}"/>
          </ac:spMkLst>
        </pc:spChg>
        <pc:spChg chg="del">
          <ac:chgData name="김명호" userId="e0d603aa-548e-418b-a070-918475337925" providerId="ADAL" clId="{EB451184-BA9A-4A5C-9B3F-495ADF05D454}" dt="2023-09-25T02:17:07.491" v="24407" actId="478"/>
          <ac:spMkLst>
            <pc:docMk/>
            <pc:sldMk cId="3104916877" sldId="1197"/>
            <ac:spMk id="37" creationId="{301B3A3B-0735-3F56-2036-FFB38C189DB3}"/>
          </ac:spMkLst>
        </pc:spChg>
        <pc:spChg chg="del">
          <ac:chgData name="김명호" userId="e0d603aa-548e-418b-a070-918475337925" providerId="ADAL" clId="{EB451184-BA9A-4A5C-9B3F-495ADF05D454}" dt="2023-09-25T02:17:07.491" v="24407" actId="478"/>
          <ac:spMkLst>
            <pc:docMk/>
            <pc:sldMk cId="3104916877" sldId="1197"/>
            <ac:spMk id="40" creationId="{315A90B0-6A81-0163-61D1-E9D2C6A17C15}"/>
          </ac:spMkLst>
        </pc:spChg>
        <pc:graphicFrameChg chg="mod modGraphic">
          <ac:chgData name="김명호" userId="e0d603aa-548e-418b-a070-918475337925" providerId="ADAL" clId="{EB451184-BA9A-4A5C-9B3F-495ADF05D454}" dt="2023-09-25T02:20:46.664" v="24613" actId="14100"/>
          <ac:graphicFrameMkLst>
            <pc:docMk/>
            <pc:sldMk cId="3104916877" sldId="1197"/>
            <ac:graphicFrameMk id="5" creationId="{5033399F-56ED-E6CA-4D76-BA2525DB94E2}"/>
          </ac:graphicFrameMkLst>
        </pc:graphicFrameChg>
        <pc:picChg chg="add mod">
          <ac:chgData name="김명호" userId="e0d603aa-548e-418b-a070-918475337925" providerId="ADAL" clId="{EB451184-BA9A-4A5C-9B3F-495ADF05D454}" dt="2023-09-25T02:20:03.448" v="24599" actId="1076"/>
          <ac:picMkLst>
            <pc:docMk/>
            <pc:sldMk cId="3104916877" sldId="1197"/>
            <ac:picMk id="2" creationId="{14CF80CD-BE63-C43E-A677-52F3CDEE7176}"/>
          </ac:picMkLst>
        </pc:picChg>
        <pc:picChg chg="add del mod">
          <ac:chgData name="김명호" userId="e0d603aa-548e-418b-a070-918475337925" providerId="ADAL" clId="{EB451184-BA9A-4A5C-9B3F-495ADF05D454}" dt="2023-09-25T02:17:24.073" v="24414" actId="478"/>
          <ac:picMkLst>
            <pc:docMk/>
            <pc:sldMk cId="3104916877" sldId="1197"/>
            <ac:picMk id="7" creationId="{D93AFC40-D832-1FEA-B25C-94E5BB984BE1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9" creationId="{690A2775-6AE7-0211-5DBC-8D0EDB77103D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10" creationId="{855537FD-B791-1E21-8748-F75AF0B6B8CD}"/>
          </ac:picMkLst>
        </pc:picChg>
        <pc:picChg chg="add mod">
          <ac:chgData name="김명호" userId="e0d603aa-548e-418b-a070-918475337925" providerId="ADAL" clId="{EB451184-BA9A-4A5C-9B3F-495ADF05D454}" dt="2023-09-25T02:17:31.112" v="24418" actId="1076"/>
          <ac:picMkLst>
            <pc:docMk/>
            <pc:sldMk cId="3104916877" sldId="1197"/>
            <ac:picMk id="11" creationId="{BCC4D215-64F5-5AAC-7364-58C0324D3645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18" creationId="{3F670E9C-F0F8-C8C1-6DC5-25112D1D108C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35" creationId="{85E517A0-9B99-22E5-C98C-0C870910F05F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36" creationId="{D9EA1B98-1773-707A-82F5-1927D48DBA6E}"/>
          </ac:picMkLst>
        </pc:picChg>
        <pc:picChg chg="del">
          <ac:chgData name="김명호" userId="e0d603aa-548e-418b-a070-918475337925" providerId="ADAL" clId="{EB451184-BA9A-4A5C-9B3F-495ADF05D454}" dt="2023-09-25T02:17:07.491" v="24407" actId="478"/>
          <ac:picMkLst>
            <pc:docMk/>
            <pc:sldMk cId="3104916877" sldId="1197"/>
            <ac:picMk id="38" creationId="{B965794D-0CF1-BBBE-E922-AAAC35A5E26C}"/>
          </ac:picMkLst>
        </pc:picChg>
        <pc:cxnChg chg="del mod">
          <ac:chgData name="김명호" userId="e0d603aa-548e-418b-a070-918475337925" providerId="ADAL" clId="{EB451184-BA9A-4A5C-9B3F-495ADF05D454}" dt="2023-09-25T02:17:07.491" v="24407" actId="478"/>
          <ac:cxnSpMkLst>
            <pc:docMk/>
            <pc:sldMk cId="3104916877" sldId="1197"/>
            <ac:cxnSpMk id="16" creationId="{0BAEFE31-5332-0869-4A9B-E8C4DBCA4E6A}"/>
          </ac:cxnSpMkLst>
        </pc:cxnChg>
        <pc:cxnChg chg="del mod">
          <ac:chgData name="김명호" userId="e0d603aa-548e-418b-a070-918475337925" providerId="ADAL" clId="{EB451184-BA9A-4A5C-9B3F-495ADF05D454}" dt="2023-09-25T02:17:07.491" v="24407" actId="478"/>
          <ac:cxnSpMkLst>
            <pc:docMk/>
            <pc:sldMk cId="3104916877" sldId="1197"/>
            <ac:cxnSpMk id="39" creationId="{72AA94BC-CFBD-DD69-7ABA-B5EC9CCE7BFA}"/>
          </ac:cxnSpMkLst>
        </pc:cxnChg>
      </pc:sldChg>
      <pc:sldChg chg="add del">
        <pc:chgData name="김명호" userId="e0d603aa-548e-418b-a070-918475337925" providerId="ADAL" clId="{EB451184-BA9A-4A5C-9B3F-495ADF05D454}" dt="2023-09-25T02:15:49.692" v="24305" actId="47"/>
        <pc:sldMkLst>
          <pc:docMk/>
          <pc:sldMk cId="4210890867" sldId="1197"/>
        </pc:sldMkLst>
      </pc:sldChg>
      <pc:sldChg chg="addSp modSp add mod">
        <pc:chgData name="김명호" userId="e0d603aa-548e-418b-a070-918475337925" providerId="ADAL" clId="{EB451184-BA9A-4A5C-9B3F-495ADF05D454}" dt="2023-09-25T04:23:21.920" v="25573"/>
        <pc:sldMkLst>
          <pc:docMk/>
          <pc:sldMk cId="2208764183" sldId="1198"/>
        </pc:sldMkLst>
        <pc:spChg chg="mod">
          <ac:chgData name="김명호" userId="e0d603aa-548e-418b-a070-918475337925" providerId="ADAL" clId="{EB451184-BA9A-4A5C-9B3F-495ADF05D454}" dt="2023-09-25T02:23:34.086" v="24633" actId="14100"/>
          <ac:spMkLst>
            <pc:docMk/>
            <pc:sldMk cId="2208764183" sldId="1198"/>
            <ac:spMk id="4" creationId="{0F8DCCAF-214C-DADA-6D0F-B1A0FB58C8C7}"/>
          </ac:spMkLst>
        </pc:spChg>
        <pc:spChg chg="add mod">
          <ac:chgData name="김명호" userId="e0d603aa-548e-418b-a070-918475337925" providerId="ADAL" clId="{EB451184-BA9A-4A5C-9B3F-495ADF05D454}" dt="2023-09-25T04:05:18.772" v="24777"/>
          <ac:spMkLst>
            <pc:docMk/>
            <pc:sldMk cId="2208764183" sldId="1198"/>
            <ac:spMk id="5" creationId="{8D75D057-7973-0C15-4901-9DEC625389A5}"/>
          </ac:spMkLst>
        </pc:spChg>
        <pc:spChg chg="mod">
          <ac:chgData name="김명호" userId="e0d603aa-548e-418b-a070-918475337925" providerId="ADAL" clId="{EB451184-BA9A-4A5C-9B3F-495ADF05D454}" dt="2023-09-25T04:23:21.920" v="25573"/>
          <ac:spMkLst>
            <pc:docMk/>
            <pc:sldMk cId="2208764183" sldId="119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2:22:54.566" v="24631"/>
          <ac:spMkLst>
            <pc:docMk/>
            <pc:sldMk cId="2208764183" sldId="1198"/>
            <ac:spMk id="17" creationId="{D1CE5DA1-8BD9-D81A-4BCF-2E4B490E6240}"/>
          </ac:spMkLst>
        </pc:spChg>
        <pc:grpChg chg="mod">
          <ac:chgData name="김명호" userId="e0d603aa-548e-418b-a070-918475337925" providerId="ADAL" clId="{EB451184-BA9A-4A5C-9B3F-495ADF05D454}" dt="2023-09-25T04:23:09.288" v="25494" actId="1076"/>
          <ac:grpSpMkLst>
            <pc:docMk/>
            <pc:sldMk cId="2208764183" sldId="1198"/>
            <ac:grpSpMk id="13" creationId="{F8C714B5-EA28-3896-6BA1-14A20C86A26B}"/>
          </ac:grpSpMkLst>
        </pc:grpChg>
        <pc:graphicFrameChg chg="mod">
          <ac:chgData name="김명호" userId="e0d603aa-548e-418b-a070-918475337925" providerId="ADAL" clId="{EB451184-BA9A-4A5C-9B3F-495ADF05D454}" dt="2023-09-25T02:22:11.641" v="24628"/>
          <ac:graphicFrameMkLst>
            <pc:docMk/>
            <pc:sldMk cId="2208764183" sldId="1198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5T02:23:37.022" v="24635" actId="1076"/>
          <ac:cxnSpMkLst>
            <pc:docMk/>
            <pc:sldMk cId="2208764183" sldId="1198"/>
            <ac:cxnSpMk id="8" creationId="{44C2A8BD-6744-C297-1A66-347B206DA355}"/>
          </ac:cxnSpMkLst>
        </pc:cxnChg>
      </pc:sldChg>
      <pc:sldChg chg="addSp delSp modSp add mod ord">
        <pc:chgData name="김명호" userId="e0d603aa-548e-418b-a070-918475337925" providerId="ADAL" clId="{EB451184-BA9A-4A5C-9B3F-495ADF05D454}" dt="2023-09-25T04:08:14.906" v="25128" actId="478"/>
        <pc:sldMkLst>
          <pc:docMk/>
          <pc:sldMk cId="525485834" sldId="1199"/>
        </pc:sldMkLst>
        <pc:spChg chg="mod">
          <ac:chgData name="김명호" userId="e0d603aa-548e-418b-a070-918475337925" providerId="ADAL" clId="{EB451184-BA9A-4A5C-9B3F-495ADF05D454}" dt="2023-09-25T04:06:19.538" v="24782" actId="14100"/>
          <ac:spMkLst>
            <pc:docMk/>
            <pc:sldMk cId="525485834" sldId="1199"/>
            <ac:spMk id="4" creationId="{0F8DCCAF-214C-DADA-6D0F-B1A0FB58C8C7}"/>
          </ac:spMkLst>
        </pc:spChg>
        <pc:spChg chg="add mod">
          <ac:chgData name="김명호" userId="e0d603aa-548e-418b-a070-918475337925" providerId="ADAL" clId="{EB451184-BA9A-4A5C-9B3F-495ADF05D454}" dt="2023-09-25T04:05:15.277" v="24776"/>
          <ac:spMkLst>
            <pc:docMk/>
            <pc:sldMk cId="525485834" sldId="1199"/>
            <ac:spMk id="5" creationId="{60C05955-09DC-AAB2-8803-2B1310781AEA}"/>
          </ac:spMkLst>
        </pc:spChg>
        <pc:spChg chg="mod">
          <ac:chgData name="김명호" userId="e0d603aa-548e-418b-a070-918475337925" providerId="ADAL" clId="{EB451184-BA9A-4A5C-9B3F-495ADF05D454}" dt="2023-09-25T04:08:14.237" v="25127"/>
          <ac:spMkLst>
            <pc:docMk/>
            <pc:sldMk cId="525485834" sldId="1199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5T04:06:34.181" v="24795" actId="1036"/>
          <ac:spMkLst>
            <pc:docMk/>
            <pc:sldMk cId="525485834" sldId="1199"/>
            <ac:spMk id="9" creationId="{A3FEBFD4-1B52-1437-2345-ACF50875AC7A}"/>
          </ac:spMkLst>
        </pc:spChg>
        <pc:spChg chg="mod">
          <ac:chgData name="김명호" userId="e0d603aa-548e-418b-a070-918475337925" providerId="ADAL" clId="{EB451184-BA9A-4A5C-9B3F-495ADF05D454}" dt="2023-09-25T04:04:33.682" v="24775"/>
          <ac:spMkLst>
            <pc:docMk/>
            <pc:sldMk cId="525485834" sldId="1199"/>
            <ac:spMk id="17" creationId="{D1CE5DA1-8BD9-D81A-4BCF-2E4B490E6240}"/>
          </ac:spMkLst>
        </pc:spChg>
        <pc:grpChg chg="del mod">
          <ac:chgData name="김명호" userId="e0d603aa-548e-418b-a070-918475337925" providerId="ADAL" clId="{EB451184-BA9A-4A5C-9B3F-495ADF05D454}" dt="2023-09-25T04:08:14.906" v="25128" actId="478"/>
          <ac:grpSpMkLst>
            <pc:docMk/>
            <pc:sldMk cId="525485834" sldId="1199"/>
            <ac:grpSpMk id="13" creationId="{F8C714B5-EA28-3896-6BA1-14A20C86A26B}"/>
          </ac:grpSpMkLst>
        </pc:grpChg>
        <pc:graphicFrameChg chg="mod modGraphic">
          <ac:chgData name="김명호" userId="e0d603aa-548e-418b-a070-918475337925" providerId="ADAL" clId="{EB451184-BA9A-4A5C-9B3F-495ADF05D454}" dt="2023-09-25T04:06:52.250" v="24801" actId="20577"/>
          <ac:graphicFrameMkLst>
            <pc:docMk/>
            <pc:sldMk cId="525485834" sldId="1199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5T04:05:40.011" v="24779" actId="1076"/>
          <ac:cxnSpMkLst>
            <pc:docMk/>
            <pc:sldMk cId="525485834" sldId="1199"/>
            <ac:cxnSpMk id="8" creationId="{44C2A8BD-6744-C297-1A66-347B206DA355}"/>
          </ac:cxnSpMkLst>
        </pc:cxnChg>
        <pc:cxnChg chg="add mod">
          <ac:chgData name="김명호" userId="e0d603aa-548e-418b-a070-918475337925" providerId="ADAL" clId="{EB451184-BA9A-4A5C-9B3F-495ADF05D454}" dt="2023-09-25T04:06:34.181" v="24795" actId="1036"/>
          <ac:cxnSpMkLst>
            <pc:docMk/>
            <pc:sldMk cId="525485834" sldId="1199"/>
            <ac:cxnSpMk id="10" creationId="{2364D701-AC54-92CF-3175-EDD46DD88BBB}"/>
          </ac:cxnSpMkLst>
        </pc:cxnChg>
      </pc:sldChg>
      <pc:sldChg chg="modSp add mod">
        <pc:chgData name="김명호" userId="e0d603aa-548e-418b-a070-918475337925" providerId="ADAL" clId="{EB451184-BA9A-4A5C-9B3F-495ADF05D454}" dt="2023-09-26T04:21:25.619" v="27164" actId="20577"/>
        <pc:sldMkLst>
          <pc:docMk/>
          <pc:sldMk cId="2623743297" sldId="1200"/>
        </pc:sldMkLst>
        <pc:spChg chg="mod">
          <ac:chgData name="김명호" userId="e0d603aa-548e-418b-a070-918475337925" providerId="ADAL" clId="{EB451184-BA9A-4A5C-9B3F-495ADF05D454}" dt="2023-09-25T04:23:27.180" v="25575"/>
          <ac:spMkLst>
            <pc:docMk/>
            <pc:sldMk cId="2623743297" sldId="1200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4:24:56.397" v="25833"/>
          <ac:spMkLst>
            <pc:docMk/>
            <pc:sldMk cId="2623743297" sldId="1200"/>
            <ac:spMk id="17" creationId="{D1CE5DA1-8BD9-D81A-4BCF-2E4B490E6240}"/>
          </ac:spMkLst>
        </pc:spChg>
        <pc:grpChg chg="mod">
          <ac:chgData name="김명호" userId="e0d603aa-548e-418b-a070-918475337925" providerId="ADAL" clId="{EB451184-BA9A-4A5C-9B3F-495ADF05D454}" dt="2023-09-25T04:23:29.601" v="25576" actId="1076"/>
          <ac:grpSpMkLst>
            <pc:docMk/>
            <pc:sldMk cId="2623743297" sldId="1200"/>
            <ac:grpSpMk id="13" creationId="{F8C714B5-EA28-3896-6BA1-14A20C86A26B}"/>
          </ac:grpSpMkLst>
        </pc:grpChg>
        <pc:graphicFrameChg chg="mod modGraphic">
          <ac:chgData name="김명호" userId="e0d603aa-548e-418b-a070-918475337925" providerId="ADAL" clId="{EB451184-BA9A-4A5C-9B3F-495ADF05D454}" dt="2023-09-26T04:21:25.619" v="27164" actId="20577"/>
          <ac:graphicFrameMkLst>
            <pc:docMk/>
            <pc:sldMk cId="2623743297" sldId="1200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B451184-BA9A-4A5C-9B3F-495ADF05D454}" dt="2023-09-25T04:11:27.241" v="25184"/>
        <pc:sldMkLst>
          <pc:docMk/>
          <pc:sldMk cId="3519454422" sldId="1201"/>
        </pc:sldMkLst>
        <pc:spChg chg="del">
          <ac:chgData name="김명호" userId="e0d603aa-548e-418b-a070-918475337925" providerId="ADAL" clId="{EB451184-BA9A-4A5C-9B3F-495ADF05D454}" dt="2023-09-25T04:09:07.571" v="25130" actId="478"/>
          <ac:spMkLst>
            <pc:docMk/>
            <pc:sldMk cId="3519454422" sldId="1201"/>
            <ac:spMk id="4" creationId="{0F8DCCAF-214C-DADA-6D0F-B1A0FB58C8C7}"/>
          </ac:spMkLst>
        </pc:spChg>
        <pc:spChg chg="mod">
          <ac:chgData name="김명호" userId="e0d603aa-548e-418b-a070-918475337925" providerId="ADAL" clId="{EB451184-BA9A-4A5C-9B3F-495ADF05D454}" dt="2023-09-25T04:10:37.689" v="25180"/>
          <ac:spMkLst>
            <pc:docMk/>
            <pc:sldMk cId="3519454422" sldId="1201"/>
            <ac:spMk id="7" creationId="{0C81DD60-D84B-4D3C-8F3E-7D0E22E11300}"/>
          </ac:spMkLst>
        </pc:spChg>
        <pc:spChg chg="add del mod">
          <ac:chgData name="김명호" userId="e0d603aa-548e-418b-a070-918475337925" providerId="ADAL" clId="{EB451184-BA9A-4A5C-9B3F-495ADF05D454}" dt="2023-09-25T04:09:37.227" v="25142" actId="21"/>
          <ac:spMkLst>
            <pc:docMk/>
            <pc:sldMk cId="3519454422" sldId="1201"/>
            <ac:spMk id="9" creationId="{A3FEBFD4-1B52-1437-2345-ACF50875AC7A}"/>
          </ac:spMkLst>
        </pc:spChg>
        <pc:spChg chg="add mod">
          <ac:chgData name="김명호" userId="e0d603aa-548e-418b-a070-918475337925" providerId="ADAL" clId="{EB451184-BA9A-4A5C-9B3F-495ADF05D454}" dt="2023-09-25T04:09:40.697" v="25144" actId="1076"/>
          <ac:spMkLst>
            <pc:docMk/>
            <pc:sldMk cId="3519454422" sldId="1201"/>
            <ac:spMk id="11" creationId="{A0AE78EB-FB94-BE96-5275-10D5396D620D}"/>
          </ac:spMkLst>
        </pc:spChg>
        <pc:spChg chg="add mod">
          <ac:chgData name="김명호" userId="e0d603aa-548e-418b-a070-918475337925" providerId="ADAL" clId="{EB451184-BA9A-4A5C-9B3F-495ADF05D454}" dt="2023-09-25T04:09:59.007" v="25167" actId="14100"/>
          <ac:spMkLst>
            <pc:docMk/>
            <pc:sldMk cId="3519454422" sldId="1201"/>
            <ac:spMk id="13" creationId="{641D9DB0-3B21-0A90-C48C-9309F6F2F3E2}"/>
          </ac:spMkLst>
        </pc:spChg>
        <pc:spChg chg="mod">
          <ac:chgData name="김명호" userId="e0d603aa-548e-418b-a070-918475337925" providerId="ADAL" clId="{EB451184-BA9A-4A5C-9B3F-495ADF05D454}" dt="2023-09-25T04:10:40.628" v="25181"/>
          <ac:spMkLst>
            <pc:docMk/>
            <pc:sldMk cId="3519454422" sldId="1201"/>
            <ac:spMk id="21" creationId="{6F180525-2189-7EE5-9FFB-1FEA2E8F0F25}"/>
          </ac:spMkLst>
        </pc:spChg>
        <pc:spChg chg="mod">
          <ac:chgData name="김명호" userId="e0d603aa-548e-418b-a070-918475337925" providerId="ADAL" clId="{EB451184-BA9A-4A5C-9B3F-495ADF05D454}" dt="2023-09-25T04:11:27.241" v="25184"/>
          <ac:spMkLst>
            <pc:docMk/>
            <pc:sldMk cId="3519454422" sldId="1201"/>
            <ac:spMk id="22" creationId="{DD004A41-592A-8C52-A316-F4E0511E2CC7}"/>
          </ac:spMkLst>
        </pc:spChg>
        <pc:grpChg chg="add mod">
          <ac:chgData name="김명호" userId="e0d603aa-548e-418b-a070-918475337925" providerId="ADAL" clId="{EB451184-BA9A-4A5C-9B3F-495ADF05D454}" dt="2023-09-25T04:10:40.628" v="25181"/>
          <ac:grpSpMkLst>
            <pc:docMk/>
            <pc:sldMk cId="3519454422" sldId="1201"/>
            <ac:grpSpMk id="20" creationId="{3C8C1686-476B-1096-5A0B-D24E385EF336}"/>
          </ac:grpSpMkLst>
        </pc:grpChg>
        <pc:graphicFrameChg chg="mod">
          <ac:chgData name="김명호" userId="e0d603aa-548e-418b-a070-918475337925" providerId="ADAL" clId="{EB451184-BA9A-4A5C-9B3F-495ADF05D454}" dt="2023-09-25T04:10:28.145" v="25179"/>
          <ac:graphicFrameMkLst>
            <pc:docMk/>
            <pc:sldMk cId="3519454422" sldId="1201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EB451184-BA9A-4A5C-9B3F-495ADF05D454}" dt="2023-09-25T04:09:26.537" v="25132" actId="1076"/>
          <ac:picMkLst>
            <pc:docMk/>
            <pc:sldMk cId="3519454422" sldId="1201"/>
            <ac:picMk id="6" creationId="{27DE41AF-17AF-8F7D-4829-9FB658665565}"/>
          </ac:picMkLst>
        </pc:picChg>
        <pc:cxnChg chg="del">
          <ac:chgData name="김명호" userId="e0d603aa-548e-418b-a070-918475337925" providerId="ADAL" clId="{EB451184-BA9A-4A5C-9B3F-495ADF05D454}" dt="2023-09-25T04:09:07.571" v="25130" actId="478"/>
          <ac:cxnSpMkLst>
            <pc:docMk/>
            <pc:sldMk cId="3519454422" sldId="1201"/>
            <ac:cxnSpMk id="8" creationId="{44C2A8BD-6744-C297-1A66-347B206DA355}"/>
          </ac:cxnSpMkLst>
        </pc:cxnChg>
        <pc:cxnChg chg="add del mod">
          <ac:chgData name="김명호" userId="e0d603aa-548e-418b-a070-918475337925" providerId="ADAL" clId="{EB451184-BA9A-4A5C-9B3F-495ADF05D454}" dt="2023-09-25T04:10:06.969" v="25171" actId="478"/>
          <ac:cxnSpMkLst>
            <pc:docMk/>
            <pc:sldMk cId="3519454422" sldId="1201"/>
            <ac:cxnSpMk id="10" creationId="{2364D701-AC54-92CF-3175-EDD46DD88BBB}"/>
          </ac:cxnSpMkLst>
        </pc:cxnChg>
        <pc:cxnChg chg="add del mod">
          <ac:chgData name="김명호" userId="e0d603aa-548e-418b-a070-918475337925" providerId="ADAL" clId="{EB451184-BA9A-4A5C-9B3F-495ADF05D454}" dt="2023-09-25T04:10:06.969" v="25171" actId="478"/>
          <ac:cxnSpMkLst>
            <pc:docMk/>
            <pc:sldMk cId="3519454422" sldId="1201"/>
            <ac:cxnSpMk id="12" creationId="{EAFCBD0C-CF65-E3E3-0EEA-328852BB0D09}"/>
          </ac:cxnSpMkLst>
        </pc:cxnChg>
        <pc:cxnChg chg="add del mod">
          <ac:chgData name="김명호" userId="e0d603aa-548e-418b-a070-918475337925" providerId="ADAL" clId="{EB451184-BA9A-4A5C-9B3F-495ADF05D454}" dt="2023-09-25T04:10:08.327" v="25172" actId="478"/>
          <ac:cxnSpMkLst>
            <pc:docMk/>
            <pc:sldMk cId="3519454422" sldId="1201"/>
            <ac:cxnSpMk id="14" creationId="{17A44177-A3B0-0133-00AB-988169C245AD}"/>
          </ac:cxnSpMkLst>
        </pc:cxnChg>
        <pc:cxnChg chg="add mod">
          <ac:chgData name="김명호" userId="e0d603aa-548e-418b-a070-918475337925" providerId="ADAL" clId="{EB451184-BA9A-4A5C-9B3F-495ADF05D454}" dt="2023-09-25T04:10:13.513" v="25174" actId="1076"/>
          <ac:cxnSpMkLst>
            <pc:docMk/>
            <pc:sldMk cId="3519454422" sldId="1201"/>
            <ac:cxnSpMk id="17" creationId="{DD5C2C59-CDF9-5F2C-F5F5-B5A79B49CACE}"/>
          </ac:cxnSpMkLst>
        </pc:cxnChg>
        <pc:cxnChg chg="add mod">
          <ac:chgData name="김명호" userId="e0d603aa-548e-418b-a070-918475337925" providerId="ADAL" clId="{EB451184-BA9A-4A5C-9B3F-495ADF05D454}" dt="2023-09-25T04:10:16.865" v="25176" actId="1076"/>
          <ac:cxnSpMkLst>
            <pc:docMk/>
            <pc:sldMk cId="3519454422" sldId="1201"/>
            <ac:cxnSpMk id="18" creationId="{31AD01E2-D497-D630-089C-3867861A7F8C}"/>
          </ac:cxnSpMkLst>
        </pc:cxnChg>
        <pc:cxnChg chg="add mod">
          <ac:chgData name="김명호" userId="e0d603aa-548e-418b-a070-918475337925" providerId="ADAL" clId="{EB451184-BA9A-4A5C-9B3F-495ADF05D454}" dt="2023-09-25T04:10:20.161" v="25178" actId="1076"/>
          <ac:cxnSpMkLst>
            <pc:docMk/>
            <pc:sldMk cId="3519454422" sldId="1201"/>
            <ac:cxnSpMk id="19" creationId="{DF0EAF28-699B-32EF-D850-0C1F8C33153C}"/>
          </ac:cxnSpMkLst>
        </pc:cxnChg>
      </pc:sldChg>
      <pc:sldChg chg="add del">
        <pc:chgData name="김명호" userId="e0d603aa-548e-418b-a070-918475337925" providerId="ADAL" clId="{EB451184-BA9A-4A5C-9B3F-495ADF05D454}" dt="2023-09-25T04:13:13.555" v="25186" actId="47"/>
        <pc:sldMkLst>
          <pc:docMk/>
          <pc:sldMk cId="748719072" sldId="1202"/>
        </pc:sldMkLst>
      </pc:sldChg>
      <pc:sldChg chg="addSp delSp modSp add mod">
        <pc:chgData name="김명호" userId="e0d603aa-548e-418b-a070-918475337925" providerId="ADAL" clId="{EB451184-BA9A-4A5C-9B3F-495ADF05D454}" dt="2023-09-25T04:17:05.902" v="25451" actId="478"/>
        <pc:sldMkLst>
          <pc:docMk/>
          <pc:sldMk cId="4167480621" sldId="1202"/>
        </pc:sldMkLst>
        <pc:spChg chg="del">
          <ac:chgData name="김명호" userId="e0d603aa-548e-418b-a070-918475337925" providerId="ADAL" clId="{EB451184-BA9A-4A5C-9B3F-495ADF05D454}" dt="2023-09-25T04:17:05.902" v="25451" actId="478"/>
          <ac:spMkLst>
            <pc:docMk/>
            <pc:sldMk cId="4167480621" sldId="1202"/>
            <ac:spMk id="5" creationId="{60C05955-09DC-AAB2-8803-2B1310781AEA}"/>
          </ac:spMkLst>
        </pc:spChg>
        <pc:spChg chg="mod">
          <ac:chgData name="김명호" userId="e0d603aa-548e-418b-a070-918475337925" providerId="ADAL" clId="{EB451184-BA9A-4A5C-9B3F-495ADF05D454}" dt="2023-09-25T04:16:58.595" v="25450"/>
          <ac:spMkLst>
            <pc:docMk/>
            <pc:sldMk cId="4167480621" sldId="1202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5T04:14:09.938" v="25197" actId="478"/>
          <ac:spMkLst>
            <pc:docMk/>
            <pc:sldMk cId="4167480621" sldId="1202"/>
            <ac:spMk id="9" creationId="{A3FEBFD4-1B52-1437-2345-ACF50875AC7A}"/>
          </ac:spMkLst>
        </pc:spChg>
        <pc:spChg chg="mod">
          <ac:chgData name="김명호" userId="e0d603aa-548e-418b-a070-918475337925" providerId="ADAL" clId="{EB451184-BA9A-4A5C-9B3F-495ADF05D454}" dt="2023-09-25T04:14:14.734" v="25198" actId="1076"/>
          <ac:spMkLst>
            <pc:docMk/>
            <pc:sldMk cId="4167480621" sldId="1202"/>
            <ac:spMk id="11" creationId="{A0AE78EB-FB94-BE96-5275-10D5396D620D}"/>
          </ac:spMkLst>
        </pc:spChg>
        <pc:spChg chg="del">
          <ac:chgData name="김명호" userId="e0d603aa-548e-418b-a070-918475337925" providerId="ADAL" clId="{EB451184-BA9A-4A5C-9B3F-495ADF05D454}" dt="2023-09-25T04:14:07.310" v="25196" actId="478"/>
          <ac:spMkLst>
            <pc:docMk/>
            <pc:sldMk cId="4167480621" sldId="1202"/>
            <ac:spMk id="13" creationId="{641D9DB0-3B21-0A90-C48C-9309F6F2F3E2}"/>
          </ac:spMkLst>
        </pc:spChg>
        <pc:spChg chg="mod">
          <ac:chgData name="김명호" userId="e0d603aa-548e-418b-a070-918475337925" providerId="ADAL" clId="{EB451184-BA9A-4A5C-9B3F-495ADF05D454}" dt="2023-09-25T04:16:19.816" v="25344" actId="20577"/>
          <ac:spMkLst>
            <pc:docMk/>
            <pc:sldMk cId="4167480621" sldId="1202"/>
            <ac:spMk id="22" creationId="{DD004A41-592A-8C52-A316-F4E0511E2CC7}"/>
          </ac:spMkLst>
        </pc:spChg>
        <pc:graphicFrameChg chg="mod modGraphic">
          <ac:chgData name="김명호" userId="e0d603aa-548e-418b-a070-918475337925" providerId="ADAL" clId="{EB451184-BA9A-4A5C-9B3F-495ADF05D454}" dt="2023-09-25T04:15:34.496" v="25207" actId="20577"/>
          <ac:graphicFrameMkLst>
            <pc:docMk/>
            <pc:sldMk cId="4167480621" sldId="1202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5T04:13:53.854" v="25192" actId="478"/>
          <ac:picMkLst>
            <pc:docMk/>
            <pc:sldMk cId="4167480621" sldId="1202"/>
            <ac:picMk id="6" creationId="{27DE41AF-17AF-8F7D-4829-9FB658665565}"/>
          </ac:picMkLst>
        </pc:picChg>
        <pc:picChg chg="add mod ord modCrop">
          <ac:chgData name="김명호" userId="e0d603aa-548e-418b-a070-918475337925" providerId="ADAL" clId="{EB451184-BA9A-4A5C-9B3F-495ADF05D454}" dt="2023-09-25T04:14:04.976" v="25195" actId="167"/>
          <ac:picMkLst>
            <pc:docMk/>
            <pc:sldMk cId="4167480621" sldId="1202"/>
            <ac:picMk id="8" creationId="{5E8EFA02-D337-38AC-E9EE-BA1E5EB7C8C7}"/>
          </ac:picMkLst>
        </pc:picChg>
        <pc:cxnChg chg="del">
          <ac:chgData name="김명호" userId="e0d603aa-548e-418b-a070-918475337925" providerId="ADAL" clId="{EB451184-BA9A-4A5C-9B3F-495ADF05D454}" dt="2023-09-25T04:14:09.938" v="25197" actId="478"/>
          <ac:cxnSpMkLst>
            <pc:docMk/>
            <pc:sldMk cId="4167480621" sldId="1202"/>
            <ac:cxnSpMk id="17" creationId="{DD5C2C59-CDF9-5F2C-F5F5-B5A79B49CACE}"/>
          </ac:cxnSpMkLst>
        </pc:cxnChg>
        <pc:cxnChg chg="mod">
          <ac:chgData name="김명호" userId="e0d603aa-548e-418b-a070-918475337925" providerId="ADAL" clId="{EB451184-BA9A-4A5C-9B3F-495ADF05D454}" dt="2023-09-25T04:14:14.734" v="25198" actId="1076"/>
          <ac:cxnSpMkLst>
            <pc:docMk/>
            <pc:sldMk cId="4167480621" sldId="1202"/>
            <ac:cxnSpMk id="18" creationId="{31AD01E2-D497-D630-089C-3867861A7F8C}"/>
          </ac:cxnSpMkLst>
        </pc:cxnChg>
        <pc:cxnChg chg="del">
          <ac:chgData name="김명호" userId="e0d603aa-548e-418b-a070-918475337925" providerId="ADAL" clId="{EB451184-BA9A-4A5C-9B3F-495ADF05D454}" dt="2023-09-25T04:14:07.310" v="25196" actId="478"/>
          <ac:cxnSpMkLst>
            <pc:docMk/>
            <pc:sldMk cId="4167480621" sldId="1202"/>
            <ac:cxnSpMk id="19" creationId="{DF0EAF28-699B-32EF-D850-0C1F8C33153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04:54:01.349" v="26101" actId="20577"/>
        <pc:sldMkLst>
          <pc:docMk/>
          <pc:sldMk cId="2746945390" sldId="1203"/>
        </pc:sldMkLst>
        <pc:spChg chg="add del">
          <ac:chgData name="김명호" userId="e0d603aa-548e-418b-a070-918475337925" providerId="ADAL" clId="{EB451184-BA9A-4A5C-9B3F-495ADF05D454}" dt="2023-09-25T04:53:59.412" v="26100" actId="478"/>
          <ac:spMkLst>
            <pc:docMk/>
            <pc:sldMk cId="2746945390" sldId="1203"/>
            <ac:spMk id="5" creationId="{60C05955-09DC-AAB2-8803-2B1310781AEA}"/>
          </ac:spMkLst>
        </pc:spChg>
        <pc:spChg chg="mod">
          <ac:chgData name="김명호" userId="e0d603aa-548e-418b-a070-918475337925" providerId="ADAL" clId="{EB451184-BA9A-4A5C-9B3F-495ADF05D454}" dt="2023-09-25T04:20:15.657" v="25472"/>
          <ac:spMkLst>
            <pc:docMk/>
            <pc:sldMk cId="2746945390" sldId="1203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4:20:35.667" v="25478" actId="20577"/>
          <ac:spMkLst>
            <pc:docMk/>
            <pc:sldMk cId="2746945390" sldId="1203"/>
            <ac:spMk id="8" creationId="{B79FA2D8-7B88-7140-39C9-71A55C372C94}"/>
          </ac:spMkLst>
        </pc:spChg>
        <pc:spChg chg="del">
          <ac:chgData name="김명호" userId="e0d603aa-548e-418b-a070-918475337925" providerId="ADAL" clId="{EB451184-BA9A-4A5C-9B3F-495ADF05D454}" dt="2023-09-25T04:18:24.764" v="25454" actId="478"/>
          <ac:spMkLst>
            <pc:docMk/>
            <pc:sldMk cId="2746945390" sldId="1203"/>
            <ac:spMk id="9" creationId="{A3FEBFD4-1B52-1437-2345-ACF50875AC7A}"/>
          </ac:spMkLst>
        </pc:spChg>
        <pc:spChg chg="mod">
          <ac:chgData name="김명호" userId="e0d603aa-548e-418b-a070-918475337925" providerId="ADAL" clId="{EB451184-BA9A-4A5C-9B3F-495ADF05D454}" dt="2023-09-25T04:20:52.317" v="25491"/>
          <ac:spMkLst>
            <pc:docMk/>
            <pc:sldMk cId="2746945390" sldId="1203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5T04:18:37.004" v="25470" actId="1035"/>
          <ac:spMkLst>
            <pc:docMk/>
            <pc:sldMk cId="2746945390" sldId="1203"/>
            <ac:spMk id="11" creationId="{A0AE78EB-FB94-BE96-5275-10D5396D620D}"/>
          </ac:spMkLst>
        </pc:spChg>
        <pc:spChg chg="del">
          <ac:chgData name="김명호" userId="e0d603aa-548e-418b-a070-918475337925" providerId="ADAL" clId="{EB451184-BA9A-4A5C-9B3F-495ADF05D454}" dt="2023-09-25T04:18:23.377" v="25453" actId="478"/>
          <ac:spMkLst>
            <pc:docMk/>
            <pc:sldMk cId="2746945390" sldId="1203"/>
            <ac:spMk id="13" creationId="{641D9DB0-3B21-0A90-C48C-9309F6F2F3E2}"/>
          </ac:spMkLst>
        </pc:spChg>
        <pc:spChg chg="mod">
          <ac:chgData name="김명호" userId="e0d603aa-548e-418b-a070-918475337925" providerId="ADAL" clId="{EB451184-BA9A-4A5C-9B3F-495ADF05D454}" dt="2023-09-25T04:20:22.059" v="25474"/>
          <ac:spMkLst>
            <pc:docMk/>
            <pc:sldMk cId="2746945390" sldId="1203"/>
            <ac:spMk id="14" creationId="{3E98F2A9-7534-B175-D23A-F4323024E646}"/>
          </ac:spMkLst>
        </pc:spChg>
        <pc:spChg chg="mod">
          <ac:chgData name="김명호" userId="e0d603aa-548e-418b-a070-918475337925" providerId="ADAL" clId="{EB451184-BA9A-4A5C-9B3F-495ADF05D454}" dt="2023-09-25T04:20:22.059" v="25474"/>
          <ac:spMkLst>
            <pc:docMk/>
            <pc:sldMk cId="2746945390" sldId="1203"/>
            <ac:spMk id="15" creationId="{110B8F5A-E5F5-B190-1B50-4F6BE2B50317}"/>
          </ac:spMkLst>
        </pc:spChg>
        <pc:grpChg chg="add mod">
          <ac:chgData name="김명호" userId="e0d603aa-548e-418b-a070-918475337925" providerId="ADAL" clId="{EB451184-BA9A-4A5C-9B3F-495ADF05D454}" dt="2023-09-25T04:20:34.373" v="25477" actId="1076"/>
          <ac:grpSpMkLst>
            <pc:docMk/>
            <pc:sldMk cId="2746945390" sldId="1203"/>
            <ac:grpSpMk id="4" creationId="{A0D4624B-679C-C2E3-E962-26E23ECAA1C7}"/>
          </ac:grpSpMkLst>
        </pc:grpChg>
        <pc:grpChg chg="add del mod">
          <ac:chgData name="김명호" userId="e0d603aa-548e-418b-a070-918475337925" providerId="ADAL" clId="{EB451184-BA9A-4A5C-9B3F-495ADF05D454}" dt="2023-09-25T04:20:25.613" v="25475" actId="478"/>
          <ac:grpSpMkLst>
            <pc:docMk/>
            <pc:sldMk cId="2746945390" sldId="1203"/>
            <ac:grpSpMk id="12" creationId="{A62713E0-A89E-729D-541E-8CD6A58E9B45}"/>
          </ac:grpSpMkLst>
        </pc:grpChg>
        <pc:grpChg chg="del mod">
          <ac:chgData name="김명호" userId="e0d603aa-548e-418b-a070-918475337925" providerId="ADAL" clId="{EB451184-BA9A-4A5C-9B3F-495ADF05D454}" dt="2023-09-25T04:20:21.781" v="25473" actId="478"/>
          <ac:grpSpMkLst>
            <pc:docMk/>
            <pc:sldMk cId="2746945390" sldId="1203"/>
            <ac:grpSpMk id="20" creationId="{3C8C1686-476B-1096-5A0B-D24E385EF336}"/>
          </ac:grpSpMkLst>
        </pc:grpChg>
        <pc:graphicFrameChg chg="mod modGraphic">
          <ac:chgData name="김명호" userId="e0d603aa-548e-418b-a070-918475337925" providerId="ADAL" clId="{EB451184-BA9A-4A5C-9B3F-495ADF05D454}" dt="2023-09-25T04:54:01.349" v="26101" actId="20577"/>
          <ac:graphicFrameMkLst>
            <pc:docMk/>
            <pc:sldMk cId="2746945390" sldId="1203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EB451184-BA9A-4A5C-9B3F-495ADF05D454}" dt="2023-09-25T04:18:24.764" v="25454" actId="478"/>
          <ac:cxnSpMkLst>
            <pc:docMk/>
            <pc:sldMk cId="2746945390" sldId="1203"/>
            <ac:cxnSpMk id="17" creationId="{DD5C2C59-CDF9-5F2C-F5F5-B5A79B49CACE}"/>
          </ac:cxnSpMkLst>
        </pc:cxnChg>
        <pc:cxnChg chg="mod">
          <ac:chgData name="김명호" userId="e0d603aa-548e-418b-a070-918475337925" providerId="ADAL" clId="{EB451184-BA9A-4A5C-9B3F-495ADF05D454}" dt="2023-09-25T04:18:37.004" v="25470" actId="1035"/>
          <ac:cxnSpMkLst>
            <pc:docMk/>
            <pc:sldMk cId="2746945390" sldId="1203"/>
            <ac:cxnSpMk id="18" creationId="{31AD01E2-D497-D630-089C-3867861A7F8C}"/>
          </ac:cxnSpMkLst>
        </pc:cxnChg>
        <pc:cxnChg chg="del">
          <ac:chgData name="김명호" userId="e0d603aa-548e-418b-a070-918475337925" providerId="ADAL" clId="{EB451184-BA9A-4A5C-9B3F-495ADF05D454}" dt="2023-09-25T04:18:23.377" v="25453" actId="478"/>
          <ac:cxnSpMkLst>
            <pc:docMk/>
            <pc:sldMk cId="2746945390" sldId="1203"/>
            <ac:cxnSpMk id="19" creationId="{DF0EAF28-699B-32EF-D850-0C1F8C33153C}"/>
          </ac:cxnSpMkLst>
        </pc:cxnChg>
      </pc:sldChg>
      <pc:sldChg chg="addSp delSp modSp add mod ord">
        <pc:chgData name="김명호" userId="e0d603aa-548e-418b-a070-918475337925" providerId="ADAL" clId="{EB451184-BA9A-4A5C-9B3F-495ADF05D454}" dt="2023-09-25T04:53:18.083" v="26089" actId="13926"/>
        <pc:sldMkLst>
          <pc:docMk/>
          <pc:sldMk cId="1214191695" sldId="1204"/>
        </pc:sldMkLst>
        <pc:spChg chg="del">
          <ac:chgData name="김명호" userId="e0d603aa-548e-418b-a070-918475337925" providerId="ADAL" clId="{EB451184-BA9A-4A5C-9B3F-495ADF05D454}" dt="2023-09-25T04:53:01.704" v="26011" actId="478"/>
          <ac:spMkLst>
            <pc:docMk/>
            <pc:sldMk cId="1214191695" sldId="1204"/>
            <ac:spMk id="5" creationId="{5C92D40A-D02B-45BD-F5AD-61C5AF56286D}"/>
          </ac:spMkLst>
        </pc:spChg>
        <pc:spChg chg="mod">
          <ac:chgData name="김명호" userId="e0d603aa-548e-418b-a070-918475337925" providerId="ADAL" clId="{EB451184-BA9A-4A5C-9B3F-495ADF05D454}" dt="2023-09-25T04:29:14.535" v="25903" actId="1035"/>
          <ac:spMkLst>
            <pc:docMk/>
            <pc:sldMk cId="1214191695" sldId="1204"/>
            <ac:spMk id="6" creationId="{9820E39C-22A4-45BC-009B-128B4AD90EC9}"/>
          </ac:spMkLst>
        </pc:spChg>
        <pc:spChg chg="mod">
          <ac:chgData name="김명호" userId="e0d603aa-548e-418b-a070-918475337925" providerId="ADAL" clId="{EB451184-BA9A-4A5C-9B3F-495ADF05D454}" dt="2023-09-25T04:53:18.083" v="26089" actId="13926"/>
          <ac:spMkLst>
            <pc:docMk/>
            <pc:sldMk cId="1214191695" sldId="1204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4:31:11.236" v="26008"/>
          <ac:spMkLst>
            <pc:docMk/>
            <pc:sldMk cId="1214191695" sldId="1204"/>
            <ac:spMk id="16" creationId="{A731A857-24B2-2908-C90B-18597AC4A1EC}"/>
          </ac:spMkLst>
        </pc:spChg>
        <pc:picChg chg="del">
          <ac:chgData name="김명호" userId="e0d603aa-548e-418b-a070-918475337925" providerId="ADAL" clId="{EB451184-BA9A-4A5C-9B3F-495ADF05D454}" dt="2023-09-25T04:28:33.943" v="25837" actId="478"/>
          <ac:picMkLst>
            <pc:docMk/>
            <pc:sldMk cId="1214191695" sldId="1204"/>
            <ac:picMk id="4" creationId="{15E98B5F-2F29-819A-2C2C-BE38884EB12D}"/>
          </ac:picMkLst>
        </pc:picChg>
        <pc:picChg chg="add mod ord modCrop">
          <ac:chgData name="김명호" userId="e0d603aa-548e-418b-a070-918475337925" providerId="ADAL" clId="{EB451184-BA9A-4A5C-9B3F-495ADF05D454}" dt="2023-09-25T04:28:58.474" v="25847" actId="167"/>
          <ac:picMkLst>
            <pc:docMk/>
            <pc:sldMk cId="1214191695" sldId="1204"/>
            <ac:picMk id="9" creationId="{256908B8-C7F0-1580-E96D-F6D9D030AF19}"/>
          </ac:picMkLst>
        </pc:picChg>
        <pc:cxnChg chg="mod">
          <ac:chgData name="김명호" userId="e0d603aa-548e-418b-a070-918475337925" providerId="ADAL" clId="{EB451184-BA9A-4A5C-9B3F-495ADF05D454}" dt="2023-09-25T04:29:14.535" v="25903" actId="1035"/>
          <ac:cxnSpMkLst>
            <pc:docMk/>
            <pc:sldMk cId="1214191695" sldId="1204"/>
            <ac:cxnSpMk id="13" creationId="{6D0B0D3F-C5A6-B416-5251-1DC38FAD21E6}"/>
          </ac:cxnSpMkLst>
        </pc:cxnChg>
      </pc:sldChg>
      <pc:sldChg chg="add del">
        <pc:chgData name="김명호" userId="e0d603aa-548e-418b-a070-918475337925" providerId="ADAL" clId="{EB451184-BA9A-4A5C-9B3F-495ADF05D454}" dt="2023-09-25T04:23:03.779" v="25493" actId="47"/>
        <pc:sldMkLst>
          <pc:docMk/>
          <pc:sldMk cId="2600749639" sldId="1204"/>
        </pc:sldMkLst>
      </pc:sldChg>
      <pc:sldChg chg="addSp delSp modSp add mod">
        <pc:chgData name="김명호" userId="e0d603aa-548e-418b-a070-918475337925" providerId="ADAL" clId="{EB451184-BA9A-4A5C-9B3F-495ADF05D454}" dt="2023-09-25T04:55:58.353" v="26216" actId="20577"/>
        <pc:sldMkLst>
          <pc:docMk/>
          <pc:sldMk cId="961694256" sldId="1205"/>
        </pc:sldMkLst>
        <pc:spChg chg="del">
          <ac:chgData name="김명호" userId="e0d603aa-548e-418b-a070-918475337925" providerId="ADAL" clId="{EB451184-BA9A-4A5C-9B3F-495ADF05D454}" dt="2023-09-25T04:54:05.949" v="26103" actId="478"/>
          <ac:spMkLst>
            <pc:docMk/>
            <pc:sldMk cId="961694256" sldId="1205"/>
            <ac:spMk id="5" creationId="{60C05955-09DC-AAB2-8803-2B1310781AEA}"/>
          </ac:spMkLst>
        </pc:spChg>
        <pc:spChg chg="mod">
          <ac:chgData name="김명호" userId="e0d603aa-548e-418b-a070-918475337925" providerId="ADAL" clId="{EB451184-BA9A-4A5C-9B3F-495ADF05D454}" dt="2023-09-25T04:55:42.952" v="26169"/>
          <ac:spMkLst>
            <pc:docMk/>
            <pc:sldMk cId="961694256" sldId="1205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4:55:58.353" v="26216" actId="20577"/>
          <ac:spMkLst>
            <pc:docMk/>
            <pc:sldMk cId="961694256" sldId="1205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5T04:55:13.328" v="26166" actId="14100"/>
          <ac:spMkLst>
            <pc:docMk/>
            <pc:sldMk cId="961694256" sldId="1205"/>
            <ac:spMk id="11" creationId="{A0AE78EB-FB94-BE96-5275-10D5396D620D}"/>
          </ac:spMkLst>
        </pc:spChg>
        <pc:grpChg chg="mod">
          <ac:chgData name="김명호" userId="e0d603aa-548e-418b-a070-918475337925" providerId="ADAL" clId="{EB451184-BA9A-4A5C-9B3F-495ADF05D454}" dt="2023-09-25T04:55:45.978" v="26170" actId="1076"/>
          <ac:grpSpMkLst>
            <pc:docMk/>
            <pc:sldMk cId="961694256" sldId="1205"/>
            <ac:grpSpMk id="4" creationId="{A0D4624B-679C-C2E3-E962-26E23ECAA1C7}"/>
          </ac:grpSpMkLst>
        </pc:grpChg>
        <pc:graphicFrameChg chg="mod modGraphic">
          <ac:chgData name="김명호" userId="e0d603aa-548e-418b-a070-918475337925" providerId="ADAL" clId="{EB451184-BA9A-4A5C-9B3F-495ADF05D454}" dt="2023-09-25T04:55:25.313" v="26168" actId="20577"/>
          <ac:graphicFrameMkLst>
            <pc:docMk/>
            <pc:sldMk cId="961694256" sldId="1205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5T04:54:48.289" v="26126" actId="478"/>
          <ac:picMkLst>
            <pc:docMk/>
            <pc:sldMk cId="961694256" sldId="1205"/>
            <ac:picMk id="6" creationId="{27DE41AF-17AF-8F7D-4829-9FB658665565}"/>
          </ac:picMkLst>
        </pc:picChg>
        <pc:picChg chg="add mod ord modCrop">
          <ac:chgData name="김명호" userId="e0d603aa-548e-418b-a070-918475337925" providerId="ADAL" clId="{EB451184-BA9A-4A5C-9B3F-495ADF05D454}" dt="2023-09-25T04:54:57.063" v="26130" actId="167"/>
          <ac:picMkLst>
            <pc:docMk/>
            <pc:sldMk cId="961694256" sldId="1205"/>
            <ac:picMk id="12" creationId="{4BC7F905-4193-D10F-6C6E-5F23E9C91079}"/>
          </ac:picMkLst>
        </pc:picChg>
        <pc:cxnChg chg="mod">
          <ac:chgData name="김명호" userId="e0d603aa-548e-418b-a070-918475337925" providerId="ADAL" clId="{EB451184-BA9A-4A5C-9B3F-495ADF05D454}" dt="2023-09-25T04:55:06.729" v="26136" actId="1035"/>
          <ac:cxnSpMkLst>
            <pc:docMk/>
            <pc:sldMk cId="961694256" sldId="1205"/>
            <ac:cxnSpMk id="18" creationId="{31AD01E2-D497-D630-089C-3867861A7F8C}"/>
          </ac:cxnSpMkLst>
        </pc:cxnChg>
      </pc:sldChg>
      <pc:sldChg chg="modSp add mod">
        <pc:chgData name="김명호" userId="e0d603aa-548e-418b-a070-918475337925" providerId="ADAL" clId="{EB451184-BA9A-4A5C-9B3F-495ADF05D454}" dt="2023-09-25T05:06:45.151" v="26276"/>
        <pc:sldMkLst>
          <pc:docMk/>
          <pc:sldMk cId="1334758684" sldId="1206"/>
        </pc:sldMkLst>
        <pc:spChg chg="mod">
          <ac:chgData name="김명호" userId="e0d603aa-548e-418b-a070-918475337925" providerId="ADAL" clId="{EB451184-BA9A-4A5C-9B3F-495ADF05D454}" dt="2023-09-25T05:06:24.871" v="26218"/>
          <ac:spMkLst>
            <pc:docMk/>
            <pc:sldMk cId="1334758684" sldId="1206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05:06:45.151" v="26276"/>
          <ac:spMkLst>
            <pc:docMk/>
            <pc:sldMk cId="1334758684" sldId="1206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5T05:06:29.285" v="26219" actId="1076"/>
          <ac:spMkLst>
            <pc:docMk/>
            <pc:sldMk cId="1334758684" sldId="1206"/>
            <ac:spMk id="11" creationId="{A0AE78EB-FB94-BE96-5275-10D5396D620D}"/>
          </ac:spMkLst>
        </pc:spChg>
        <pc:cxnChg chg="mod">
          <ac:chgData name="김명호" userId="e0d603aa-548e-418b-a070-918475337925" providerId="ADAL" clId="{EB451184-BA9A-4A5C-9B3F-495ADF05D454}" dt="2023-09-25T05:06:29.285" v="26219" actId="1076"/>
          <ac:cxnSpMkLst>
            <pc:docMk/>
            <pc:sldMk cId="1334758684" sldId="1206"/>
            <ac:cxnSpMk id="18" creationId="{31AD01E2-D497-D630-089C-3867861A7F8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5T23:55:08.715" v="26445"/>
        <pc:sldMkLst>
          <pc:docMk/>
          <pc:sldMk cId="3956060797" sldId="1207"/>
        </pc:sldMkLst>
        <pc:spChg chg="mod">
          <ac:chgData name="김명호" userId="e0d603aa-548e-418b-a070-918475337925" providerId="ADAL" clId="{EB451184-BA9A-4A5C-9B3F-495ADF05D454}" dt="2023-09-25T23:18:02.617" v="26296"/>
          <ac:spMkLst>
            <pc:docMk/>
            <pc:sldMk cId="3956060797" sldId="1207"/>
            <ac:spMk id="7" creationId="{0C81DD60-D84B-4D3C-8F3E-7D0E22E11300}"/>
          </ac:spMkLst>
        </pc:spChg>
        <pc:spChg chg="add mod">
          <ac:chgData name="김명호" userId="e0d603aa-548e-418b-a070-918475337925" providerId="ADAL" clId="{EB451184-BA9A-4A5C-9B3F-495ADF05D454}" dt="2023-09-25T23:54:43.420" v="26389" actId="1076"/>
          <ac:spMkLst>
            <pc:docMk/>
            <pc:sldMk cId="3956060797" sldId="1207"/>
            <ac:spMk id="9" creationId="{A72E2736-16FC-D280-9537-61B4A56BE126}"/>
          </ac:spMkLst>
        </pc:spChg>
        <pc:spChg chg="mod">
          <ac:chgData name="김명호" userId="e0d603aa-548e-418b-a070-918475337925" providerId="ADAL" clId="{EB451184-BA9A-4A5C-9B3F-495ADF05D454}" dt="2023-09-25T23:55:08.715" v="26445"/>
          <ac:spMkLst>
            <pc:docMk/>
            <pc:sldMk cId="3956060797" sldId="1207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5T23:17:50.421" v="26295" actId="1076"/>
          <ac:spMkLst>
            <pc:docMk/>
            <pc:sldMk cId="3956060797" sldId="1207"/>
            <ac:spMk id="11" creationId="{A0AE78EB-FB94-BE96-5275-10D5396D620D}"/>
          </ac:spMkLst>
        </pc:spChg>
        <pc:spChg chg="add mod">
          <ac:chgData name="김명호" userId="e0d603aa-548e-418b-a070-918475337925" providerId="ADAL" clId="{EB451184-BA9A-4A5C-9B3F-495ADF05D454}" dt="2023-09-25T23:54:46.675" v="26391" actId="1076"/>
          <ac:spMkLst>
            <pc:docMk/>
            <pc:sldMk cId="3956060797" sldId="1207"/>
            <ac:spMk id="14" creationId="{E15FCCDD-2C80-C147-1864-0F38DCC2E60A}"/>
          </ac:spMkLst>
        </pc:spChg>
        <pc:graphicFrameChg chg="mod modGraphic">
          <ac:chgData name="김명호" userId="e0d603aa-548e-418b-a070-918475337925" providerId="ADAL" clId="{EB451184-BA9A-4A5C-9B3F-495ADF05D454}" dt="2023-09-25T23:17:22.001" v="26286"/>
          <ac:graphicFrameMkLst>
            <pc:docMk/>
            <pc:sldMk cId="3956060797" sldId="1207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5T23:17:45.700" v="26294" actId="167"/>
          <ac:picMkLst>
            <pc:docMk/>
            <pc:sldMk cId="3956060797" sldId="1207"/>
            <ac:picMk id="6" creationId="{84BC7E77-E523-BD68-8CAA-C0C3BD7EAE3C}"/>
          </ac:picMkLst>
        </pc:picChg>
        <pc:picChg chg="del">
          <ac:chgData name="김명호" userId="e0d603aa-548e-418b-a070-918475337925" providerId="ADAL" clId="{EB451184-BA9A-4A5C-9B3F-495ADF05D454}" dt="2023-09-25T23:17:38.510" v="26291" actId="478"/>
          <ac:picMkLst>
            <pc:docMk/>
            <pc:sldMk cId="3956060797" sldId="1207"/>
            <ac:picMk id="12" creationId="{4BC7F905-4193-D10F-6C6E-5F23E9C91079}"/>
          </ac:picMkLst>
        </pc:picChg>
        <pc:cxnChg chg="add mod">
          <ac:chgData name="김명호" userId="e0d603aa-548e-418b-a070-918475337925" providerId="ADAL" clId="{EB451184-BA9A-4A5C-9B3F-495ADF05D454}" dt="2023-09-25T23:54:43.420" v="26389" actId="1076"/>
          <ac:cxnSpMkLst>
            <pc:docMk/>
            <pc:sldMk cId="3956060797" sldId="1207"/>
            <ac:cxnSpMk id="13" creationId="{BACAAB62-7DD6-BF5A-F1C7-2A2EDD02558A}"/>
          </ac:cxnSpMkLst>
        </pc:cxnChg>
        <pc:cxnChg chg="add mod">
          <ac:chgData name="김명호" userId="e0d603aa-548e-418b-a070-918475337925" providerId="ADAL" clId="{EB451184-BA9A-4A5C-9B3F-495ADF05D454}" dt="2023-09-25T23:54:46.675" v="26391" actId="1076"/>
          <ac:cxnSpMkLst>
            <pc:docMk/>
            <pc:sldMk cId="3956060797" sldId="1207"/>
            <ac:cxnSpMk id="15" creationId="{0686E51C-C83D-CBEF-2AC4-9A3A6177B9AF}"/>
          </ac:cxnSpMkLst>
        </pc:cxnChg>
        <pc:cxnChg chg="mod">
          <ac:chgData name="김명호" userId="e0d603aa-548e-418b-a070-918475337925" providerId="ADAL" clId="{EB451184-BA9A-4A5C-9B3F-495ADF05D454}" dt="2023-09-25T23:17:50.421" v="26295" actId="1076"/>
          <ac:cxnSpMkLst>
            <pc:docMk/>
            <pc:sldMk cId="3956060797" sldId="1207"/>
            <ac:cxnSpMk id="18" creationId="{31AD01E2-D497-D630-089C-3867861A7F8C}"/>
          </ac:cxnSpMkLst>
        </pc:cxnChg>
      </pc:sldChg>
      <pc:sldChg chg="delSp modSp add mod ord">
        <pc:chgData name="김명호" userId="e0d603aa-548e-418b-a070-918475337925" providerId="ADAL" clId="{EB451184-BA9A-4A5C-9B3F-495ADF05D454}" dt="2023-09-26T04:20:37.132" v="27158" actId="20577"/>
        <pc:sldMkLst>
          <pc:docMk/>
          <pc:sldMk cId="2393158706" sldId="1208"/>
        </pc:sldMkLst>
        <pc:spChg chg="mod">
          <ac:chgData name="김명호" userId="e0d603aa-548e-418b-a070-918475337925" providerId="ADAL" clId="{EB451184-BA9A-4A5C-9B3F-495ADF05D454}" dt="2023-09-25T23:29:47.094" v="26387"/>
          <ac:spMkLst>
            <pc:docMk/>
            <pc:sldMk cId="2393158706" sldId="1208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5T23:28:49.386" v="26332" actId="1038"/>
          <ac:spMkLst>
            <pc:docMk/>
            <pc:sldMk cId="2393158706" sldId="1208"/>
            <ac:spMk id="11" creationId="{A0AE78EB-FB94-BE96-5275-10D5396D620D}"/>
          </ac:spMkLst>
        </pc:spChg>
        <pc:grpChg chg="del">
          <ac:chgData name="김명호" userId="e0d603aa-548e-418b-a070-918475337925" providerId="ADAL" clId="{EB451184-BA9A-4A5C-9B3F-495ADF05D454}" dt="2023-09-25T23:29:06.903" v="26338" actId="478"/>
          <ac:grpSpMkLst>
            <pc:docMk/>
            <pc:sldMk cId="2393158706" sldId="1208"/>
            <ac:grpSpMk id="4" creationId="{A0D4624B-679C-C2E3-E962-26E23ECAA1C7}"/>
          </ac:grpSpMkLst>
        </pc:grpChg>
        <pc:graphicFrameChg chg="mod modGraphic">
          <ac:chgData name="김명호" userId="e0d603aa-548e-418b-a070-918475337925" providerId="ADAL" clId="{EB451184-BA9A-4A5C-9B3F-495ADF05D454}" dt="2023-09-26T04:20:37.132" v="27158" actId="20577"/>
          <ac:graphicFrameMkLst>
            <pc:docMk/>
            <pc:sldMk cId="2393158706" sldId="1208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5T23:28:49.386" v="26332" actId="1038"/>
          <ac:cxnSpMkLst>
            <pc:docMk/>
            <pc:sldMk cId="2393158706" sldId="1208"/>
            <ac:cxnSpMk id="18" creationId="{31AD01E2-D497-D630-089C-3867861A7F8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6T00:59:00.524" v="26555"/>
        <pc:sldMkLst>
          <pc:docMk/>
          <pc:sldMk cId="2737632750" sldId="1209"/>
        </pc:sldMkLst>
        <pc:spChg chg="mod">
          <ac:chgData name="김명호" userId="e0d603aa-548e-418b-a070-918475337925" providerId="ADAL" clId="{EB451184-BA9A-4A5C-9B3F-495ADF05D454}" dt="2023-09-26T00:59:00.524" v="26555"/>
          <ac:spMkLst>
            <pc:docMk/>
            <pc:sldMk cId="2737632750" sldId="1209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6T00:58:16.745" v="26462" actId="14100"/>
          <ac:spMkLst>
            <pc:docMk/>
            <pc:sldMk cId="2737632750" sldId="1209"/>
            <ac:spMk id="9" creationId="{A72E2736-16FC-D280-9537-61B4A56BE126}"/>
          </ac:spMkLst>
        </pc:spChg>
        <pc:spChg chg="del">
          <ac:chgData name="김명호" userId="e0d603aa-548e-418b-a070-918475337925" providerId="ADAL" clId="{EB451184-BA9A-4A5C-9B3F-495ADF05D454}" dt="2023-09-26T00:58:08.412" v="26460" actId="478"/>
          <ac:spMkLst>
            <pc:docMk/>
            <pc:sldMk cId="2737632750" sldId="1209"/>
            <ac:spMk id="11" creationId="{A0AE78EB-FB94-BE96-5275-10D5396D620D}"/>
          </ac:spMkLst>
        </pc:spChg>
        <pc:spChg chg="del">
          <ac:chgData name="김명호" userId="e0d603aa-548e-418b-a070-918475337925" providerId="ADAL" clId="{EB451184-BA9A-4A5C-9B3F-495ADF05D454}" dt="2023-09-26T00:58:08.412" v="26460" actId="478"/>
          <ac:spMkLst>
            <pc:docMk/>
            <pc:sldMk cId="2737632750" sldId="1209"/>
            <ac:spMk id="14" creationId="{E15FCCDD-2C80-C147-1864-0F38DCC2E60A}"/>
          </ac:spMkLst>
        </pc:spChg>
        <pc:grpChg chg="del">
          <ac:chgData name="김명호" userId="e0d603aa-548e-418b-a070-918475337925" providerId="ADAL" clId="{EB451184-BA9A-4A5C-9B3F-495ADF05D454}" dt="2023-09-26T00:58:48.154" v="26469" actId="478"/>
          <ac:grpSpMkLst>
            <pc:docMk/>
            <pc:sldMk cId="2737632750" sldId="1209"/>
            <ac:grpSpMk id="4" creationId="{A0D4624B-679C-C2E3-E962-26E23ECAA1C7}"/>
          </ac:grpSpMkLst>
        </pc:grpChg>
        <pc:graphicFrameChg chg="mod modGraphic">
          <ac:chgData name="김명호" userId="e0d603aa-548e-418b-a070-918475337925" providerId="ADAL" clId="{EB451184-BA9A-4A5C-9B3F-495ADF05D454}" dt="2023-09-26T00:58:45.310" v="26468" actId="20577"/>
          <ac:graphicFrameMkLst>
            <pc:docMk/>
            <pc:sldMk cId="2737632750" sldId="1209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6T00:57:56.340" v="26455" actId="478"/>
          <ac:picMkLst>
            <pc:docMk/>
            <pc:sldMk cId="2737632750" sldId="1209"/>
            <ac:picMk id="6" creationId="{84BC7E77-E523-BD68-8CAA-C0C3BD7EAE3C}"/>
          </ac:picMkLst>
        </pc:picChg>
        <pc:picChg chg="add mod ord modCrop">
          <ac:chgData name="김명호" userId="e0d603aa-548e-418b-a070-918475337925" providerId="ADAL" clId="{EB451184-BA9A-4A5C-9B3F-495ADF05D454}" dt="2023-09-26T00:58:06.872" v="26459" actId="167"/>
          <ac:picMkLst>
            <pc:docMk/>
            <pc:sldMk cId="2737632750" sldId="1209"/>
            <ac:picMk id="12" creationId="{B6FFC447-ADD3-F109-C277-45E3AB7FDD53}"/>
          </ac:picMkLst>
        </pc:picChg>
        <pc:cxnChg chg="mod">
          <ac:chgData name="김명호" userId="e0d603aa-548e-418b-a070-918475337925" providerId="ADAL" clId="{EB451184-BA9A-4A5C-9B3F-495ADF05D454}" dt="2023-09-26T00:58:19.571" v="26463" actId="1076"/>
          <ac:cxnSpMkLst>
            <pc:docMk/>
            <pc:sldMk cId="2737632750" sldId="1209"/>
            <ac:cxnSpMk id="13" creationId="{BACAAB62-7DD6-BF5A-F1C7-2A2EDD02558A}"/>
          </ac:cxnSpMkLst>
        </pc:cxnChg>
        <pc:cxnChg chg="del">
          <ac:chgData name="김명호" userId="e0d603aa-548e-418b-a070-918475337925" providerId="ADAL" clId="{EB451184-BA9A-4A5C-9B3F-495ADF05D454}" dt="2023-09-26T00:58:08.412" v="26460" actId="478"/>
          <ac:cxnSpMkLst>
            <pc:docMk/>
            <pc:sldMk cId="2737632750" sldId="1209"/>
            <ac:cxnSpMk id="15" creationId="{0686E51C-C83D-CBEF-2AC4-9A3A6177B9AF}"/>
          </ac:cxnSpMkLst>
        </pc:cxnChg>
        <pc:cxnChg chg="del">
          <ac:chgData name="김명호" userId="e0d603aa-548e-418b-a070-918475337925" providerId="ADAL" clId="{EB451184-BA9A-4A5C-9B3F-495ADF05D454}" dt="2023-09-26T00:58:08.412" v="26460" actId="478"/>
          <ac:cxnSpMkLst>
            <pc:docMk/>
            <pc:sldMk cId="2737632750" sldId="1209"/>
            <ac:cxnSpMk id="18" creationId="{31AD01E2-D497-D630-089C-3867861A7F8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6T05:41:05.919" v="27193" actId="20577"/>
        <pc:sldMkLst>
          <pc:docMk/>
          <pc:sldMk cId="1353469379" sldId="1210"/>
        </pc:sldMkLst>
        <pc:spChg chg="add mod">
          <ac:chgData name="김명호" userId="e0d603aa-548e-418b-a070-918475337925" providerId="ADAL" clId="{EB451184-BA9A-4A5C-9B3F-495ADF05D454}" dt="2023-09-26T01:10:08.581" v="26602" actId="14100"/>
          <ac:spMkLst>
            <pc:docMk/>
            <pc:sldMk cId="1353469379" sldId="1210"/>
            <ac:spMk id="6" creationId="{3FE12E65-DEF0-6E44-1ECC-436D7D88C3EB}"/>
          </ac:spMkLst>
        </pc:spChg>
        <pc:spChg chg="mod">
          <ac:chgData name="김명호" userId="e0d603aa-548e-418b-a070-918475337925" providerId="ADAL" clId="{EB451184-BA9A-4A5C-9B3F-495ADF05D454}" dt="2023-09-26T01:14:34.154" v="26604"/>
          <ac:spMkLst>
            <pc:docMk/>
            <pc:sldMk cId="1353469379" sldId="1210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6T01:09:50.173" v="26571" actId="14100"/>
          <ac:spMkLst>
            <pc:docMk/>
            <pc:sldMk cId="1353469379" sldId="1210"/>
            <ac:spMk id="9" creationId="{A72E2736-16FC-D280-9537-61B4A56BE126}"/>
          </ac:spMkLst>
        </pc:spChg>
        <pc:graphicFrameChg chg="mod modGraphic">
          <ac:chgData name="김명호" userId="e0d603aa-548e-418b-a070-918475337925" providerId="ADAL" clId="{EB451184-BA9A-4A5C-9B3F-495ADF05D454}" dt="2023-09-26T05:41:05.919" v="27193" actId="20577"/>
          <ac:graphicFrameMkLst>
            <pc:docMk/>
            <pc:sldMk cId="1353469379" sldId="1210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6T01:09:30.651" v="26569" actId="167"/>
          <ac:picMkLst>
            <pc:docMk/>
            <pc:sldMk cId="1353469379" sldId="1210"/>
            <ac:picMk id="5" creationId="{F4FED36A-2B0A-E913-D643-AEDD2CA0C677}"/>
          </ac:picMkLst>
        </pc:picChg>
        <pc:picChg chg="del">
          <ac:chgData name="김명호" userId="e0d603aa-548e-418b-a070-918475337925" providerId="ADAL" clId="{EB451184-BA9A-4A5C-9B3F-495ADF05D454}" dt="2023-09-26T01:09:14.870" v="26562" actId="478"/>
          <ac:picMkLst>
            <pc:docMk/>
            <pc:sldMk cId="1353469379" sldId="1210"/>
            <ac:picMk id="12" creationId="{B6FFC447-ADD3-F109-C277-45E3AB7FDD53}"/>
          </ac:picMkLst>
        </pc:picChg>
        <pc:cxnChg chg="add mod">
          <ac:chgData name="김명호" userId="e0d603aa-548e-418b-a070-918475337925" providerId="ADAL" clId="{EB451184-BA9A-4A5C-9B3F-495ADF05D454}" dt="2023-09-26T01:10:11.798" v="26603" actId="1076"/>
          <ac:cxnSpMkLst>
            <pc:docMk/>
            <pc:sldMk cId="1353469379" sldId="1210"/>
            <ac:cxnSpMk id="8" creationId="{C9D4C90C-E161-237D-F44A-67E89D7016A9}"/>
          </ac:cxnSpMkLst>
        </pc:cxnChg>
        <pc:cxnChg chg="mod">
          <ac:chgData name="김명호" userId="e0d603aa-548e-418b-a070-918475337925" providerId="ADAL" clId="{EB451184-BA9A-4A5C-9B3F-495ADF05D454}" dt="2023-09-26T01:09:52.439" v="26572" actId="1076"/>
          <ac:cxnSpMkLst>
            <pc:docMk/>
            <pc:sldMk cId="1353469379" sldId="1210"/>
            <ac:cxnSpMk id="13" creationId="{BACAAB62-7DD6-BF5A-F1C7-2A2EDD02558A}"/>
          </ac:cxnSpMkLst>
        </pc:cxnChg>
      </pc:sldChg>
      <pc:sldChg chg="modSp add mod">
        <pc:chgData name="김명호" userId="e0d603aa-548e-418b-a070-918475337925" providerId="ADAL" clId="{EB451184-BA9A-4A5C-9B3F-495ADF05D454}" dt="2023-09-26T02:05:14.866" v="26790"/>
        <pc:sldMkLst>
          <pc:docMk/>
          <pc:sldMk cId="249514258" sldId="1211"/>
        </pc:sldMkLst>
        <pc:spChg chg="mod">
          <ac:chgData name="김명호" userId="e0d603aa-548e-418b-a070-918475337925" providerId="ADAL" clId="{EB451184-BA9A-4A5C-9B3F-495ADF05D454}" dt="2023-09-26T02:05:14.866" v="26790"/>
          <ac:spMkLst>
            <pc:docMk/>
            <pc:sldMk cId="249514258" sldId="1211"/>
            <ac:spMk id="7" creationId="{0C81DD60-D84B-4D3C-8F3E-7D0E22E11300}"/>
          </ac:spMkLst>
        </pc:spChg>
        <pc:spChg chg="mod">
          <ac:chgData name="김명호" userId="e0d603aa-548e-418b-a070-918475337925" providerId="ADAL" clId="{EB451184-BA9A-4A5C-9B3F-495ADF05D454}" dt="2023-09-26T01:27:35.133" v="26745"/>
          <ac:spMkLst>
            <pc:docMk/>
            <pc:sldMk cId="249514258" sldId="1211"/>
            <ac:spMk id="10" creationId="{F02FDE70-4900-ABCF-B3F6-A53DC40719BF}"/>
          </ac:spMkLst>
        </pc:spChg>
        <pc:spChg chg="mod">
          <ac:chgData name="김명호" userId="e0d603aa-548e-418b-a070-918475337925" providerId="ADAL" clId="{EB451184-BA9A-4A5C-9B3F-495ADF05D454}" dt="2023-09-26T01:27:03.996" v="26612" actId="14100"/>
          <ac:spMkLst>
            <pc:docMk/>
            <pc:sldMk cId="249514258" sldId="1211"/>
            <ac:spMk id="11" creationId="{A0AE78EB-FB94-BE96-5275-10D5396D620D}"/>
          </ac:spMkLst>
        </pc:spChg>
        <pc:picChg chg="mod modCrop">
          <ac:chgData name="김명호" userId="e0d603aa-548e-418b-a070-918475337925" providerId="ADAL" clId="{EB451184-BA9A-4A5C-9B3F-495ADF05D454}" dt="2023-09-26T01:26:53.205" v="26610" actId="1076"/>
          <ac:picMkLst>
            <pc:docMk/>
            <pc:sldMk cId="249514258" sldId="1211"/>
            <ac:picMk id="12" creationId="{4BC7F905-4193-D10F-6C6E-5F23E9C91079}"/>
          </ac:picMkLst>
        </pc:picChg>
        <pc:cxnChg chg="mod">
          <ac:chgData name="김명호" userId="e0d603aa-548e-418b-a070-918475337925" providerId="ADAL" clId="{EB451184-BA9A-4A5C-9B3F-495ADF05D454}" dt="2023-09-26T01:27:05.916" v="26613" actId="1076"/>
          <ac:cxnSpMkLst>
            <pc:docMk/>
            <pc:sldMk cId="249514258" sldId="1211"/>
            <ac:cxnSpMk id="18" creationId="{31AD01E2-D497-D630-089C-3867861A7F8C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6T05:40:49.239" v="27186"/>
        <pc:sldMkLst>
          <pc:docMk/>
          <pc:sldMk cId="4179414439" sldId="1212"/>
        </pc:sldMkLst>
        <pc:spChg chg="mod">
          <ac:chgData name="김명호" userId="e0d603aa-548e-418b-a070-918475337925" providerId="ADAL" clId="{EB451184-BA9A-4A5C-9B3F-495ADF05D454}" dt="2023-09-26T02:04:58.894" v="26781" actId="1035"/>
          <ac:spMkLst>
            <pc:docMk/>
            <pc:sldMk cId="4179414439" sldId="1212"/>
            <ac:spMk id="6" creationId="{3FE12E65-DEF0-6E44-1ECC-436D7D88C3EB}"/>
          </ac:spMkLst>
        </pc:spChg>
        <pc:spChg chg="mod">
          <ac:chgData name="김명호" userId="e0d603aa-548e-418b-a070-918475337925" providerId="ADAL" clId="{EB451184-BA9A-4A5C-9B3F-495ADF05D454}" dt="2023-09-26T02:05:22.043" v="26794"/>
          <ac:spMkLst>
            <pc:docMk/>
            <pc:sldMk cId="4179414439" sldId="1212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6T02:04:43.173" v="26758" actId="478"/>
          <ac:spMkLst>
            <pc:docMk/>
            <pc:sldMk cId="4179414439" sldId="1212"/>
            <ac:spMk id="9" creationId="{A72E2736-16FC-D280-9537-61B4A56BE126}"/>
          </ac:spMkLst>
        </pc:spChg>
        <pc:spChg chg="add del mod">
          <ac:chgData name="김명호" userId="e0d603aa-548e-418b-a070-918475337925" providerId="ADAL" clId="{EB451184-BA9A-4A5C-9B3F-495ADF05D454}" dt="2023-09-26T02:05:20.805" v="26793" actId="478"/>
          <ac:spMkLst>
            <pc:docMk/>
            <pc:sldMk cId="4179414439" sldId="1212"/>
            <ac:spMk id="11" creationId="{93953F9E-8A18-199C-92D6-1CBA24817B2D}"/>
          </ac:spMkLst>
        </pc:spChg>
        <pc:spChg chg="mod">
          <ac:chgData name="김명호" userId="e0d603aa-548e-418b-a070-918475337925" providerId="ADAL" clId="{EB451184-BA9A-4A5C-9B3F-495ADF05D454}" dt="2023-09-26T02:05:17.939" v="26791"/>
          <ac:spMkLst>
            <pc:docMk/>
            <pc:sldMk cId="4179414439" sldId="1212"/>
            <ac:spMk id="14" creationId="{78EF0BC5-C87A-AD57-2F45-66D8646D7C35}"/>
          </ac:spMkLst>
        </pc:spChg>
        <pc:spChg chg="mod">
          <ac:chgData name="김명호" userId="e0d603aa-548e-418b-a070-918475337925" providerId="ADAL" clId="{EB451184-BA9A-4A5C-9B3F-495ADF05D454}" dt="2023-09-26T02:05:34.859" v="26807"/>
          <ac:spMkLst>
            <pc:docMk/>
            <pc:sldMk cId="4179414439" sldId="1212"/>
            <ac:spMk id="15" creationId="{A23EAA77-C70F-C923-AB08-8B653FA8A5DC}"/>
          </ac:spMkLst>
        </pc:spChg>
        <pc:spChg chg="add mod">
          <ac:chgData name="김명호" userId="e0d603aa-548e-418b-a070-918475337925" providerId="ADAL" clId="{EB451184-BA9A-4A5C-9B3F-495ADF05D454}" dt="2023-09-26T02:05:28.661" v="26795"/>
          <ac:spMkLst>
            <pc:docMk/>
            <pc:sldMk cId="4179414439" sldId="1212"/>
            <ac:spMk id="16" creationId="{20D07C59-6789-F321-58AE-CC8A4C3F087C}"/>
          </ac:spMkLst>
        </pc:spChg>
        <pc:grpChg chg="add mod">
          <ac:chgData name="김명호" userId="e0d603aa-548e-418b-a070-918475337925" providerId="ADAL" clId="{EB451184-BA9A-4A5C-9B3F-495ADF05D454}" dt="2023-09-26T02:05:17.939" v="26791"/>
          <ac:grpSpMkLst>
            <pc:docMk/>
            <pc:sldMk cId="4179414439" sldId="1212"/>
            <ac:grpSpMk id="12" creationId="{89FF780B-43D3-A8EE-9093-3DA72BB1E94E}"/>
          </ac:grpSpMkLst>
        </pc:grpChg>
        <pc:graphicFrameChg chg="mod modGraphic">
          <ac:chgData name="김명호" userId="e0d603aa-548e-418b-a070-918475337925" providerId="ADAL" clId="{EB451184-BA9A-4A5C-9B3F-495ADF05D454}" dt="2023-09-26T05:40:49.239" v="27186"/>
          <ac:graphicFrameMkLst>
            <pc:docMk/>
            <pc:sldMk cId="4179414439" sldId="1212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B451184-BA9A-4A5C-9B3F-495ADF05D454}" dt="2023-09-26T02:04:21.594" v="26751" actId="478"/>
          <ac:picMkLst>
            <pc:docMk/>
            <pc:sldMk cId="4179414439" sldId="1212"/>
            <ac:picMk id="5" creationId="{F4FED36A-2B0A-E913-D643-AEDD2CA0C677}"/>
          </ac:picMkLst>
        </pc:picChg>
        <pc:picChg chg="add mod ord modCrop">
          <ac:chgData name="김명호" userId="e0d603aa-548e-418b-a070-918475337925" providerId="ADAL" clId="{EB451184-BA9A-4A5C-9B3F-495ADF05D454}" dt="2023-09-26T02:04:40.494" v="26757" actId="167"/>
          <ac:picMkLst>
            <pc:docMk/>
            <pc:sldMk cId="4179414439" sldId="1212"/>
            <ac:picMk id="10" creationId="{A5255EF2-2C29-113C-0D9B-77D57AEC1F6E}"/>
          </ac:picMkLst>
        </pc:picChg>
        <pc:cxnChg chg="mod">
          <ac:chgData name="김명호" userId="e0d603aa-548e-418b-a070-918475337925" providerId="ADAL" clId="{EB451184-BA9A-4A5C-9B3F-495ADF05D454}" dt="2023-09-26T02:04:58.894" v="26781" actId="1035"/>
          <ac:cxnSpMkLst>
            <pc:docMk/>
            <pc:sldMk cId="4179414439" sldId="1212"/>
            <ac:cxnSpMk id="8" creationId="{C9D4C90C-E161-237D-F44A-67E89D7016A9}"/>
          </ac:cxnSpMkLst>
        </pc:cxnChg>
        <pc:cxnChg chg="del">
          <ac:chgData name="김명호" userId="e0d603aa-548e-418b-a070-918475337925" providerId="ADAL" clId="{EB451184-BA9A-4A5C-9B3F-495ADF05D454}" dt="2023-09-26T02:04:43.173" v="26758" actId="478"/>
          <ac:cxnSpMkLst>
            <pc:docMk/>
            <pc:sldMk cId="4179414439" sldId="1212"/>
            <ac:cxnSpMk id="13" creationId="{BACAAB62-7DD6-BF5A-F1C7-2A2EDD02558A}"/>
          </ac:cxnSpMkLst>
        </pc:cxnChg>
      </pc:sldChg>
      <pc:sldChg chg="addSp delSp modSp add mod">
        <pc:chgData name="김명호" userId="e0d603aa-548e-418b-a070-918475337925" providerId="ADAL" clId="{EB451184-BA9A-4A5C-9B3F-495ADF05D454}" dt="2023-09-26T05:40:55.124" v="27187"/>
        <pc:sldMkLst>
          <pc:docMk/>
          <pc:sldMk cId="2275319169" sldId="1213"/>
        </pc:sldMkLst>
        <pc:spChg chg="mod">
          <ac:chgData name="김명호" userId="e0d603aa-548e-418b-a070-918475337925" providerId="ADAL" clId="{EB451184-BA9A-4A5C-9B3F-495ADF05D454}" dt="2023-09-26T02:08:12.107" v="26821" actId="14100"/>
          <ac:spMkLst>
            <pc:docMk/>
            <pc:sldMk cId="2275319169" sldId="1213"/>
            <ac:spMk id="6" creationId="{3FE12E65-DEF0-6E44-1ECC-436D7D88C3EB}"/>
          </ac:spMkLst>
        </pc:spChg>
        <pc:spChg chg="mod">
          <ac:chgData name="김명호" userId="e0d603aa-548e-418b-a070-918475337925" providerId="ADAL" clId="{EB451184-BA9A-4A5C-9B3F-495ADF05D454}" dt="2023-09-26T02:08:58.073" v="26837"/>
          <ac:spMkLst>
            <pc:docMk/>
            <pc:sldMk cId="2275319169" sldId="1213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6T02:05:42.701" v="26809" actId="478"/>
          <ac:spMkLst>
            <pc:docMk/>
            <pc:sldMk cId="2275319169" sldId="1213"/>
            <ac:spMk id="16" creationId="{20D07C59-6789-F321-58AE-CC8A4C3F087C}"/>
          </ac:spMkLst>
        </pc:spChg>
        <pc:grpChg chg="del">
          <ac:chgData name="김명호" userId="e0d603aa-548e-418b-a070-918475337925" providerId="ADAL" clId="{EB451184-BA9A-4A5C-9B3F-495ADF05D454}" dt="2023-09-26T02:08:16.921" v="26823" actId="478"/>
          <ac:grpSpMkLst>
            <pc:docMk/>
            <pc:sldMk cId="2275319169" sldId="1213"/>
            <ac:grpSpMk id="12" creationId="{89FF780B-43D3-A8EE-9093-3DA72BB1E94E}"/>
          </ac:grpSpMkLst>
        </pc:grpChg>
        <pc:graphicFrameChg chg="mod">
          <ac:chgData name="김명호" userId="e0d603aa-548e-418b-a070-918475337925" providerId="ADAL" clId="{EB451184-BA9A-4A5C-9B3F-495ADF05D454}" dt="2023-09-26T05:40:55.124" v="27187"/>
          <ac:graphicFrameMkLst>
            <pc:docMk/>
            <pc:sldMk cId="2275319169" sldId="1213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B451184-BA9A-4A5C-9B3F-495ADF05D454}" dt="2023-09-26T02:08:04.565" v="26819" actId="167"/>
          <ac:picMkLst>
            <pc:docMk/>
            <pc:sldMk cId="2275319169" sldId="1213"/>
            <ac:picMk id="5" creationId="{39962307-F669-E63F-62F4-54D18BE96041}"/>
          </ac:picMkLst>
        </pc:picChg>
        <pc:picChg chg="del">
          <ac:chgData name="김명호" userId="e0d603aa-548e-418b-a070-918475337925" providerId="ADAL" clId="{EB451184-BA9A-4A5C-9B3F-495ADF05D454}" dt="2023-09-26T02:07:42.649" v="26811" actId="478"/>
          <ac:picMkLst>
            <pc:docMk/>
            <pc:sldMk cId="2275319169" sldId="1213"/>
            <ac:picMk id="10" creationId="{A5255EF2-2C29-113C-0D9B-77D57AEC1F6E}"/>
          </ac:picMkLst>
        </pc:picChg>
        <pc:cxnChg chg="mod">
          <ac:chgData name="김명호" userId="e0d603aa-548e-418b-a070-918475337925" providerId="ADAL" clId="{EB451184-BA9A-4A5C-9B3F-495ADF05D454}" dt="2023-09-26T02:08:14.433" v="26822" actId="1076"/>
          <ac:cxnSpMkLst>
            <pc:docMk/>
            <pc:sldMk cId="2275319169" sldId="1213"/>
            <ac:cxnSpMk id="8" creationId="{C9D4C90C-E161-237D-F44A-67E89D7016A9}"/>
          </ac:cxnSpMkLst>
        </pc:cxnChg>
      </pc:sldChg>
      <pc:sldChg chg="delSp modSp add mod">
        <pc:chgData name="김명호" userId="e0d603aa-548e-418b-a070-918475337925" providerId="ADAL" clId="{EB451184-BA9A-4A5C-9B3F-495ADF05D454}" dt="2023-09-26T05:40:57.472" v="27188"/>
        <pc:sldMkLst>
          <pc:docMk/>
          <pc:sldMk cId="4249879355" sldId="1214"/>
        </pc:sldMkLst>
        <pc:spChg chg="mod">
          <ac:chgData name="김명호" userId="e0d603aa-548e-418b-a070-918475337925" providerId="ADAL" clId="{EB451184-BA9A-4A5C-9B3F-495ADF05D454}" dt="2023-09-26T02:14:03.670" v="26841" actId="14100"/>
          <ac:spMkLst>
            <pc:docMk/>
            <pc:sldMk cId="4249879355" sldId="1214"/>
            <ac:spMk id="6" creationId="{3FE12E65-DEF0-6E44-1ECC-436D7D88C3EB}"/>
          </ac:spMkLst>
        </pc:spChg>
        <pc:spChg chg="mod">
          <ac:chgData name="김명호" userId="e0d603aa-548e-418b-a070-918475337925" providerId="ADAL" clId="{EB451184-BA9A-4A5C-9B3F-495ADF05D454}" dt="2023-09-26T02:16:45.846" v="27148"/>
          <ac:spMkLst>
            <pc:docMk/>
            <pc:sldMk cId="4249879355" sldId="1214"/>
            <ac:spMk id="7" creationId="{0C81DD60-D84B-4D3C-8F3E-7D0E22E11300}"/>
          </ac:spMkLst>
        </pc:spChg>
        <pc:spChg chg="del">
          <ac:chgData name="김명호" userId="e0d603aa-548e-418b-a070-918475337925" providerId="ADAL" clId="{EB451184-BA9A-4A5C-9B3F-495ADF05D454}" dt="2023-09-26T04:19:58.482" v="27149" actId="478"/>
          <ac:spMkLst>
            <pc:docMk/>
            <pc:sldMk cId="4249879355" sldId="1214"/>
            <ac:spMk id="16" creationId="{20D07C59-6789-F321-58AE-CC8A4C3F087C}"/>
          </ac:spMkLst>
        </pc:spChg>
        <pc:grpChg chg="del">
          <ac:chgData name="김명호" userId="e0d603aa-548e-418b-a070-918475337925" providerId="ADAL" clId="{EB451184-BA9A-4A5C-9B3F-495ADF05D454}" dt="2023-09-26T02:14:19.950" v="26844" actId="478"/>
          <ac:grpSpMkLst>
            <pc:docMk/>
            <pc:sldMk cId="4249879355" sldId="1214"/>
            <ac:grpSpMk id="12" creationId="{89FF780B-43D3-A8EE-9093-3DA72BB1E94E}"/>
          </ac:grpSpMkLst>
        </pc:grpChg>
        <pc:graphicFrameChg chg="mod">
          <ac:chgData name="김명호" userId="e0d603aa-548e-418b-a070-918475337925" providerId="ADAL" clId="{EB451184-BA9A-4A5C-9B3F-495ADF05D454}" dt="2023-09-26T05:40:57.472" v="27188"/>
          <ac:graphicFrameMkLst>
            <pc:docMk/>
            <pc:sldMk cId="4249879355" sldId="1214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B451184-BA9A-4A5C-9B3F-495ADF05D454}" dt="2023-09-26T02:14:05.613" v="26842" actId="1076"/>
          <ac:cxnSpMkLst>
            <pc:docMk/>
            <pc:sldMk cId="4249879355" sldId="1214"/>
            <ac:cxnSpMk id="8" creationId="{C9D4C90C-E161-237D-F44A-67E89D7016A9}"/>
          </ac:cxnSpMkLst>
        </pc:cxnChg>
      </pc:sldChg>
      <pc:sldMasterChg chg="delSldLayout">
        <pc:chgData name="김명호" userId="e0d603aa-548e-418b-a070-918475337925" providerId="ADAL" clId="{EB451184-BA9A-4A5C-9B3F-495ADF05D454}" dt="2023-09-22T02:15:53.725" v="21596" actId="47"/>
        <pc:sldMasterMkLst>
          <pc:docMk/>
          <pc:sldMasterMk cId="3730080836" sldId="2147483700"/>
        </pc:sldMasterMkLst>
        <pc:sldLayoutChg chg="del">
          <pc:chgData name="김명호" userId="e0d603aa-548e-418b-a070-918475337925" providerId="ADAL" clId="{EB451184-BA9A-4A5C-9B3F-495ADF05D454}" dt="2023-09-22T02:15:53.725" v="21596" actId="47"/>
          <pc:sldLayoutMkLst>
            <pc:docMk/>
            <pc:sldMasterMk cId="3730080836" sldId="2147483700"/>
            <pc:sldLayoutMk cId="832616549" sldId="2147483725"/>
          </pc:sldLayoutMkLst>
        </pc:sldLayoutChg>
      </pc:sldMasterChg>
    </pc:docChg>
  </pc:docChgLst>
  <pc:docChgLst>
    <pc:chgData name="정지윤" userId="02c42eeb-3573-4fe0-87af-c4a597b73e9f" providerId="ADAL" clId="{7630AD6B-DBE3-4D90-BADE-239948B8900F}"/>
    <pc:docChg chg="undo custSel addSld modSld modMainMaster modSection">
      <pc:chgData name="정지윤" userId="02c42eeb-3573-4fe0-87af-c4a597b73e9f" providerId="ADAL" clId="{7630AD6B-DBE3-4D90-BADE-239948B8900F}" dt="2023-09-20T01:16:25.556" v="55" actId="1076"/>
      <pc:docMkLst>
        <pc:docMk/>
      </pc:docMkLst>
      <pc:sldChg chg="modSp mod">
        <pc:chgData name="정지윤" userId="02c42eeb-3573-4fe0-87af-c4a597b73e9f" providerId="ADAL" clId="{7630AD6B-DBE3-4D90-BADE-239948B8900F}" dt="2023-09-20T00:58:14.564" v="7" actId="20577"/>
        <pc:sldMkLst>
          <pc:docMk/>
          <pc:sldMk cId="936676672" sldId="344"/>
        </pc:sldMkLst>
        <pc:graphicFrameChg chg="modGraphic">
          <ac:chgData name="정지윤" userId="02c42eeb-3573-4fe0-87af-c4a597b73e9f" providerId="ADAL" clId="{7630AD6B-DBE3-4D90-BADE-239948B8900F}" dt="2023-09-20T00:58:14.564" v="7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정지윤" userId="02c42eeb-3573-4fe0-87af-c4a597b73e9f" providerId="ADAL" clId="{7630AD6B-DBE3-4D90-BADE-239948B8900F}" dt="2023-09-20T00:57:24.076" v="0" actId="6549"/>
        <pc:sldMkLst>
          <pc:docMk/>
          <pc:sldMk cId="3497645603" sldId="367"/>
        </pc:sldMkLst>
        <pc:spChg chg="mod">
          <ac:chgData name="정지윤" userId="02c42eeb-3573-4fe0-87af-c4a597b73e9f" providerId="ADAL" clId="{7630AD6B-DBE3-4D90-BADE-239948B8900F}" dt="2023-09-20T00:57:24.076" v="0" actId="6549"/>
          <ac:spMkLst>
            <pc:docMk/>
            <pc:sldMk cId="3497645603" sldId="367"/>
            <ac:spMk id="10" creationId="{39B0F59A-2BB4-43BB-99AB-2C610FC0395B}"/>
          </ac:spMkLst>
        </pc:spChg>
      </pc:sldChg>
      <pc:sldChg chg="addSp modSp mod">
        <pc:chgData name="정지윤" userId="02c42eeb-3573-4fe0-87af-c4a597b73e9f" providerId="ADAL" clId="{7630AD6B-DBE3-4D90-BADE-239948B8900F}" dt="2023-09-20T01:15:21.773" v="44" actId="20577"/>
        <pc:sldMkLst>
          <pc:docMk/>
          <pc:sldMk cId="438729540" sldId="390"/>
        </pc:sldMkLst>
        <pc:graphicFrameChg chg="add mod modGraphic">
          <ac:chgData name="정지윤" userId="02c42eeb-3573-4fe0-87af-c4a597b73e9f" providerId="ADAL" clId="{7630AD6B-DBE3-4D90-BADE-239948B8900F}" dt="2023-09-20T01:15:21.773" v="44" actId="20577"/>
          <ac:graphicFrameMkLst>
            <pc:docMk/>
            <pc:sldMk cId="438729540" sldId="390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7630AD6B-DBE3-4D90-BADE-239948B8900F}" dt="2023-09-20T01:15:14.792" v="38"/>
        <pc:sldMkLst>
          <pc:docMk/>
          <pc:sldMk cId="2427834420" sldId="1054"/>
        </pc:sldMkLst>
        <pc:graphicFrameChg chg="del modGraphic">
          <ac:chgData name="정지윤" userId="02c42eeb-3573-4fe0-87af-c4a597b73e9f" providerId="ADAL" clId="{7630AD6B-DBE3-4D90-BADE-239948B8900F}" dt="2023-09-20T00:59:47.611" v="14" actId="478"/>
          <ac:graphicFrameMkLst>
            <pc:docMk/>
            <pc:sldMk cId="2427834420" sldId="1054"/>
            <ac:graphicFrameMk id="3" creationId="{EB5E6BEF-7528-22F3-81D3-C88DBE43847E}"/>
          </ac:graphicFrameMkLst>
        </pc:graphicFrameChg>
        <pc:graphicFrameChg chg="add del mod">
          <ac:chgData name="정지윤" userId="02c42eeb-3573-4fe0-87af-c4a597b73e9f" providerId="ADAL" clId="{7630AD6B-DBE3-4D90-BADE-239948B8900F}" dt="2023-09-20T01:15:13.794" v="36" actId="21"/>
          <ac:graphicFrameMkLst>
            <pc:docMk/>
            <pc:sldMk cId="2427834420" sldId="1054"/>
            <ac:graphicFrameMk id="4" creationId="{A25174B7-2AE1-B851-9AEB-5EBC1C705F0B}"/>
          </ac:graphicFrameMkLst>
        </pc:graphicFrameChg>
        <pc:graphicFrameChg chg="add del mod">
          <ac:chgData name="정지윤" userId="02c42eeb-3573-4fe0-87af-c4a597b73e9f" providerId="ADAL" clId="{7630AD6B-DBE3-4D90-BADE-239948B8900F}" dt="2023-09-20T01:15:14.792" v="38"/>
          <ac:graphicFrameMkLst>
            <pc:docMk/>
            <pc:sldMk cId="2427834420" sldId="1054"/>
            <ac:graphicFrameMk id="5" creationId="{071EFB01-63C0-F573-D102-BE71D6056ED3}"/>
          </ac:graphicFrameMkLst>
        </pc:graphicFrameChg>
      </pc:sldChg>
      <pc:sldChg chg="addSp delSp modSp add mod modClrScheme chgLayout">
        <pc:chgData name="정지윤" userId="02c42eeb-3573-4fe0-87af-c4a597b73e9f" providerId="ADAL" clId="{7630AD6B-DBE3-4D90-BADE-239948B8900F}" dt="2023-09-20T01:16:25.556" v="55" actId="1076"/>
        <pc:sldMkLst>
          <pc:docMk/>
          <pc:sldMk cId="1898097448" sldId="1055"/>
        </pc:sldMkLst>
        <pc:spChg chg="mod ord">
          <ac:chgData name="정지윤" userId="02c42eeb-3573-4fe0-87af-c4a597b73e9f" providerId="ADAL" clId="{7630AD6B-DBE3-4D90-BADE-239948B8900F}" dt="2023-09-20T01:13:08.897" v="19" actId="700"/>
          <ac:spMkLst>
            <pc:docMk/>
            <pc:sldMk cId="1898097448" sldId="1055"/>
            <ac:spMk id="2" creationId="{DC8B0B2E-051C-4693-AC44-65BE8AE195C5}"/>
          </ac:spMkLst>
        </pc:spChg>
        <pc:spChg chg="add del mod ord">
          <ac:chgData name="정지윤" userId="02c42eeb-3573-4fe0-87af-c4a597b73e9f" providerId="ADAL" clId="{7630AD6B-DBE3-4D90-BADE-239948B8900F}" dt="2023-09-20T01:13:08.897" v="19" actId="700"/>
          <ac:spMkLst>
            <pc:docMk/>
            <pc:sldMk cId="1898097448" sldId="1055"/>
            <ac:spMk id="4" creationId="{3BD35702-F8C9-2590-003A-3D9B136A16B0}"/>
          </ac:spMkLst>
        </pc:spChg>
        <pc:spChg chg="del mod ord">
          <ac:chgData name="정지윤" userId="02c42eeb-3573-4fe0-87af-c4a597b73e9f" providerId="ADAL" clId="{7630AD6B-DBE3-4D90-BADE-239948B8900F}" dt="2023-09-20T01:13:03.334" v="18" actId="700"/>
          <ac:spMkLst>
            <pc:docMk/>
            <pc:sldMk cId="1898097448" sldId="1055"/>
            <ac:spMk id="7" creationId="{0C81DD60-D84B-4D3C-8F3E-7D0E22E11300}"/>
          </ac:spMkLst>
        </pc:spChg>
        <pc:grpChg chg="mod">
          <ac:chgData name="정지윤" userId="02c42eeb-3573-4fe0-87af-c4a597b73e9f" providerId="ADAL" clId="{7630AD6B-DBE3-4D90-BADE-239948B8900F}" dt="2023-09-20T01:16:25.556" v="55" actId="1076"/>
          <ac:grpSpMkLst>
            <pc:docMk/>
            <pc:sldMk cId="1898097448" sldId="1055"/>
            <ac:grpSpMk id="12" creationId="{0D0B6B4F-0C4B-A63B-D36A-F0C1785D52AD}"/>
          </ac:grpSpMkLst>
        </pc:grpChg>
        <pc:grpChg chg="mod">
          <ac:chgData name="정지윤" userId="02c42eeb-3573-4fe0-87af-c4a597b73e9f" providerId="ADAL" clId="{7630AD6B-DBE3-4D90-BADE-239948B8900F}" dt="2023-09-20T01:16:25.556" v="55" actId="1076"/>
          <ac:grpSpMkLst>
            <pc:docMk/>
            <pc:sldMk cId="1898097448" sldId="1055"/>
            <ac:grpSpMk id="19" creationId="{6B3D4B0D-9E89-F018-B6A6-F0D784934549}"/>
          </ac:grpSpMkLst>
        </pc:grpChg>
        <pc:graphicFrameChg chg="del">
          <ac:chgData name="정지윤" userId="02c42eeb-3573-4fe0-87af-c4a597b73e9f" providerId="ADAL" clId="{7630AD6B-DBE3-4D90-BADE-239948B8900F}" dt="2023-09-20T01:14:24.880" v="28" actId="478"/>
          <ac:graphicFrameMkLst>
            <pc:docMk/>
            <pc:sldMk cId="1898097448" sldId="1055"/>
            <ac:graphicFrameMk id="3" creationId="{EB5E6BEF-7528-22F3-81D3-C88DBE43847E}"/>
          </ac:graphicFrameMkLst>
        </pc:graphicFrameChg>
        <pc:graphicFrameChg chg="add mod ord">
          <ac:chgData name="정지윤" userId="02c42eeb-3573-4fe0-87af-c4a597b73e9f" providerId="ADAL" clId="{7630AD6B-DBE3-4D90-BADE-239948B8900F}" dt="2023-09-20T01:13:14.329" v="21" actId="167"/>
          <ac:graphicFrameMkLst>
            <pc:docMk/>
            <pc:sldMk cId="1898097448" sldId="1055"/>
            <ac:graphicFrameMk id="5" creationId="{2A93347B-FCA1-DAF0-571A-8E80F82C2B98}"/>
          </ac:graphicFrameMkLst>
        </pc:graphicFrameChg>
        <pc:graphicFrameChg chg="add del mod modGraphic">
          <ac:chgData name="정지윤" userId="02c42eeb-3573-4fe0-87af-c4a597b73e9f" providerId="ADAL" clId="{7630AD6B-DBE3-4D90-BADE-239948B8900F}" dt="2023-09-20T01:14:49.369" v="32" actId="21"/>
          <ac:graphicFrameMkLst>
            <pc:docMk/>
            <pc:sldMk cId="1898097448" sldId="1055"/>
            <ac:graphicFrameMk id="6" creationId="{F87207DA-E847-4230-A4FD-C317D2E8645B}"/>
          </ac:graphicFrameMkLst>
        </pc:graphicFrameChg>
        <pc:graphicFrameChg chg="add mod">
          <ac:chgData name="정지윤" userId="02c42eeb-3573-4fe0-87af-c4a597b73e9f" providerId="ADAL" clId="{7630AD6B-DBE3-4D90-BADE-239948B8900F}" dt="2023-09-20T01:15:15.897" v="39"/>
          <ac:graphicFrameMkLst>
            <pc:docMk/>
            <pc:sldMk cId="1898097448" sldId="1055"/>
            <ac:graphicFrameMk id="8" creationId="{7F4E76F0-B259-2170-2986-1FD0DF589CAF}"/>
          </ac:graphicFrameMkLst>
        </pc:graphicFrameChg>
      </pc:sldChg>
      <pc:sldChg chg="addSp delSp modSp new mod modClrScheme chgLayout">
        <pc:chgData name="정지윤" userId="02c42eeb-3573-4fe0-87af-c4a597b73e9f" providerId="ADAL" clId="{7630AD6B-DBE3-4D90-BADE-239948B8900F}" dt="2023-09-20T01:15:16.633" v="40"/>
        <pc:sldMkLst>
          <pc:docMk/>
          <pc:sldMk cId="3034943958" sldId="1056"/>
        </pc:sldMkLst>
        <pc:spChg chg="del mod ord">
          <ac:chgData name="정지윤" userId="02c42eeb-3573-4fe0-87af-c4a597b73e9f" providerId="ADAL" clId="{7630AD6B-DBE3-4D90-BADE-239948B8900F}" dt="2023-09-20T01:13:44.195" v="24" actId="700"/>
          <ac:spMkLst>
            <pc:docMk/>
            <pc:sldMk cId="3034943958" sldId="1056"/>
            <ac:spMk id="2" creationId="{7F562A5F-E0E5-0000-DED2-AFB81F4BE073}"/>
          </ac:spMkLst>
        </pc:spChg>
        <pc:spChg chg="add mod ord">
          <ac:chgData name="정지윤" userId="02c42eeb-3573-4fe0-87af-c4a597b73e9f" providerId="ADAL" clId="{7630AD6B-DBE3-4D90-BADE-239948B8900F}" dt="2023-09-20T01:14:12.895" v="27"/>
          <ac:spMkLst>
            <pc:docMk/>
            <pc:sldMk cId="3034943958" sldId="1056"/>
            <ac:spMk id="3" creationId="{DBCDA9F3-0643-D3C2-FEC5-5EAC09EED87D}"/>
          </ac:spMkLst>
        </pc:spChg>
        <pc:spChg chg="add mod ord">
          <ac:chgData name="정지윤" userId="02c42eeb-3573-4fe0-87af-c4a597b73e9f" providerId="ADAL" clId="{7630AD6B-DBE3-4D90-BADE-239948B8900F}" dt="2023-09-20T01:13:44.195" v="24" actId="700"/>
          <ac:spMkLst>
            <pc:docMk/>
            <pc:sldMk cId="3034943958" sldId="1056"/>
            <ac:spMk id="4" creationId="{B29C842E-FD35-555C-803F-4C01A8C6EA32}"/>
          </ac:spMkLst>
        </pc:spChg>
        <pc:graphicFrameChg chg="add mod ord">
          <ac:chgData name="정지윤" userId="02c42eeb-3573-4fe0-87af-c4a597b73e9f" providerId="ADAL" clId="{7630AD6B-DBE3-4D90-BADE-239948B8900F}" dt="2023-09-20T01:13:47.610" v="26" actId="167"/>
          <ac:graphicFrameMkLst>
            <pc:docMk/>
            <pc:sldMk cId="3034943958" sldId="1056"/>
            <ac:graphicFrameMk id="5" creationId="{5033399F-56ED-E6CA-4D76-BA2525DB94E2}"/>
          </ac:graphicFrameMkLst>
        </pc:graphicFrameChg>
        <pc:graphicFrameChg chg="add mod">
          <ac:chgData name="정지윤" userId="02c42eeb-3573-4fe0-87af-c4a597b73e9f" providerId="ADAL" clId="{7630AD6B-DBE3-4D90-BADE-239948B8900F}" dt="2023-09-20T01:15:16.633" v="40"/>
          <ac:graphicFrameMkLst>
            <pc:docMk/>
            <pc:sldMk cId="3034943958" sldId="1056"/>
            <ac:graphicFrameMk id="6" creationId="{924148D2-5097-2877-1A30-57054C4A5264}"/>
          </ac:graphicFrameMkLst>
        </pc:graphicFrameChg>
      </pc:sldChg>
      <pc:sldChg chg="addSp delSp modSp add mod modClrScheme chgLayout">
        <pc:chgData name="정지윤" userId="02c42eeb-3573-4fe0-87af-c4a597b73e9f" providerId="ADAL" clId="{7630AD6B-DBE3-4D90-BADE-239948B8900F}" dt="2023-09-20T01:15:51.256" v="49"/>
        <pc:sldMkLst>
          <pc:docMk/>
          <pc:sldMk cId="2339452309" sldId="1057"/>
        </pc:sldMkLst>
        <pc:spChg chg="mod ord">
          <ac:chgData name="정지윤" userId="02c42eeb-3573-4fe0-87af-c4a597b73e9f" providerId="ADAL" clId="{7630AD6B-DBE3-4D90-BADE-239948B8900F}" dt="2023-09-20T01:15:47.410" v="47" actId="700"/>
          <ac:spMkLst>
            <pc:docMk/>
            <pc:sldMk cId="2339452309" sldId="1057"/>
            <ac:spMk id="2" creationId="{DC8B0B2E-051C-4693-AC44-65BE8AE195C5}"/>
          </ac:spMkLst>
        </pc:spChg>
        <pc:spChg chg="add del mod ord">
          <ac:chgData name="정지윤" userId="02c42eeb-3573-4fe0-87af-c4a597b73e9f" providerId="ADAL" clId="{7630AD6B-DBE3-4D90-BADE-239948B8900F}" dt="2023-09-20T01:15:47.410" v="47" actId="700"/>
          <ac:spMkLst>
            <pc:docMk/>
            <pc:sldMk cId="2339452309" sldId="1057"/>
            <ac:spMk id="3" creationId="{1C9FB2DE-72FF-D91F-4C3A-26FFE5E33B05}"/>
          </ac:spMkLst>
        </pc:spChg>
        <pc:spChg chg="del mod ord">
          <ac:chgData name="정지윤" userId="02c42eeb-3573-4fe0-87af-c4a597b73e9f" providerId="ADAL" clId="{7630AD6B-DBE3-4D90-BADE-239948B8900F}" dt="2023-09-20T01:15:43.075" v="46" actId="700"/>
          <ac:spMkLst>
            <pc:docMk/>
            <pc:sldMk cId="2339452309" sldId="1057"/>
            <ac:spMk id="7" creationId="{0C81DD60-D84B-4D3C-8F3E-7D0E22E11300}"/>
          </ac:spMkLst>
        </pc:spChg>
        <pc:graphicFrameChg chg="del">
          <ac:chgData name="정지윤" userId="02c42eeb-3573-4fe0-87af-c4a597b73e9f" providerId="ADAL" clId="{7630AD6B-DBE3-4D90-BADE-239948B8900F}" dt="2023-09-20T01:15:49.859" v="48" actId="21"/>
          <ac:graphicFrameMkLst>
            <pc:docMk/>
            <pc:sldMk cId="2339452309" sldId="1057"/>
            <ac:graphicFrameMk id="4" creationId="{A25174B7-2AE1-B851-9AEB-5EBC1C705F0B}"/>
          </ac:graphicFrameMkLst>
        </pc:graphicFrameChg>
        <pc:graphicFrameChg chg="add mod">
          <ac:chgData name="정지윤" userId="02c42eeb-3573-4fe0-87af-c4a597b73e9f" providerId="ADAL" clId="{7630AD6B-DBE3-4D90-BADE-239948B8900F}" dt="2023-09-20T01:15:51.256" v="49"/>
          <ac:graphicFrameMkLst>
            <pc:docMk/>
            <pc:sldMk cId="2339452309" sldId="1057"/>
            <ac:graphicFrameMk id="5" creationId="{1ABC8909-7AEC-7190-C847-836B4B9CFFDF}"/>
          </ac:graphicFrameMkLst>
        </pc:graphicFrameChg>
      </pc:sldChg>
      <pc:sldChg chg="addSp modSp add mod modClrScheme chgLayout">
        <pc:chgData name="정지윤" userId="02c42eeb-3573-4fe0-87af-c4a597b73e9f" providerId="ADAL" clId="{7630AD6B-DBE3-4D90-BADE-239948B8900F}" dt="2023-09-20T01:16:12.586" v="54" actId="700"/>
        <pc:sldMkLst>
          <pc:docMk/>
          <pc:sldMk cId="1092404881" sldId="1058"/>
        </pc:sldMkLst>
        <pc:spChg chg="mod ord">
          <ac:chgData name="정지윤" userId="02c42eeb-3573-4fe0-87af-c4a597b73e9f" providerId="ADAL" clId="{7630AD6B-DBE3-4D90-BADE-239948B8900F}" dt="2023-09-20T01:16:12.586" v="54" actId="700"/>
          <ac:spMkLst>
            <pc:docMk/>
            <pc:sldMk cId="1092404881" sldId="1058"/>
            <ac:spMk id="2" creationId="{DC8B0B2E-051C-4693-AC44-65BE8AE195C5}"/>
          </ac:spMkLst>
        </pc:spChg>
        <pc:spChg chg="add mod ord">
          <ac:chgData name="정지윤" userId="02c42eeb-3573-4fe0-87af-c4a597b73e9f" providerId="ADAL" clId="{7630AD6B-DBE3-4D90-BADE-239948B8900F}" dt="2023-09-20T01:16:12.586" v="54" actId="700"/>
          <ac:spMkLst>
            <pc:docMk/>
            <pc:sldMk cId="1092404881" sldId="1058"/>
            <ac:spMk id="3" creationId="{C3FC50AF-12C5-440C-FDD5-0169CAC27CB6}"/>
          </ac:spMkLst>
        </pc:spChg>
      </pc:sldChg>
      <pc:sldMasterChg chg="modSldLayout">
        <pc:chgData name="정지윤" userId="02c42eeb-3573-4fe0-87af-c4a597b73e9f" providerId="ADAL" clId="{7630AD6B-DBE3-4D90-BADE-239948B8900F}" dt="2023-09-20T01:16:02.371" v="52" actId="478"/>
        <pc:sldMasterMkLst>
          <pc:docMk/>
          <pc:sldMasterMk cId="3730080836" sldId="2147483700"/>
        </pc:sldMasterMkLst>
        <pc:sldLayoutChg chg="delSp mod">
          <pc:chgData name="정지윤" userId="02c42eeb-3573-4fe0-87af-c4a597b73e9f" providerId="ADAL" clId="{7630AD6B-DBE3-4D90-BADE-239948B8900F}" dt="2023-09-20T01:15:03.961" v="34" actId="478"/>
          <pc:sldLayoutMkLst>
            <pc:docMk/>
            <pc:sldMasterMk cId="3730080836" sldId="2147483700"/>
            <pc:sldLayoutMk cId="868410022" sldId="2147483715"/>
          </pc:sldLayoutMkLst>
          <pc:graphicFrameChg chg="del">
            <ac:chgData name="정지윤" userId="02c42eeb-3573-4fe0-87af-c4a597b73e9f" providerId="ADAL" clId="{7630AD6B-DBE3-4D90-BADE-239948B8900F}" dt="2023-09-20T01:15:03.961" v="34" actId="478"/>
            <ac:graphicFrameMkLst>
              <pc:docMk/>
              <pc:sldMasterMk cId="3730080836" sldId="2147483700"/>
              <pc:sldLayoutMk cId="868410022" sldId="2147483715"/>
              <ac:graphicFrameMk id="3" creationId="{7AB61EE3-623F-4F37-A588-9B7F2ABCA7E5}"/>
            </ac:graphicFrameMkLst>
          </pc:graphicFrameChg>
          <pc:graphicFrameChg chg="del">
            <ac:chgData name="정지윤" userId="02c42eeb-3573-4fe0-87af-c4a597b73e9f" providerId="ADAL" clId="{7630AD6B-DBE3-4D90-BADE-239948B8900F}" dt="2023-09-20T01:13:38.308" v="22" actId="21"/>
            <ac:graphicFrameMkLst>
              <pc:docMk/>
              <pc:sldMasterMk cId="3730080836" sldId="2147483700"/>
              <pc:sldLayoutMk cId="868410022" sldId="2147483715"/>
              <ac:graphicFrameMk id="4" creationId="{3C9EBF25-435E-4713-846B-2829852AEC7D}"/>
            </ac:graphicFrameMkLst>
          </pc:graphicFrameChg>
        </pc:sldLayoutChg>
        <pc:sldLayoutChg chg="delSp mod">
          <pc:chgData name="정지윤" userId="02c42eeb-3573-4fe0-87af-c4a597b73e9f" providerId="ADAL" clId="{7630AD6B-DBE3-4D90-BADE-239948B8900F}" dt="2023-09-20T00:59:03.449" v="8" actId="478"/>
          <pc:sldLayoutMkLst>
            <pc:docMk/>
            <pc:sldMasterMk cId="3730080836" sldId="2147483700"/>
            <pc:sldLayoutMk cId="2716113978" sldId="2147483716"/>
          </pc:sldLayoutMkLst>
          <pc:graphicFrameChg chg="del">
            <ac:chgData name="정지윤" userId="02c42eeb-3573-4fe0-87af-c4a597b73e9f" providerId="ADAL" clId="{7630AD6B-DBE3-4D90-BADE-239948B8900F}" dt="2023-09-20T00:59:03.449" v="8" actId="478"/>
            <ac:graphicFrameMkLst>
              <pc:docMk/>
              <pc:sldMasterMk cId="3730080836" sldId="2147483700"/>
              <pc:sldLayoutMk cId="2716113978" sldId="2147483716"/>
              <ac:graphicFrameMk id="3" creationId="{7AB61EE3-623F-4F37-A588-9B7F2ABCA7E5}"/>
            </ac:graphicFrameMkLst>
          </pc:graphicFrameChg>
        </pc:sldLayoutChg>
        <pc:sldLayoutChg chg="delSp mod">
          <pc:chgData name="정지윤" userId="02c42eeb-3573-4fe0-87af-c4a597b73e9f" providerId="ADAL" clId="{7630AD6B-DBE3-4D90-BADE-239948B8900F}" dt="2023-09-20T01:15:01.584" v="33" actId="478"/>
          <pc:sldLayoutMkLst>
            <pc:docMk/>
            <pc:sldMasterMk cId="3730080836" sldId="2147483700"/>
            <pc:sldLayoutMk cId="2231531415" sldId="2147483717"/>
          </pc:sldLayoutMkLst>
          <pc:graphicFrameChg chg="del">
            <ac:chgData name="정지윤" userId="02c42eeb-3573-4fe0-87af-c4a597b73e9f" providerId="ADAL" clId="{7630AD6B-DBE3-4D90-BADE-239948B8900F}" dt="2023-09-20T01:15:01.584" v="33" actId="478"/>
            <ac:graphicFrameMkLst>
              <pc:docMk/>
              <pc:sldMasterMk cId="3730080836" sldId="2147483700"/>
              <pc:sldLayoutMk cId="2231531415" sldId="2147483717"/>
              <ac:graphicFrameMk id="3" creationId="{7AB61EE3-623F-4F37-A588-9B7F2ABCA7E5}"/>
            </ac:graphicFrameMkLst>
          </pc:graphicFrameChg>
          <pc:graphicFrameChg chg="del">
            <ac:chgData name="정지윤" userId="02c42eeb-3573-4fe0-87af-c4a597b73e9f" providerId="ADAL" clId="{7630AD6B-DBE3-4D90-BADE-239948B8900F}" dt="2023-09-20T01:12:58.566" v="17" actId="21"/>
            <ac:graphicFrameMkLst>
              <pc:docMk/>
              <pc:sldMasterMk cId="3730080836" sldId="2147483700"/>
              <pc:sldLayoutMk cId="2231531415" sldId="2147483717"/>
              <ac:graphicFrameMk id="4" creationId="{3C9EBF25-435E-4713-846B-2829852AEC7D}"/>
            </ac:graphicFrameMkLst>
          </pc:graphicFrameChg>
        </pc:sldLayoutChg>
        <pc:sldLayoutChg chg="delSp modSp mod">
          <pc:chgData name="정지윤" userId="02c42eeb-3573-4fe0-87af-c4a597b73e9f" providerId="ADAL" clId="{7630AD6B-DBE3-4D90-BADE-239948B8900F}" dt="2023-09-20T01:16:00.278" v="51" actId="478"/>
          <pc:sldLayoutMkLst>
            <pc:docMk/>
            <pc:sldMasterMk cId="3730080836" sldId="2147483700"/>
            <pc:sldLayoutMk cId="3899118015" sldId="2147483719"/>
          </pc:sldLayoutMkLst>
          <pc:graphicFrameChg chg="del mod">
            <ac:chgData name="정지윤" userId="02c42eeb-3573-4fe0-87af-c4a597b73e9f" providerId="ADAL" clId="{7630AD6B-DBE3-4D90-BADE-239948B8900F}" dt="2023-09-20T01:16:00.278" v="51" actId="478"/>
            <ac:graphicFrameMkLst>
              <pc:docMk/>
              <pc:sldMasterMk cId="3730080836" sldId="2147483700"/>
              <pc:sldLayoutMk cId="3899118015" sldId="2147483719"/>
              <ac:graphicFrameMk id="3" creationId="{7AB61EE3-623F-4F37-A588-9B7F2ABCA7E5}"/>
            </ac:graphicFrameMkLst>
          </pc:graphicFrameChg>
        </pc:sldLayoutChg>
        <pc:sldLayoutChg chg="delSp mod">
          <pc:chgData name="정지윤" userId="02c42eeb-3573-4fe0-87af-c4a597b73e9f" providerId="ADAL" clId="{7630AD6B-DBE3-4D90-BADE-239948B8900F}" dt="2023-09-20T01:16:02.371" v="52" actId="478"/>
          <pc:sldLayoutMkLst>
            <pc:docMk/>
            <pc:sldMasterMk cId="3730080836" sldId="2147483700"/>
            <pc:sldLayoutMk cId="2542976959" sldId="2147483720"/>
          </pc:sldLayoutMkLst>
          <pc:graphicFrameChg chg="del">
            <ac:chgData name="정지윤" userId="02c42eeb-3573-4fe0-87af-c4a597b73e9f" providerId="ADAL" clId="{7630AD6B-DBE3-4D90-BADE-239948B8900F}" dt="2023-09-20T01:16:02.371" v="52" actId="478"/>
            <ac:graphicFrameMkLst>
              <pc:docMk/>
              <pc:sldMasterMk cId="3730080836" sldId="2147483700"/>
              <pc:sldLayoutMk cId="2542976959" sldId="2147483720"/>
              <ac:graphicFrameMk id="3" creationId="{7AB61EE3-623F-4F37-A588-9B7F2ABCA7E5}"/>
            </ac:graphicFrameMkLst>
          </pc:graphicFrameChg>
        </pc:sldLayoutChg>
        <pc:sldLayoutChg chg="delSp mod">
          <pc:chgData name="정지윤" userId="02c42eeb-3573-4fe0-87af-c4a597b73e9f" providerId="ADAL" clId="{7630AD6B-DBE3-4D90-BADE-239948B8900F}" dt="2023-09-20T01:15:57.971" v="50" actId="478"/>
          <pc:sldLayoutMkLst>
            <pc:docMk/>
            <pc:sldMasterMk cId="3730080836" sldId="2147483700"/>
            <pc:sldLayoutMk cId="667236195" sldId="2147483724"/>
          </pc:sldLayoutMkLst>
          <pc:graphicFrameChg chg="del">
            <ac:chgData name="정지윤" userId="02c42eeb-3573-4fe0-87af-c4a597b73e9f" providerId="ADAL" clId="{7630AD6B-DBE3-4D90-BADE-239948B8900F}" dt="2023-09-20T01:15:57.971" v="50" actId="478"/>
            <ac:graphicFrameMkLst>
              <pc:docMk/>
              <pc:sldMasterMk cId="3730080836" sldId="2147483700"/>
              <pc:sldLayoutMk cId="667236195" sldId="2147483724"/>
              <ac:graphicFrameMk id="3" creationId="{7AB61EE3-623F-4F37-A588-9B7F2ABCA7E5}"/>
            </ac:graphicFrameMkLst>
          </pc:graphicFrameChg>
        </pc:sldLayoutChg>
      </pc:sldMasterChg>
    </pc:docChg>
  </pc:docChgLst>
  <pc:docChgLst>
    <pc:chgData name="김명호" userId="e0d603aa-548e-418b-a070-918475337925" providerId="ADAL" clId="{3BCA7E56-3EAE-4792-A3E0-B9AA92490126}"/>
    <pc:docChg chg="undo custSel delSld modSld modSection">
      <pc:chgData name="김명호" userId="e0d603aa-548e-418b-a070-918475337925" providerId="ADAL" clId="{3BCA7E56-3EAE-4792-A3E0-B9AA92490126}" dt="2024-01-18T05:52:37.231" v="329"/>
      <pc:docMkLst>
        <pc:docMk/>
      </pc:docMkLst>
      <pc:sldChg chg="del">
        <pc:chgData name="김명호" userId="e0d603aa-548e-418b-a070-918475337925" providerId="ADAL" clId="{3BCA7E56-3EAE-4792-A3E0-B9AA92490126}" dt="2024-01-18T05:32:21.354" v="0" actId="47"/>
        <pc:sldMkLst>
          <pc:docMk/>
          <pc:sldMk cId="613243934" sldId="1220"/>
        </pc:sldMkLst>
      </pc:sldChg>
      <pc:sldChg chg="modSp mod">
        <pc:chgData name="김명호" userId="e0d603aa-548e-418b-a070-918475337925" providerId="ADAL" clId="{3BCA7E56-3EAE-4792-A3E0-B9AA92490126}" dt="2024-01-18T05:38:45.729" v="77" actId="20577"/>
        <pc:sldMkLst>
          <pc:docMk/>
          <pc:sldMk cId="2534770967" sldId="1221"/>
        </pc:sldMkLst>
        <pc:spChg chg="mod">
          <ac:chgData name="김명호" userId="e0d603aa-548e-418b-a070-918475337925" providerId="ADAL" clId="{3BCA7E56-3EAE-4792-A3E0-B9AA92490126}" dt="2024-01-18T05:38:45.729" v="77" actId="20577"/>
          <ac:spMkLst>
            <pc:docMk/>
            <pc:sldMk cId="2534770967" sldId="1221"/>
            <ac:spMk id="6" creationId="{2D0122EB-0C1A-A932-AA76-72D8230768A9}"/>
          </ac:spMkLst>
        </pc:spChg>
      </pc:sldChg>
      <pc:sldChg chg="addSp delSp modSp mod">
        <pc:chgData name="김명호" userId="e0d603aa-548e-418b-a070-918475337925" providerId="ADAL" clId="{3BCA7E56-3EAE-4792-A3E0-B9AA92490126}" dt="2024-01-18T05:48:15.211" v="218" actId="1076"/>
        <pc:sldMkLst>
          <pc:docMk/>
          <pc:sldMk cId="3538924131" sldId="1222"/>
        </pc:sldMkLst>
        <pc:spChg chg="mod">
          <ac:chgData name="김명호" userId="e0d603aa-548e-418b-a070-918475337925" providerId="ADAL" clId="{3BCA7E56-3EAE-4792-A3E0-B9AA92490126}" dt="2024-01-18T05:36:38.450" v="56" actId="165"/>
          <ac:spMkLst>
            <pc:docMk/>
            <pc:sldMk cId="3538924131" sldId="1222"/>
            <ac:spMk id="14" creationId="{0F2E4E61-1B53-E012-7244-8C47F6DA7D19}"/>
          </ac:spMkLst>
        </pc:spChg>
        <pc:spChg chg="mod">
          <ac:chgData name="김명호" userId="e0d603aa-548e-418b-a070-918475337925" providerId="ADAL" clId="{3BCA7E56-3EAE-4792-A3E0-B9AA92490126}" dt="2024-01-18T05:36:38.450" v="56" actId="165"/>
          <ac:spMkLst>
            <pc:docMk/>
            <pc:sldMk cId="3538924131" sldId="1222"/>
            <ac:spMk id="15" creationId="{90D824FE-94BA-08ED-974D-D7594AC4DE13}"/>
          </ac:spMkLst>
        </pc:spChg>
        <pc:spChg chg="mod topLvl">
          <ac:chgData name="김명호" userId="e0d603aa-548e-418b-a070-918475337925" providerId="ADAL" clId="{3BCA7E56-3EAE-4792-A3E0-B9AA92490126}" dt="2024-01-18T05:36:38.450" v="56" actId="165"/>
          <ac:spMkLst>
            <pc:docMk/>
            <pc:sldMk cId="3538924131" sldId="1222"/>
            <ac:spMk id="17" creationId="{683C8FA5-4CFE-847A-EC4C-CED21968B149}"/>
          </ac:spMkLst>
        </pc:spChg>
        <pc:spChg chg="mod topLvl">
          <ac:chgData name="김명호" userId="e0d603aa-548e-418b-a070-918475337925" providerId="ADAL" clId="{3BCA7E56-3EAE-4792-A3E0-B9AA92490126}" dt="2024-01-18T05:36:38.450" v="56" actId="165"/>
          <ac:spMkLst>
            <pc:docMk/>
            <pc:sldMk cId="3538924131" sldId="1222"/>
            <ac:spMk id="18" creationId="{FD52B090-B5B1-BF4E-04BC-4DB855ECDC8D}"/>
          </ac:spMkLst>
        </pc:spChg>
        <pc:spChg chg="mod topLvl">
          <ac:chgData name="김명호" userId="e0d603aa-548e-418b-a070-918475337925" providerId="ADAL" clId="{3BCA7E56-3EAE-4792-A3E0-B9AA92490126}" dt="2024-01-18T05:36:38.450" v="56" actId="165"/>
          <ac:spMkLst>
            <pc:docMk/>
            <pc:sldMk cId="3538924131" sldId="1222"/>
            <ac:spMk id="19" creationId="{68630BF4-43D1-0F80-62B0-13786A7F7A11}"/>
          </ac:spMkLst>
        </pc:spChg>
        <pc:spChg chg="mod topLvl">
          <ac:chgData name="김명호" userId="e0d603aa-548e-418b-a070-918475337925" providerId="ADAL" clId="{3BCA7E56-3EAE-4792-A3E0-B9AA92490126}" dt="2024-01-18T05:36:38.450" v="56" actId="165"/>
          <ac:spMkLst>
            <pc:docMk/>
            <pc:sldMk cId="3538924131" sldId="1222"/>
            <ac:spMk id="20" creationId="{DED6AEB1-3451-4A75-5328-4B975D819419}"/>
          </ac:spMkLst>
        </pc:spChg>
        <pc:spChg chg="mod topLvl">
          <ac:chgData name="김명호" userId="e0d603aa-548e-418b-a070-918475337925" providerId="ADAL" clId="{3BCA7E56-3EAE-4792-A3E0-B9AA92490126}" dt="2024-01-18T05:36:38.450" v="56" actId="165"/>
          <ac:spMkLst>
            <pc:docMk/>
            <pc:sldMk cId="3538924131" sldId="1222"/>
            <ac:spMk id="21" creationId="{3A9D459F-43D6-E166-0B05-ED76F0EE9CB2}"/>
          </ac:spMkLst>
        </pc:spChg>
        <pc:spChg chg="mod topLvl">
          <ac:chgData name="김명호" userId="e0d603aa-548e-418b-a070-918475337925" providerId="ADAL" clId="{3BCA7E56-3EAE-4792-A3E0-B9AA92490126}" dt="2024-01-18T05:36:38.450" v="56" actId="165"/>
          <ac:spMkLst>
            <pc:docMk/>
            <pc:sldMk cId="3538924131" sldId="1222"/>
            <ac:spMk id="22" creationId="{A6FCFD0C-FDA7-8C41-1D95-B62A920E09C3}"/>
          </ac:spMkLst>
        </pc:spChg>
        <pc:spChg chg="mod topLvl">
          <ac:chgData name="김명호" userId="e0d603aa-548e-418b-a070-918475337925" providerId="ADAL" clId="{3BCA7E56-3EAE-4792-A3E0-B9AA92490126}" dt="2024-01-18T05:37:04.134" v="71" actId="165"/>
          <ac:spMkLst>
            <pc:docMk/>
            <pc:sldMk cId="3538924131" sldId="1222"/>
            <ac:spMk id="26" creationId="{B619A7E4-9DBC-6A07-FAB4-2267EA2A2482}"/>
          </ac:spMkLst>
        </pc:spChg>
        <pc:spChg chg="mod topLvl">
          <ac:chgData name="김명호" userId="e0d603aa-548e-418b-a070-918475337925" providerId="ADAL" clId="{3BCA7E56-3EAE-4792-A3E0-B9AA92490126}" dt="2024-01-18T05:37:04.134" v="71" actId="165"/>
          <ac:spMkLst>
            <pc:docMk/>
            <pc:sldMk cId="3538924131" sldId="1222"/>
            <ac:spMk id="27" creationId="{52510B1A-1863-E883-6E1D-0F04E07EE6FD}"/>
          </ac:spMkLst>
        </pc:spChg>
        <pc:spChg chg="mod topLvl">
          <ac:chgData name="김명호" userId="e0d603aa-548e-418b-a070-918475337925" providerId="ADAL" clId="{3BCA7E56-3EAE-4792-A3E0-B9AA92490126}" dt="2024-01-18T05:37:15.054" v="72" actId="165"/>
          <ac:spMkLst>
            <pc:docMk/>
            <pc:sldMk cId="3538924131" sldId="1222"/>
            <ac:spMk id="33" creationId="{DE1389B9-0B4C-569B-49D6-CD12BBD67F52}"/>
          </ac:spMkLst>
        </pc:spChg>
        <pc:spChg chg="mod topLvl">
          <ac:chgData name="김명호" userId="e0d603aa-548e-418b-a070-918475337925" providerId="ADAL" clId="{3BCA7E56-3EAE-4792-A3E0-B9AA92490126}" dt="2024-01-18T05:37:15.054" v="72" actId="165"/>
          <ac:spMkLst>
            <pc:docMk/>
            <pc:sldMk cId="3538924131" sldId="1222"/>
            <ac:spMk id="34" creationId="{156DE4DA-DCF5-EA71-03BD-555671BDE414}"/>
          </ac:spMkLst>
        </pc:spChg>
        <pc:spChg chg="mod topLvl">
          <ac:chgData name="김명호" userId="e0d603aa-548e-418b-a070-918475337925" providerId="ADAL" clId="{3BCA7E56-3EAE-4792-A3E0-B9AA92490126}" dt="2024-01-18T05:37:04.134" v="71" actId="165"/>
          <ac:spMkLst>
            <pc:docMk/>
            <pc:sldMk cId="3538924131" sldId="1222"/>
            <ac:spMk id="35" creationId="{20804AE7-819E-F012-DD9A-05083FD8AA12}"/>
          </ac:spMkLst>
        </pc:spChg>
        <pc:spChg chg="mod topLvl">
          <ac:chgData name="김명호" userId="e0d603aa-548e-418b-a070-918475337925" providerId="ADAL" clId="{3BCA7E56-3EAE-4792-A3E0-B9AA92490126}" dt="2024-01-18T05:37:04.134" v="71" actId="165"/>
          <ac:spMkLst>
            <pc:docMk/>
            <pc:sldMk cId="3538924131" sldId="1222"/>
            <ac:spMk id="36" creationId="{09452086-EFFF-95D2-6FA0-6CF1B12F4928}"/>
          </ac:spMkLst>
        </pc:spChg>
        <pc:spChg chg="mod topLvl">
          <ac:chgData name="김명호" userId="e0d603aa-548e-418b-a070-918475337925" providerId="ADAL" clId="{3BCA7E56-3EAE-4792-A3E0-B9AA92490126}" dt="2024-01-18T05:37:04.134" v="71" actId="165"/>
          <ac:spMkLst>
            <pc:docMk/>
            <pc:sldMk cId="3538924131" sldId="1222"/>
            <ac:spMk id="37" creationId="{82FA0869-FE20-B8DA-90D5-AA8E463BD09F}"/>
          </ac:spMkLst>
        </pc:spChg>
        <pc:spChg chg="mod topLvl">
          <ac:chgData name="김명호" userId="e0d603aa-548e-418b-a070-918475337925" providerId="ADAL" clId="{3BCA7E56-3EAE-4792-A3E0-B9AA92490126}" dt="2024-01-18T05:37:04.134" v="71" actId="165"/>
          <ac:spMkLst>
            <pc:docMk/>
            <pc:sldMk cId="3538924131" sldId="1222"/>
            <ac:spMk id="38" creationId="{D684980D-932E-E1BC-DE75-D747FADAE0F5}"/>
          </ac:spMkLst>
        </pc:spChg>
        <pc:grpChg chg="del mod topLvl">
          <ac:chgData name="김명호" userId="e0d603aa-548e-418b-a070-918475337925" providerId="ADAL" clId="{3BCA7E56-3EAE-4792-A3E0-B9AA92490126}" dt="2024-01-18T05:36:39.358" v="57" actId="478"/>
          <ac:grpSpMkLst>
            <pc:docMk/>
            <pc:sldMk cId="3538924131" sldId="1222"/>
            <ac:grpSpMk id="16" creationId="{3E214955-1A9E-BEAF-B712-DD5C4893C70D}"/>
          </ac:grpSpMkLst>
        </pc:grpChg>
        <pc:grpChg chg="del mod topLvl">
          <ac:chgData name="김명호" userId="e0d603aa-548e-418b-a070-918475337925" providerId="ADAL" clId="{3BCA7E56-3EAE-4792-A3E0-B9AA92490126}" dt="2024-01-18T05:37:15.054" v="72" actId="165"/>
          <ac:grpSpMkLst>
            <pc:docMk/>
            <pc:sldMk cId="3538924131" sldId="1222"/>
            <ac:grpSpMk id="25" creationId="{FD0D0B1F-4DDD-E25B-D7CD-7BB59E7EDB09}"/>
          </ac:grpSpMkLst>
        </pc:grpChg>
        <pc:grpChg chg="del">
          <ac:chgData name="김명호" userId="e0d603aa-548e-418b-a070-918475337925" providerId="ADAL" clId="{3BCA7E56-3EAE-4792-A3E0-B9AA92490126}" dt="2024-01-18T05:37:04.134" v="71" actId="165"/>
          <ac:grpSpMkLst>
            <pc:docMk/>
            <pc:sldMk cId="3538924131" sldId="1222"/>
            <ac:grpSpMk id="40" creationId="{27156444-75D9-25D7-BC96-813D6E94802A}"/>
          </ac:grpSpMkLst>
        </pc:grpChg>
        <pc:grpChg chg="add del">
          <ac:chgData name="김명호" userId="e0d603aa-548e-418b-a070-918475337925" providerId="ADAL" clId="{3BCA7E56-3EAE-4792-A3E0-B9AA92490126}" dt="2024-01-18T05:36:38.450" v="56" actId="165"/>
          <ac:grpSpMkLst>
            <pc:docMk/>
            <pc:sldMk cId="3538924131" sldId="1222"/>
            <ac:grpSpMk id="41" creationId="{ACAED5C5-65C6-378B-E535-B05631450335}"/>
          </ac:grpSpMkLst>
        </pc:grpChg>
        <pc:picChg chg="add mod">
          <ac:chgData name="김명호" userId="e0d603aa-548e-418b-a070-918475337925" providerId="ADAL" clId="{3BCA7E56-3EAE-4792-A3E0-B9AA92490126}" dt="2024-01-18T05:36:33.524" v="54"/>
          <ac:picMkLst>
            <pc:docMk/>
            <pc:sldMk cId="3538924131" sldId="1222"/>
            <ac:picMk id="4" creationId="{308B4051-A083-8F77-74D1-984EF167F8E0}"/>
          </ac:picMkLst>
        </pc:picChg>
        <pc:picChg chg="add mod ord">
          <ac:chgData name="김명호" userId="e0d603aa-548e-418b-a070-918475337925" providerId="ADAL" clId="{3BCA7E56-3EAE-4792-A3E0-B9AA92490126}" dt="2024-01-18T05:48:15.211" v="218" actId="1076"/>
          <ac:picMkLst>
            <pc:docMk/>
            <pc:sldMk cId="3538924131" sldId="1222"/>
            <ac:picMk id="5" creationId="{D766D549-54F7-6C37-BFE1-9FCDE1B55C16}"/>
          </ac:picMkLst>
        </pc:picChg>
        <pc:picChg chg="mod">
          <ac:chgData name="김명호" userId="e0d603aa-548e-418b-a070-918475337925" providerId="ADAL" clId="{3BCA7E56-3EAE-4792-A3E0-B9AA92490126}" dt="2024-01-18T05:36:38.450" v="56" actId="165"/>
          <ac:picMkLst>
            <pc:docMk/>
            <pc:sldMk cId="3538924131" sldId="1222"/>
            <ac:picMk id="9" creationId="{29BA77E0-EC74-018F-5376-A6EB479EAB76}"/>
          </ac:picMkLst>
        </pc:picChg>
        <pc:picChg chg="mod topLvl">
          <ac:chgData name="김명호" userId="e0d603aa-548e-418b-a070-918475337925" providerId="ADAL" clId="{3BCA7E56-3EAE-4792-A3E0-B9AA92490126}" dt="2024-01-18T05:37:29.639" v="75" actId="1076"/>
          <ac:picMkLst>
            <pc:docMk/>
            <pc:sldMk cId="3538924131" sldId="1222"/>
            <ac:picMk id="32" creationId="{5D825BF2-826B-8E99-6A2E-0F8FE62D4C10}"/>
          </ac:picMkLst>
        </pc:picChg>
      </pc:sldChg>
      <pc:sldChg chg="addSp delSp modSp mod">
        <pc:chgData name="김명호" userId="e0d603aa-548e-418b-a070-918475337925" providerId="ADAL" clId="{3BCA7E56-3EAE-4792-A3E0-B9AA92490126}" dt="2024-01-18T05:35:54.767" v="52" actId="1036"/>
        <pc:sldMkLst>
          <pc:docMk/>
          <pc:sldMk cId="455708791" sldId="1223"/>
        </pc:sldMkLst>
        <pc:spChg chg="mod">
          <ac:chgData name="김명호" userId="e0d603aa-548e-418b-a070-918475337925" providerId="ADAL" clId="{3BCA7E56-3EAE-4792-A3E0-B9AA92490126}" dt="2024-01-18T05:32:40.873" v="13"/>
          <ac:spMkLst>
            <pc:docMk/>
            <pc:sldMk cId="455708791" sldId="1223"/>
            <ac:spMk id="6" creationId="{2D0122EB-0C1A-A932-AA76-72D8230768A9}"/>
          </ac:spMkLst>
        </pc:spChg>
        <pc:spChg chg="add del">
          <ac:chgData name="김명호" userId="e0d603aa-548e-418b-a070-918475337925" providerId="ADAL" clId="{3BCA7E56-3EAE-4792-A3E0-B9AA92490126}" dt="2024-01-18T05:35:22.844" v="30" actId="478"/>
          <ac:spMkLst>
            <pc:docMk/>
            <pc:sldMk cId="455708791" sldId="1223"/>
            <ac:spMk id="8" creationId="{8B702C28-2943-CA2E-092F-B93C015E80A2}"/>
          </ac:spMkLst>
        </pc:spChg>
        <pc:spChg chg="add del mod">
          <ac:chgData name="김명호" userId="e0d603aa-548e-418b-a070-918475337925" providerId="ADAL" clId="{3BCA7E56-3EAE-4792-A3E0-B9AA92490126}" dt="2024-01-18T05:35:24.910" v="32" actId="478"/>
          <ac:spMkLst>
            <pc:docMk/>
            <pc:sldMk cId="455708791" sldId="1223"/>
            <ac:spMk id="10" creationId="{CEC63BD3-4DB2-C2BE-D8FA-12B3395D654F}"/>
          </ac:spMkLst>
        </pc:spChg>
        <pc:spChg chg="add del mod">
          <ac:chgData name="김명호" userId="e0d603aa-548e-418b-a070-918475337925" providerId="ADAL" clId="{3BCA7E56-3EAE-4792-A3E0-B9AA92490126}" dt="2024-01-18T05:35:24.910" v="32" actId="478"/>
          <ac:spMkLst>
            <pc:docMk/>
            <pc:sldMk cId="455708791" sldId="1223"/>
            <ac:spMk id="11" creationId="{DC77674F-BD13-1CAA-C96F-56E2D5F815F5}"/>
          </ac:spMkLst>
        </pc:spChg>
        <pc:spChg chg="mod">
          <ac:chgData name="김명호" userId="e0d603aa-548e-418b-a070-918475337925" providerId="ADAL" clId="{3BCA7E56-3EAE-4792-A3E0-B9AA92490126}" dt="2024-01-18T05:33:52.362" v="20"/>
          <ac:spMkLst>
            <pc:docMk/>
            <pc:sldMk cId="455708791" sldId="1223"/>
            <ac:spMk id="12" creationId="{1B44481E-DF4D-E217-60BB-58A4A6092FFE}"/>
          </ac:spMkLst>
        </pc:spChg>
        <pc:spChg chg="add del">
          <ac:chgData name="김명호" userId="e0d603aa-548e-418b-a070-918475337925" providerId="ADAL" clId="{3BCA7E56-3EAE-4792-A3E0-B9AA92490126}" dt="2024-01-18T05:35:22.844" v="30" actId="478"/>
          <ac:spMkLst>
            <pc:docMk/>
            <pc:sldMk cId="455708791" sldId="1223"/>
            <ac:spMk id="14" creationId="{40D97013-9E01-3352-9EC8-32FA60C1E759}"/>
          </ac:spMkLst>
        </pc:spChg>
        <pc:spChg chg="add del">
          <ac:chgData name="김명호" userId="e0d603aa-548e-418b-a070-918475337925" providerId="ADAL" clId="{3BCA7E56-3EAE-4792-A3E0-B9AA92490126}" dt="2024-01-18T05:35:22.844" v="30" actId="478"/>
          <ac:spMkLst>
            <pc:docMk/>
            <pc:sldMk cId="455708791" sldId="1223"/>
            <ac:spMk id="15" creationId="{91529AE4-7200-6CDF-8A52-86D7465EC410}"/>
          </ac:spMkLst>
        </pc:spChg>
        <pc:spChg chg="mod">
          <ac:chgData name="김명호" userId="e0d603aa-548e-418b-a070-918475337925" providerId="ADAL" clId="{3BCA7E56-3EAE-4792-A3E0-B9AA92490126}" dt="2024-01-18T05:34:51.818" v="24"/>
          <ac:spMkLst>
            <pc:docMk/>
            <pc:sldMk cId="455708791" sldId="1223"/>
            <ac:spMk id="16" creationId="{C4F42A09-1D4B-5558-C1A3-C0EB9BD56173}"/>
          </ac:spMkLst>
        </pc:spChg>
        <pc:picChg chg="add del mod">
          <ac:chgData name="김명호" userId="e0d603aa-548e-418b-a070-918475337925" providerId="ADAL" clId="{3BCA7E56-3EAE-4792-A3E0-B9AA92490126}" dt="2024-01-18T05:35:23.960" v="31" actId="478"/>
          <ac:picMkLst>
            <pc:docMk/>
            <pc:sldMk cId="455708791" sldId="1223"/>
            <ac:picMk id="9" creationId="{6B76C81E-9297-4AAA-48D8-6F4F4BA80BB8}"/>
          </ac:picMkLst>
        </pc:picChg>
        <pc:picChg chg="add mod ord">
          <ac:chgData name="김명호" userId="e0d603aa-548e-418b-a070-918475337925" providerId="ADAL" clId="{3BCA7E56-3EAE-4792-A3E0-B9AA92490126}" dt="2024-01-18T05:35:54.767" v="52" actId="1036"/>
          <ac:picMkLst>
            <pc:docMk/>
            <pc:sldMk cId="455708791" sldId="1223"/>
            <ac:picMk id="18" creationId="{DC930443-E013-70FD-FBD9-F86B66278C39}"/>
          </ac:picMkLst>
        </pc:picChg>
      </pc:sldChg>
      <pc:sldChg chg="modSp mod">
        <pc:chgData name="김명호" userId="e0d603aa-548e-418b-a070-918475337925" providerId="ADAL" clId="{3BCA7E56-3EAE-4792-A3E0-B9AA92490126}" dt="2024-01-18T05:40:04.701" v="120"/>
        <pc:sldMkLst>
          <pc:docMk/>
          <pc:sldMk cId="720488049" sldId="1224"/>
        </pc:sldMkLst>
        <pc:spChg chg="mod">
          <ac:chgData name="김명호" userId="e0d603aa-548e-418b-a070-918475337925" providerId="ADAL" clId="{3BCA7E56-3EAE-4792-A3E0-B9AA92490126}" dt="2024-01-18T05:40:04.701" v="120"/>
          <ac:spMkLst>
            <pc:docMk/>
            <pc:sldMk cId="720488049" sldId="1224"/>
            <ac:spMk id="6" creationId="{2D0122EB-0C1A-A932-AA76-72D8230768A9}"/>
          </ac:spMkLst>
        </pc:spChg>
      </pc:sldChg>
      <pc:sldChg chg="modSp mod">
        <pc:chgData name="김명호" userId="e0d603aa-548e-418b-a070-918475337925" providerId="ADAL" clId="{3BCA7E56-3EAE-4792-A3E0-B9AA92490126}" dt="2024-01-18T05:40:57.653" v="155" actId="6549"/>
        <pc:sldMkLst>
          <pc:docMk/>
          <pc:sldMk cId="4272342119" sldId="1225"/>
        </pc:sldMkLst>
        <pc:spChg chg="mod">
          <ac:chgData name="김명호" userId="e0d603aa-548e-418b-a070-918475337925" providerId="ADAL" clId="{3BCA7E56-3EAE-4792-A3E0-B9AA92490126}" dt="2024-01-18T05:40:57.653" v="155" actId="6549"/>
          <ac:spMkLst>
            <pc:docMk/>
            <pc:sldMk cId="4272342119" sldId="1225"/>
            <ac:spMk id="6" creationId="{2D0122EB-0C1A-A932-AA76-72D8230768A9}"/>
          </ac:spMkLst>
        </pc:spChg>
      </pc:sldChg>
      <pc:sldChg chg="del">
        <pc:chgData name="김명호" userId="e0d603aa-548e-418b-a070-918475337925" providerId="ADAL" clId="{3BCA7E56-3EAE-4792-A3E0-B9AA92490126}" dt="2024-01-18T05:41:51.769" v="156" actId="47"/>
        <pc:sldMkLst>
          <pc:docMk/>
          <pc:sldMk cId="645685120" sldId="1227"/>
        </pc:sldMkLst>
      </pc:sldChg>
      <pc:sldChg chg="modSp mod">
        <pc:chgData name="김명호" userId="e0d603aa-548e-418b-a070-918475337925" providerId="ADAL" clId="{3BCA7E56-3EAE-4792-A3E0-B9AA92490126}" dt="2024-01-18T05:42:10.734" v="157" actId="20577"/>
        <pc:sldMkLst>
          <pc:docMk/>
          <pc:sldMk cId="2094446406" sldId="1228"/>
        </pc:sldMkLst>
        <pc:spChg chg="mod">
          <ac:chgData name="김명호" userId="e0d603aa-548e-418b-a070-918475337925" providerId="ADAL" clId="{3BCA7E56-3EAE-4792-A3E0-B9AA92490126}" dt="2024-01-18T05:42:10.734" v="157" actId="20577"/>
          <ac:spMkLst>
            <pc:docMk/>
            <pc:sldMk cId="2094446406" sldId="1228"/>
            <ac:spMk id="6" creationId="{2D0122EB-0C1A-A932-AA76-72D8230768A9}"/>
          </ac:spMkLst>
        </pc:spChg>
      </pc:sldChg>
      <pc:sldChg chg="modSp mod">
        <pc:chgData name="김명호" userId="e0d603aa-548e-418b-a070-918475337925" providerId="ADAL" clId="{3BCA7E56-3EAE-4792-A3E0-B9AA92490126}" dt="2024-01-18T05:43:29.601" v="169" actId="13926"/>
        <pc:sldMkLst>
          <pc:docMk/>
          <pc:sldMk cId="592120663" sldId="1229"/>
        </pc:sldMkLst>
        <pc:spChg chg="mod">
          <ac:chgData name="김명호" userId="e0d603aa-548e-418b-a070-918475337925" providerId="ADAL" clId="{3BCA7E56-3EAE-4792-A3E0-B9AA92490126}" dt="2024-01-18T05:43:29.601" v="169" actId="13926"/>
          <ac:spMkLst>
            <pc:docMk/>
            <pc:sldMk cId="592120663" sldId="1229"/>
            <ac:spMk id="7" creationId="{0C81DD60-D84B-4D3C-8F3E-7D0E22E11300}"/>
          </ac:spMkLst>
        </pc:spChg>
      </pc:sldChg>
      <pc:sldChg chg="addSp delSp modSp mod">
        <pc:chgData name="김명호" userId="e0d603aa-548e-418b-a070-918475337925" providerId="ADAL" clId="{3BCA7E56-3EAE-4792-A3E0-B9AA92490126}" dt="2024-01-18T05:52:37.231" v="329"/>
        <pc:sldMkLst>
          <pc:docMk/>
          <pc:sldMk cId="484264198" sldId="1230"/>
        </pc:sldMkLst>
        <pc:spChg chg="mod">
          <ac:chgData name="김명호" userId="e0d603aa-548e-418b-a070-918475337925" providerId="ADAL" clId="{3BCA7E56-3EAE-4792-A3E0-B9AA92490126}" dt="2024-01-18T05:52:37.231" v="329"/>
          <ac:spMkLst>
            <pc:docMk/>
            <pc:sldMk cId="484264198" sldId="1230"/>
            <ac:spMk id="7" creationId="{0C81DD60-D84B-4D3C-8F3E-7D0E22E11300}"/>
          </ac:spMkLst>
        </pc:spChg>
        <pc:spChg chg="mod topLvl">
          <ac:chgData name="김명호" userId="e0d603aa-548e-418b-a070-918475337925" providerId="ADAL" clId="{3BCA7E56-3EAE-4792-A3E0-B9AA92490126}" dt="2024-01-18T05:47:31.204" v="209" actId="338"/>
          <ac:spMkLst>
            <pc:docMk/>
            <pc:sldMk cId="484264198" sldId="1230"/>
            <ac:spMk id="12" creationId="{DE3AF700-6A1D-F89E-9FA3-D312F5C20973}"/>
          </ac:spMkLst>
        </pc:spChg>
        <pc:spChg chg="mod topLvl">
          <ac:chgData name="김명호" userId="e0d603aa-548e-418b-a070-918475337925" providerId="ADAL" clId="{3BCA7E56-3EAE-4792-A3E0-B9AA92490126}" dt="2024-01-18T05:47:31.204" v="209" actId="338"/>
          <ac:spMkLst>
            <pc:docMk/>
            <pc:sldMk cId="484264198" sldId="1230"/>
            <ac:spMk id="14" creationId="{78245DCD-78E4-039C-ADA5-1028C9671B2B}"/>
          </ac:spMkLst>
        </pc:spChg>
        <pc:spChg chg="add del">
          <ac:chgData name="김명호" userId="e0d603aa-548e-418b-a070-918475337925" providerId="ADAL" clId="{3BCA7E56-3EAE-4792-A3E0-B9AA92490126}" dt="2024-01-18T05:47:49.370" v="213" actId="478"/>
          <ac:spMkLst>
            <pc:docMk/>
            <pc:sldMk cId="484264198" sldId="1230"/>
            <ac:spMk id="16" creationId="{9B5C239F-8090-1DAA-14F7-7ABB8B3E69EA}"/>
          </ac:spMkLst>
        </pc:spChg>
        <pc:grpChg chg="add mod">
          <ac:chgData name="김명호" userId="e0d603aa-548e-418b-a070-918475337925" providerId="ADAL" clId="{3BCA7E56-3EAE-4792-A3E0-B9AA92490126}" dt="2024-01-18T05:47:31.204" v="209" actId="338"/>
          <ac:grpSpMkLst>
            <pc:docMk/>
            <pc:sldMk cId="484264198" sldId="1230"/>
            <ac:grpSpMk id="8" creationId="{C9F874A0-C024-2583-F703-F08DF6AE1BB2}"/>
          </ac:grpSpMkLst>
        </pc:grpChg>
        <pc:grpChg chg="del">
          <ac:chgData name="김명호" userId="e0d603aa-548e-418b-a070-918475337925" providerId="ADAL" clId="{3BCA7E56-3EAE-4792-A3E0-B9AA92490126}" dt="2024-01-18T05:47:25.732" v="207" actId="165"/>
          <ac:grpSpMkLst>
            <pc:docMk/>
            <pc:sldMk cId="484264198" sldId="1230"/>
            <ac:grpSpMk id="15" creationId="{C6ABB407-92CC-E956-526D-B7243E6FD251}"/>
          </ac:grpSpMkLst>
        </pc:grpChg>
        <pc:picChg chg="mod topLvl">
          <ac:chgData name="김명호" userId="e0d603aa-548e-418b-a070-918475337925" providerId="ADAL" clId="{3BCA7E56-3EAE-4792-A3E0-B9AA92490126}" dt="2024-01-18T05:48:02.975" v="216" actId="1076"/>
          <ac:picMkLst>
            <pc:docMk/>
            <pc:sldMk cId="484264198" sldId="1230"/>
            <ac:picMk id="9" creationId="{6B76C81E-9297-4AAA-48D8-6F4F4BA80BB8}"/>
          </ac:picMkLst>
        </pc:picChg>
        <pc:picChg chg="add del">
          <ac:chgData name="김명호" userId="e0d603aa-548e-418b-a070-918475337925" providerId="ADAL" clId="{3BCA7E56-3EAE-4792-A3E0-B9AA92490126}" dt="2024-01-18T05:47:48.024" v="212" actId="22"/>
          <ac:picMkLst>
            <pc:docMk/>
            <pc:sldMk cId="484264198" sldId="1230"/>
            <ac:picMk id="11" creationId="{B80B1632-FBB6-2483-E435-152B3358FF71}"/>
          </ac:picMkLst>
        </pc:picChg>
      </pc:sldChg>
      <pc:sldChg chg="del">
        <pc:chgData name="김명호" userId="e0d603aa-548e-418b-a070-918475337925" providerId="ADAL" clId="{3BCA7E56-3EAE-4792-A3E0-B9AA92490126}" dt="2024-01-18T05:44:06.741" v="170" actId="47"/>
        <pc:sldMkLst>
          <pc:docMk/>
          <pc:sldMk cId="1152548746" sldId="1235"/>
        </pc:sldMkLst>
      </pc:sldChg>
      <pc:sldChg chg="modSp mod">
        <pc:chgData name="김명호" userId="e0d603aa-548e-418b-a070-918475337925" providerId="ADAL" clId="{3BCA7E56-3EAE-4792-A3E0-B9AA92490126}" dt="2024-01-18T05:45:29.006" v="172" actId="13926"/>
        <pc:sldMkLst>
          <pc:docMk/>
          <pc:sldMk cId="527163765" sldId="1240"/>
        </pc:sldMkLst>
        <pc:spChg chg="mod">
          <ac:chgData name="김명호" userId="e0d603aa-548e-418b-a070-918475337925" providerId="ADAL" clId="{3BCA7E56-3EAE-4792-A3E0-B9AA92490126}" dt="2024-01-18T05:45:29.006" v="172" actId="13926"/>
          <ac:spMkLst>
            <pc:docMk/>
            <pc:sldMk cId="527163765" sldId="1240"/>
            <ac:spMk id="7" creationId="{0C81DD60-D84B-4D3C-8F3E-7D0E22E11300}"/>
          </ac:spMkLst>
        </pc:spChg>
      </pc:sldChg>
      <pc:sldChg chg="del">
        <pc:chgData name="김명호" userId="e0d603aa-548e-418b-a070-918475337925" providerId="ADAL" clId="{3BCA7E56-3EAE-4792-A3E0-B9AA92490126}" dt="2024-01-18T05:44:12.618" v="171" actId="47"/>
        <pc:sldMkLst>
          <pc:docMk/>
          <pc:sldMk cId="3627082920" sldId="1241"/>
        </pc:sldMkLst>
      </pc:sldChg>
      <pc:sldChg chg="modSp mod">
        <pc:chgData name="김명호" userId="e0d603aa-548e-418b-a070-918475337925" providerId="ADAL" clId="{3BCA7E56-3EAE-4792-A3E0-B9AA92490126}" dt="2024-01-18T05:46:01.341" v="206" actId="13926"/>
        <pc:sldMkLst>
          <pc:docMk/>
          <pc:sldMk cId="2078848827" sldId="1242"/>
        </pc:sldMkLst>
        <pc:spChg chg="mod">
          <ac:chgData name="김명호" userId="e0d603aa-548e-418b-a070-918475337925" providerId="ADAL" clId="{3BCA7E56-3EAE-4792-A3E0-B9AA92490126}" dt="2024-01-18T05:46:01.341" v="206" actId="13926"/>
          <ac:spMkLst>
            <pc:docMk/>
            <pc:sldMk cId="2078848827" sldId="1242"/>
            <ac:spMk id="7" creationId="{0C81DD60-D84B-4D3C-8F3E-7D0E22E11300}"/>
          </ac:spMkLst>
        </pc:spChg>
      </pc:sldChg>
    </pc:docChg>
  </pc:docChgLst>
  <pc:docChgLst>
    <pc:chgData name="김명호" userId="e0d603aa-548e-418b-a070-918475337925" providerId="ADAL" clId="{A100A0AF-A561-4CA6-92E3-30FFD35094B0}"/>
    <pc:docChg chg="undo custSel addSld modSld addSection modSection">
      <pc:chgData name="김명호" userId="e0d603aa-548e-418b-a070-918475337925" providerId="ADAL" clId="{A100A0AF-A561-4CA6-92E3-30FFD35094B0}" dt="2023-09-21T02:07:35.480" v="1025" actId="1076"/>
      <pc:docMkLst>
        <pc:docMk/>
      </pc:docMkLst>
      <pc:sldChg chg="addSp modSp mod">
        <pc:chgData name="김명호" userId="e0d603aa-548e-418b-a070-918475337925" providerId="ADAL" clId="{A100A0AF-A561-4CA6-92E3-30FFD35094B0}" dt="2023-09-21T00:00:48.732" v="416"/>
        <pc:sldMkLst>
          <pc:docMk/>
          <pc:sldMk cId="3977313246" sldId="1103"/>
        </pc:sldMkLst>
        <pc:spChg chg="mod">
          <ac:chgData name="김명호" userId="e0d603aa-548e-418b-a070-918475337925" providerId="ADAL" clId="{A100A0AF-A561-4CA6-92E3-30FFD35094B0}" dt="2023-09-20T23:47:31.127" v="229"/>
          <ac:spMkLst>
            <pc:docMk/>
            <pc:sldMk cId="3977313246" sldId="1103"/>
            <ac:spMk id="7" creationId="{0C81DD60-D84B-4D3C-8F3E-7D0E22E11300}"/>
          </ac:spMkLst>
        </pc:spChg>
        <pc:spChg chg="mod">
          <ac:chgData name="김명호" userId="e0d603aa-548e-418b-a070-918475337925" providerId="ADAL" clId="{A100A0AF-A561-4CA6-92E3-30FFD35094B0}" dt="2023-09-20T23:49:26.607" v="230"/>
          <ac:spMkLst>
            <pc:docMk/>
            <pc:sldMk cId="3977313246" sldId="1103"/>
            <ac:spMk id="8" creationId="{F7FF7CAF-640C-87A0-ABB8-88CE6B8AB17B}"/>
          </ac:spMkLst>
        </pc:spChg>
        <pc:spChg chg="mod">
          <ac:chgData name="김명호" userId="e0d603aa-548e-418b-a070-918475337925" providerId="ADAL" clId="{A100A0AF-A561-4CA6-92E3-30FFD35094B0}" dt="2023-09-21T00:00:39.999" v="415" actId="6549"/>
          <ac:spMkLst>
            <pc:docMk/>
            <pc:sldMk cId="3977313246" sldId="1103"/>
            <ac:spMk id="10" creationId="{8A2D5D80-1F62-6431-3607-D596C66BC92F}"/>
          </ac:spMkLst>
        </pc:spChg>
        <pc:spChg chg="add mod">
          <ac:chgData name="김명호" userId="e0d603aa-548e-418b-a070-918475337925" providerId="ADAL" clId="{A100A0AF-A561-4CA6-92E3-30FFD35094B0}" dt="2023-09-21T00:00:48.732" v="416"/>
          <ac:spMkLst>
            <pc:docMk/>
            <pc:sldMk cId="3977313246" sldId="1103"/>
            <ac:spMk id="11" creationId="{E3F1D681-FBA9-2E23-6A8E-F1407564BA0B}"/>
          </ac:spMkLst>
        </pc:spChg>
        <pc:grpChg chg="add mod">
          <ac:chgData name="김명호" userId="e0d603aa-548e-418b-a070-918475337925" providerId="ADAL" clId="{A100A0AF-A561-4CA6-92E3-30FFD35094B0}" dt="2023-09-20T23:50:21.267" v="344" actId="1076"/>
          <ac:grpSpMkLst>
            <pc:docMk/>
            <pc:sldMk cId="3977313246" sldId="1103"/>
            <ac:grpSpMk id="6" creationId="{468A75AF-F78B-3991-7C09-6493602CA288}"/>
          </ac:grpSpMkLst>
        </pc:grpChg>
      </pc:sldChg>
      <pc:sldChg chg="addSp delSp modSp add mod">
        <pc:chgData name="김명호" userId="e0d603aa-548e-418b-a070-918475337925" providerId="ADAL" clId="{A100A0AF-A561-4CA6-92E3-30FFD35094B0}" dt="2023-09-21T00:02:15.020" v="419"/>
        <pc:sldMkLst>
          <pc:docMk/>
          <pc:sldMk cId="2655692448" sldId="1109"/>
        </pc:sldMkLst>
        <pc:spChg chg="mod ord">
          <ac:chgData name="김명호" userId="e0d603aa-548e-418b-a070-918475337925" providerId="ADAL" clId="{A100A0AF-A561-4CA6-92E3-30FFD35094B0}" dt="2023-09-20T23:59:08.488" v="402" actId="1035"/>
          <ac:spMkLst>
            <pc:docMk/>
            <pc:sldMk cId="2655692448" sldId="1109"/>
            <ac:spMk id="4" creationId="{6FB51CB1-0386-702D-473C-47C4459D41D9}"/>
          </ac:spMkLst>
        </pc:spChg>
        <pc:spChg chg="add del mod">
          <ac:chgData name="김명호" userId="e0d603aa-548e-418b-a070-918475337925" providerId="ADAL" clId="{A100A0AF-A561-4CA6-92E3-30FFD35094B0}" dt="2023-09-20T23:59:39.162" v="411"/>
          <ac:spMkLst>
            <pc:docMk/>
            <pc:sldMk cId="2655692448" sldId="1109"/>
            <ac:spMk id="7" creationId="{0C81DD60-D84B-4D3C-8F3E-7D0E22E11300}"/>
          </ac:spMkLst>
        </pc:spChg>
        <pc:spChg chg="mod">
          <ac:chgData name="김명호" userId="e0d603aa-548e-418b-a070-918475337925" providerId="ADAL" clId="{A100A0AF-A561-4CA6-92E3-30FFD35094B0}" dt="2023-09-20T23:58:59.226" v="365" actId="6549"/>
          <ac:spMkLst>
            <pc:docMk/>
            <pc:sldMk cId="2655692448" sldId="1109"/>
            <ac:spMk id="10" creationId="{E9D39091-88B8-837D-56EF-BDF090686FC9}"/>
          </ac:spMkLst>
        </pc:spChg>
        <pc:spChg chg="add del mod">
          <ac:chgData name="김명호" userId="e0d603aa-548e-418b-a070-918475337925" providerId="ADAL" clId="{A100A0AF-A561-4CA6-92E3-30FFD35094B0}" dt="2023-09-20T23:59:28.500" v="405"/>
          <ac:spMkLst>
            <pc:docMk/>
            <pc:sldMk cId="2655692448" sldId="1109"/>
            <ac:spMk id="11" creationId="{0D200058-23E9-B02F-F4E0-8BDF7A9CFDC5}"/>
          </ac:spMkLst>
        </pc:spChg>
        <pc:spChg chg="mod">
          <ac:chgData name="김명호" userId="e0d603aa-548e-418b-a070-918475337925" providerId="ADAL" clId="{A100A0AF-A561-4CA6-92E3-30FFD35094B0}" dt="2023-09-20T23:59:27.615" v="404"/>
          <ac:spMkLst>
            <pc:docMk/>
            <pc:sldMk cId="2655692448" sldId="1109"/>
            <ac:spMk id="13" creationId="{51C574C8-3BF2-6770-5105-D49B5BAE8A74}"/>
          </ac:spMkLst>
        </pc:spChg>
        <pc:spChg chg="mod">
          <ac:chgData name="김명호" userId="e0d603aa-548e-418b-a070-918475337925" providerId="ADAL" clId="{A100A0AF-A561-4CA6-92E3-30FFD35094B0}" dt="2023-09-20T23:59:27.615" v="404"/>
          <ac:spMkLst>
            <pc:docMk/>
            <pc:sldMk cId="2655692448" sldId="1109"/>
            <ac:spMk id="14" creationId="{2860878D-FAAD-BB4F-9C8B-25153580421A}"/>
          </ac:spMkLst>
        </pc:spChg>
        <pc:spChg chg="add del mod">
          <ac:chgData name="김명호" userId="e0d603aa-548e-418b-a070-918475337925" providerId="ADAL" clId="{A100A0AF-A561-4CA6-92E3-30FFD35094B0}" dt="2023-09-20T23:59:32.558" v="407" actId="478"/>
          <ac:spMkLst>
            <pc:docMk/>
            <pc:sldMk cId="2655692448" sldId="1109"/>
            <ac:spMk id="16" creationId="{A4475457-9FBA-0489-8C94-5C6AF7941A94}"/>
          </ac:spMkLst>
        </pc:spChg>
        <pc:spChg chg="add del mod">
          <ac:chgData name="김명호" userId="e0d603aa-548e-418b-a070-918475337925" providerId="ADAL" clId="{A100A0AF-A561-4CA6-92E3-30FFD35094B0}" dt="2023-09-20T23:59:37.844" v="410" actId="478"/>
          <ac:spMkLst>
            <pc:docMk/>
            <pc:sldMk cId="2655692448" sldId="1109"/>
            <ac:spMk id="17" creationId="{B388B87D-5F5C-2280-ABB2-3D1662F04FC7}"/>
          </ac:spMkLst>
        </pc:spChg>
        <pc:spChg chg="mod">
          <ac:chgData name="김명호" userId="e0d603aa-548e-418b-a070-918475337925" providerId="ADAL" clId="{A100A0AF-A561-4CA6-92E3-30FFD35094B0}" dt="2023-09-20T23:59:34.285" v="408"/>
          <ac:spMkLst>
            <pc:docMk/>
            <pc:sldMk cId="2655692448" sldId="1109"/>
            <ac:spMk id="19" creationId="{2EC63BC6-9EBE-E9EE-2561-C09906A5D17A}"/>
          </ac:spMkLst>
        </pc:spChg>
        <pc:spChg chg="mod">
          <ac:chgData name="김명호" userId="e0d603aa-548e-418b-a070-918475337925" providerId="ADAL" clId="{A100A0AF-A561-4CA6-92E3-30FFD35094B0}" dt="2023-09-21T00:02:15.020" v="419"/>
          <ac:spMkLst>
            <pc:docMk/>
            <pc:sldMk cId="2655692448" sldId="1109"/>
            <ac:spMk id="20" creationId="{E1818458-9E69-5091-4973-477892544C95}"/>
          </ac:spMkLst>
        </pc:spChg>
        <pc:grpChg chg="add del mod">
          <ac:chgData name="김명호" userId="e0d603aa-548e-418b-a070-918475337925" providerId="ADAL" clId="{A100A0AF-A561-4CA6-92E3-30FFD35094B0}" dt="2023-09-20T23:59:28.500" v="405"/>
          <ac:grpSpMkLst>
            <pc:docMk/>
            <pc:sldMk cId="2655692448" sldId="1109"/>
            <ac:grpSpMk id="12" creationId="{271F0448-D0E4-19A9-930E-8CA27A88FA89}"/>
          </ac:grpSpMkLst>
        </pc:grpChg>
        <pc:grpChg chg="add mod">
          <ac:chgData name="김명호" userId="e0d603aa-548e-418b-a070-918475337925" providerId="ADAL" clId="{A100A0AF-A561-4CA6-92E3-30FFD35094B0}" dt="2023-09-20T23:59:34.285" v="408"/>
          <ac:grpSpMkLst>
            <pc:docMk/>
            <pc:sldMk cId="2655692448" sldId="1109"/>
            <ac:grpSpMk id="18" creationId="{43416A2F-2943-BD06-5646-0D1806D9DAD6}"/>
          </ac:grpSpMkLst>
        </pc:grpChg>
        <pc:picChg chg="del">
          <ac:chgData name="김명호" userId="e0d603aa-548e-418b-a070-918475337925" providerId="ADAL" clId="{A100A0AF-A561-4CA6-92E3-30FFD35094B0}" dt="2023-09-20T23:58:36.675" v="358" actId="478"/>
          <ac:picMkLst>
            <pc:docMk/>
            <pc:sldMk cId="2655692448" sldId="1109"/>
            <ac:picMk id="8" creationId="{954EA7E0-6BF0-B1F2-5A9C-FEF72C2C38A7}"/>
          </ac:picMkLst>
        </pc:picChg>
        <pc:picChg chg="add mod modCrop">
          <ac:chgData name="김명호" userId="e0d603aa-548e-418b-a070-918475337925" providerId="ADAL" clId="{A100A0AF-A561-4CA6-92E3-30FFD35094B0}" dt="2023-09-20T23:58:39.223" v="359" actId="1076"/>
          <ac:picMkLst>
            <pc:docMk/>
            <pc:sldMk cId="2655692448" sldId="1109"/>
            <ac:picMk id="9" creationId="{1CB690E8-3254-A3FA-F295-DE3DC6043FB1}"/>
          </ac:picMkLst>
        </pc:picChg>
        <pc:cxnChg chg="mod ord">
          <ac:chgData name="김명호" userId="e0d603aa-548e-418b-a070-918475337925" providerId="ADAL" clId="{A100A0AF-A561-4CA6-92E3-30FFD35094B0}" dt="2023-09-20T23:59:11.967" v="403" actId="1076"/>
          <ac:cxnSpMkLst>
            <pc:docMk/>
            <pc:sldMk cId="2655692448" sldId="1109"/>
            <ac:cxnSpMk id="5" creationId="{838012D8-86F7-2460-D9BC-B9CD7ABE30AB}"/>
          </ac:cxnSpMkLst>
        </pc:cxnChg>
      </pc:sldChg>
      <pc:sldChg chg="addSp delSp modSp add mod">
        <pc:chgData name="김명호" userId="e0d603aa-548e-418b-a070-918475337925" providerId="ADAL" clId="{A100A0AF-A561-4CA6-92E3-30FFD35094B0}" dt="2023-09-21T01:39:03.287" v="852" actId="1076"/>
        <pc:sldMkLst>
          <pc:docMk/>
          <pc:sldMk cId="4142125621" sldId="1110"/>
        </pc:sldMkLst>
        <pc:spChg chg="mod">
          <ac:chgData name="김명호" userId="e0d603aa-548e-418b-a070-918475337925" providerId="ADAL" clId="{A100A0AF-A561-4CA6-92E3-30FFD35094B0}" dt="2023-09-21T01:31:45.114" v="752"/>
          <ac:spMkLst>
            <pc:docMk/>
            <pc:sldMk cId="4142125621" sldId="1110"/>
            <ac:spMk id="7" creationId="{0C81DD60-D84B-4D3C-8F3E-7D0E22E11300}"/>
          </ac:spMkLst>
        </pc:spChg>
        <pc:spChg chg="mod ord">
          <ac:chgData name="김명호" userId="e0d603aa-548e-418b-a070-918475337925" providerId="ADAL" clId="{A100A0AF-A561-4CA6-92E3-30FFD35094B0}" dt="2023-09-21T01:27:37.968" v="472" actId="1037"/>
          <ac:spMkLst>
            <pc:docMk/>
            <pc:sldMk cId="4142125621" sldId="1110"/>
            <ac:spMk id="10" creationId="{14F878EE-D031-B862-A82B-49EBF6A805B4}"/>
          </ac:spMkLst>
        </pc:spChg>
        <pc:spChg chg="add del mod">
          <ac:chgData name="김명호" userId="e0d603aa-548e-418b-a070-918475337925" providerId="ADAL" clId="{A100A0AF-A561-4CA6-92E3-30FFD35094B0}" dt="2023-09-21T01:28:09.218" v="477" actId="478"/>
          <ac:spMkLst>
            <pc:docMk/>
            <pc:sldMk cId="4142125621" sldId="1110"/>
            <ac:spMk id="12" creationId="{3406B0BA-B115-0EF4-9A27-44853297F717}"/>
          </ac:spMkLst>
        </pc:spChg>
        <pc:spChg chg="mod">
          <ac:chgData name="김명호" userId="e0d603aa-548e-418b-a070-918475337925" providerId="ADAL" clId="{A100A0AF-A561-4CA6-92E3-30FFD35094B0}" dt="2023-09-21T01:28:03.179" v="473"/>
          <ac:spMkLst>
            <pc:docMk/>
            <pc:sldMk cId="4142125621" sldId="1110"/>
            <ac:spMk id="15" creationId="{DD05477F-D93C-1362-13D2-7AC3253B69BD}"/>
          </ac:spMkLst>
        </pc:spChg>
        <pc:spChg chg="mod">
          <ac:chgData name="김명호" userId="e0d603aa-548e-418b-a070-918475337925" providerId="ADAL" clId="{A100A0AF-A561-4CA6-92E3-30FFD35094B0}" dt="2023-09-21T01:32:15.313" v="824"/>
          <ac:spMkLst>
            <pc:docMk/>
            <pc:sldMk cId="4142125621" sldId="1110"/>
            <ac:spMk id="16" creationId="{34C33D6A-1D34-AE4A-DC03-437A45610C54}"/>
          </ac:spMkLst>
        </pc:spChg>
        <pc:grpChg chg="del">
          <ac:chgData name="김명호" userId="e0d603aa-548e-418b-a070-918475337925" providerId="ADAL" clId="{A100A0AF-A561-4CA6-92E3-30FFD35094B0}" dt="2023-09-21T01:28:04.937" v="474" actId="478"/>
          <ac:grpSpMkLst>
            <pc:docMk/>
            <pc:sldMk cId="4142125621" sldId="1110"/>
            <ac:grpSpMk id="4" creationId="{09232AAC-0E11-E194-482A-3CC8A0D8397A}"/>
          </ac:grpSpMkLst>
        </pc:grpChg>
        <pc:grpChg chg="add mod">
          <ac:chgData name="김명호" userId="e0d603aa-548e-418b-a070-918475337925" providerId="ADAL" clId="{A100A0AF-A561-4CA6-92E3-30FFD35094B0}" dt="2023-09-21T01:32:21.010" v="825" actId="1076"/>
          <ac:grpSpMkLst>
            <pc:docMk/>
            <pc:sldMk cId="4142125621" sldId="1110"/>
            <ac:grpSpMk id="14" creationId="{9D0AAFA1-E888-A11D-08C1-4E23E77D5E5F}"/>
          </ac:grpSpMkLst>
        </pc:grpChg>
        <pc:picChg chg="del">
          <ac:chgData name="김명호" userId="e0d603aa-548e-418b-a070-918475337925" providerId="ADAL" clId="{A100A0AF-A561-4CA6-92E3-30FFD35094B0}" dt="2023-09-21T00:51:45.905" v="428" actId="478"/>
          <ac:picMkLst>
            <pc:docMk/>
            <pc:sldMk cId="4142125621" sldId="1110"/>
            <ac:picMk id="8" creationId="{11FA1606-CC61-1D61-EF55-9B77D5B11B0F}"/>
          </ac:picMkLst>
        </pc:picChg>
        <pc:picChg chg="add mod modCrop">
          <ac:chgData name="김명호" userId="e0d603aa-548e-418b-a070-918475337925" providerId="ADAL" clId="{A100A0AF-A561-4CA6-92E3-30FFD35094B0}" dt="2023-09-21T00:51:55.590" v="433" actId="1076"/>
          <ac:picMkLst>
            <pc:docMk/>
            <pc:sldMk cId="4142125621" sldId="1110"/>
            <ac:picMk id="11" creationId="{1ABB99C9-DC70-7863-2EF3-8EBC5BDF88C2}"/>
          </ac:picMkLst>
        </pc:picChg>
        <pc:cxnChg chg="del mod ord">
          <ac:chgData name="김명호" userId="e0d603aa-548e-418b-a070-918475337925" providerId="ADAL" clId="{A100A0AF-A561-4CA6-92E3-30FFD35094B0}" dt="2023-09-21T01:38:56.345" v="850" actId="478"/>
          <ac:cxnSpMkLst>
            <pc:docMk/>
            <pc:sldMk cId="4142125621" sldId="1110"/>
            <ac:cxnSpMk id="13" creationId="{331DDFAF-E372-E3B3-6B05-B0D7F3785A4E}"/>
          </ac:cxnSpMkLst>
        </pc:cxnChg>
        <pc:cxnChg chg="add mod">
          <ac:chgData name="김명호" userId="e0d603aa-548e-418b-a070-918475337925" providerId="ADAL" clId="{A100A0AF-A561-4CA6-92E3-30FFD35094B0}" dt="2023-09-21T01:39:03.287" v="852" actId="1076"/>
          <ac:cxnSpMkLst>
            <pc:docMk/>
            <pc:sldMk cId="4142125621" sldId="1110"/>
            <ac:cxnSpMk id="17" creationId="{1F03F7D7-6BB6-966F-FE2A-FE293F9217DA}"/>
          </ac:cxnSpMkLst>
        </pc:cxnChg>
      </pc:sldChg>
      <pc:sldChg chg="addSp delSp modSp add mod">
        <pc:chgData name="김명호" userId="e0d603aa-548e-418b-a070-918475337925" providerId="ADAL" clId="{A100A0AF-A561-4CA6-92E3-30FFD35094B0}" dt="2023-09-21T01:39:34.279" v="864" actId="14100"/>
        <pc:sldMkLst>
          <pc:docMk/>
          <pc:sldMk cId="787417576" sldId="1111"/>
        </pc:sldMkLst>
        <pc:spChg chg="mod">
          <ac:chgData name="김명호" userId="e0d603aa-548e-418b-a070-918475337925" providerId="ADAL" clId="{A100A0AF-A561-4CA6-92E3-30FFD35094B0}" dt="2023-09-21T01:32:50.781" v="833"/>
          <ac:spMkLst>
            <pc:docMk/>
            <pc:sldMk cId="787417576" sldId="1111"/>
            <ac:spMk id="7" creationId="{0C81DD60-D84B-4D3C-8F3E-7D0E22E11300}"/>
          </ac:spMkLst>
        </pc:spChg>
        <pc:spChg chg="add mod">
          <ac:chgData name="김명호" userId="e0d603aa-548e-418b-a070-918475337925" providerId="ADAL" clId="{A100A0AF-A561-4CA6-92E3-30FFD35094B0}" dt="2023-09-21T01:39:34.279" v="864" actId="14100"/>
          <ac:spMkLst>
            <pc:docMk/>
            <pc:sldMk cId="787417576" sldId="1111"/>
            <ac:spMk id="9" creationId="{D32CA4B5-7661-D65F-26E9-D08E31BD9BDB}"/>
          </ac:spMkLst>
        </pc:spChg>
        <pc:spChg chg="mod">
          <ac:chgData name="김명호" userId="e0d603aa-548e-418b-a070-918475337925" providerId="ADAL" clId="{A100A0AF-A561-4CA6-92E3-30FFD35094B0}" dt="2023-09-21T01:39:18.629" v="858" actId="14100"/>
          <ac:spMkLst>
            <pc:docMk/>
            <pc:sldMk cId="787417576" sldId="1111"/>
            <ac:spMk id="10" creationId="{14F878EE-D031-B862-A82B-49EBF6A805B4}"/>
          </ac:spMkLst>
        </pc:spChg>
        <pc:grpChg chg="del">
          <ac:chgData name="김명호" userId="e0d603aa-548e-418b-a070-918475337925" providerId="ADAL" clId="{A100A0AF-A561-4CA6-92E3-30FFD35094B0}" dt="2023-09-21T01:32:38.394" v="832" actId="478"/>
          <ac:grpSpMkLst>
            <pc:docMk/>
            <pc:sldMk cId="787417576" sldId="1111"/>
            <ac:grpSpMk id="14" creationId="{9D0AAFA1-E888-A11D-08C1-4E23E77D5E5F}"/>
          </ac:grpSpMkLst>
        </pc:grpChg>
        <pc:picChg chg="add mod ord modCrop">
          <ac:chgData name="김명호" userId="e0d603aa-548e-418b-a070-918475337925" providerId="ADAL" clId="{A100A0AF-A561-4CA6-92E3-30FFD35094B0}" dt="2023-09-21T01:35:47.892" v="847" actId="167"/>
          <ac:picMkLst>
            <pc:docMk/>
            <pc:sldMk cId="787417576" sldId="1111"/>
            <ac:picMk id="5" creationId="{18C36AEB-D3F7-AEF9-0129-EB416FF87024}"/>
          </ac:picMkLst>
        </pc:picChg>
        <pc:picChg chg="mod ord">
          <ac:chgData name="김명호" userId="e0d603aa-548e-418b-a070-918475337925" providerId="ADAL" clId="{A100A0AF-A561-4CA6-92E3-30FFD35094B0}" dt="2023-09-21T01:36:03.427" v="848" actId="167"/>
          <ac:picMkLst>
            <pc:docMk/>
            <pc:sldMk cId="787417576" sldId="1111"/>
            <ac:picMk id="11" creationId="{1ABB99C9-DC70-7863-2EF3-8EBC5BDF88C2}"/>
          </ac:picMkLst>
        </pc:picChg>
        <pc:cxnChg chg="add mod">
          <ac:chgData name="김명호" userId="e0d603aa-548e-418b-a070-918475337925" providerId="ADAL" clId="{A100A0AF-A561-4CA6-92E3-30FFD35094B0}" dt="2023-09-21T01:39:21.482" v="859" actId="1076"/>
          <ac:cxnSpMkLst>
            <pc:docMk/>
            <pc:sldMk cId="787417576" sldId="1111"/>
            <ac:cxnSpMk id="6" creationId="{E95479E7-2332-1DBF-73BA-25CD2B6D3FC1}"/>
          </ac:cxnSpMkLst>
        </pc:cxnChg>
        <pc:cxnChg chg="add mod">
          <ac:chgData name="김명호" userId="e0d603aa-548e-418b-a070-918475337925" providerId="ADAL" clId="{A100A0AF-A561-4CA6-92E3-30FFD35094B0}" dt="2023-09-21T01:39:27.441" v="861" actId="1076"/>
          <ac:cxnSpMkLst>
            <pc:docMk/>
            <pc:sldMk cId="787417576" sldId="1111"/>
            <ac:cxnSpMk id="12" creationId="{1818443F-5B8B-300E-B5C2-87BE97342827}"/>
          </ac:cxnSpMkLst>
        </pc:cxnChg>
        <pc:cxnChg chg="del mod">
          <ac:chgData name="김명호" userId="e0d603aa-548e-418b-a070-918475337925" providerId="ADAL" clId="{A100A0AF-A561-4CA6-92E3-30FFD35094B0}" dt="2023-09-21T01:38:54.446" v="849" actId="478"/>
          <ac:cxnSpMkLst>
            <pc:docMk/>
            <pc:sldMk cId="787417576" sldId="1111"/>
            <ac:cxnSpMk id="13" creationId="{331DDFAF-E372-E3B3-6B05-B0D7F3785A4E}"/>
          </ac:cxnSpMkLst>
        </pc:cxnChg>
      </pc:sldChg>
      <pc:sldChg chg="addSp delSp modSp add mod">
        <pc:chgData name="김명호" userId="e0d603aa-548e-418b-a070-918475337925" providerId="ADAL" clId="{A100A0AF-A561-4CA6-92E3-30FFD35094B0}" dt="2023-09-21T01:52:26.209" v="1021" actId="20577"/>
        <pc:sldMkLst>
          <pc:docMk/>
          <pc:sldMk cId="976008353" sldId="1112"/>
        </pc:sldMkLst>
        <pc:spChg chg="mod">
          <ac:chgData name="김명호" userId="e0d603aa-548e-418b-a070-918475337925" providerId="ADAL" clId="{A100A0AF-A561-4CA6-92E3-30FFD35094B0}" dt="2023-09-21T01:51:42.012" v="985" actId="14100"/>
          <ac:spMkLst>
            <pc:docMk/>
            <pc:sldMk cId="976008353" sldId="1112"/>
            <ac:spMk id="4" creationId="{6FB51CB1-0386-702D-473C-47C4459D41D9}"/>
          </ac:spMkLst>
        </pc:spChg>
        <pc:spChg chg="mod">
          <ac:chgData name="김명호" userId="e0d603aa-548e-418b-a070-918475337925" providerId="ADAL" clId="{A100A0AF-A561-4CA6-92E3-30FFD35094B0}" dt="2023-09-21T01:52:10.946" v="991"/>
          <ac:spMkLst>
            <pc:docMk/>
            <pc:sldMk cId="976008353" sldId="1112"/>
            <ac:spMk id="7" creationId="{0C81DD60-D84B-4D3C-8F3E-7D0E22E11300}"/>
          </ac:spMkLst>
        </pc:spChg>
        <pc:spChg chg="del">
          <ac:chgData name="김명호" userId="e0d603aa-548e-418b-a070-918475337925" providerId="ADAL" clId="{A100A0AF-A561-4CA6-92E3-30FFD35094B0}" dt="2023-09-21T01:42:35.981" v="868" actId="478"/>
          <ac:spMkLst>
            <pc:docMk/>
            <pc:sldMk cId="976008353" sldId="1112"/>
            <ac:spMk id="10" creationId="{E9D39091-88B8-837D-56EF-BDF090686FC9}"/>
          </ac:spMkLst>
        </pc:spChg>
        <pc:spChg chg="add del mod">
          <ac:chgData name="김명호" userId="e0d603aa-548e-418b-a070-918475337925" providerId="ADAL" clId="{A100A0AF-A561-4CA6-92E3-30FFD35094B0}" dt="2023-09-21T01:52:09.775" v="990" actId="478"/>
          <ac:spMkLst>
            <pc:docMk/>
            <pc:sldMk cId="976008353" sldId="1112"/>
            <ac:spMk id="12" creationId="{F727CBF6-6A6D-2E62-FFCF-ECE499C9A670}"/>
          </ac:spMkLst>
        </pc:spChg>
        <pc:spChg chg="mod">
          <ac:chgData name="김명호" userId="e0d603aa-548e-418b-a070-918475337925" providerId="ADAL" clId="{A100A0AF-A561-4CA6-92E3-30FFD35094B0}" dt="2023-09-21T01:52:06.890" v="988"/>
          <ac:spMkLst>
            <pc:docMk/>
            <pc:sldMk cId="976008353" sldId="1112"/>
            <ac:spMk id="14" creationId="{D9B9EC9A-2EB9-D211-E684-9C59EE7F5037}"/>
          </ac:spMkLst>
        </pc:spChg>
        <pc:spChg chg="mod">
          <ac:chgData name="김명호" userId="e0d603aa-548e-418b-a070-918475337925" providerId="ADAL" clId="{A100A0AF-A561-4CA6-92E3-30FFD35094B0}" dt="2023-09-21T01:52:26.209" v="1021" actId="20577"/>
          <ac:spMkLst>
            <pc:docMk/>
            <pc:sldMk cId="976008353" sldId="1112"/>
            <ac:spMk id="15" creationId="{36AC3DD5-EC2A-7A94-8C0F-6BF29BC70658}"/>
          </ac:spMkLst>
        </pc:spChg>
        <pc:grpChg chg="add mod">
          <ac:chgData name="김명호" userId="e0d603aa-548e-418b-a070-918475337925" providerId="ADAL" clId="{A100A0AF-A561-4CA6-92E3-30FFD35094B0}" dt="2023-09-21T01:52:06.890" v="988"/>
          <ac:grpSpMkLst>
            <pc:docMk/>
            <pc:sldMk cId="976008353" sldId="1112"/>
            <ac:grpSpMk id="13" creationId="{B83575CB-A598-D0A2-598E-74B1856A7E0C}"/>
          </ac:grpSpMkLst>
        </pc:grpChg>
        <pc:grpChg chg="del">
          <ac:chgData name="김명호" userId="e0d603aa-548e-418b-a070-918475337925" providerId="ADAL" clId="{A100A0AF-A561-4CA6-92E3-30FFD35094B0}" dt="2023-09-21T01:52:05.957" v="987" actId="478"/>
          <ac:grpSpMkLst>
            <pc:docMk/>
            <pc:sldMk cId="976008353" sldId="1112"/>
            <ac:grpSpMk id="18" creationId="{43416A2F-2943-BD06-5646-0D1806D9DAD6}"/>
          </ac:grpSpMkLst>
        </pc:grpChg>
        <pc:picChg chg="add mod ord modCrop">
          <ac:chgData name="김명호" userId="e0d603aa-548e-418b-a070-918475337925" providerId="ADAL" clId="{A100A0AF-A561-4CA6-92E3-30FFD35094B0}" dt="2023-09-21T01:48:35.199" v="978" actId="167"/>
          <ac:picMkLst>
            <pc:docMk/>
            <pc:sldMk cId="976008353" sldId="1112"/>
            <ac:picMk id="8" creationId="{A4C68C49-C105-69CD-290A-AFB33A362956}"/>
          </ac:picMkLst>
        </pc:picChg>
        <pc:picChg chg="add del">
          <ac:chgData name="김명호" userId="e0d603aa-548e-418b-a070-918475337925" providerId="ADAL" clId="{A100A0AF-A561-4CA6-92E3-30FFD35094B0}" dt="2023-09-21T01:48:11.523" v="966" actId="478"/>
          <ac:picMkLst>
            <pc:docMk/>
            <pc:sldMk cId="976008353" sldId="1112"/>
            <ac:picMk id="9" creationId="{1CB690E8-3254-A3FA-F295-DE3DC6043FB1}"/>
          </ac:picMkLst>
        </pc:picChg>
        <pc:cxnChg chg="mod">
          <ac:chgData name="김명호" userId="e0d603aa-548e-418b-a070-918475337925" providerId="ADAL" clId="{A100A0AF-A561-4CA6-92E3-30FFD35094B0}" dt="2023-09-21T01:51:44.810" v="986" actId="1076"/>
          <ac:cxnSpMkLst>
            <pc:docMk/>
            <pc:sldMk cId="976008353" sldId="1112"/>
            <ac:cxnSpMk id="5" creationId="{838012D8-86F7-2460-D9BC-B9CD7ABE30AB}"/>
          </ac:cxnSpMkLst>
        </pc:cxnChg>
      </pc:sldChg>
      <pc:sldChg chg="delSp modSp add mod">
        <pc:chgData name="김명호" userId="e0d603aa-548e-418b-a070-918475337925" providerId="ADAL" clId="{A100A0AF-A561-4CA6-92E3-30FFD35094B0}" dt="2023-09-21T01:43:32.005" v="965" actId="20577"/>
        <pc:sldMkLst>
          <pc:docMk/>
          <pc:sldMk cId="2778841007" sldId="1113"/>
        </pc:sldMkLst>
        <pc:spChg chg="mod">
          <ac:chgData name="김명호" userId="e0d603aa-548e-418b-a070-918475337925" providerId="ADAL" clId="{A100A0AF-A561-4CA6-92E3-30FFD35094B0}" dt="2023-09-21T01:43:01.749" v="874" actId="14100"/>
          <ac:spMkLst>
            <pc:docMk/>
            <pc:sldMk cId="2778841007" sldId="1113"/>
            <ac:spMk id="4" creationId="{6FB51CB1-0386-702D-473C-47C4459D41D9}"/>
          </ac:spMkLst>
        </pc:spChg>
        <pc:spChg chg="mod">
          <ac:chgData name="김명호" userId="e0d603aa-548e-418b-a070-918475337925" providerId="ADAL" clId="{A100A0AF-A561-4CA6-92E3-30FFD35094B0}" dt="2023-09-21T01:43:32.005" v="965" actId="20577"/>
          <ac:spMkLst>
            <pc:docMk/>
            <pc:sldMk cId="2778841007" sldId="1113"/>
            <ac:spMk id="7" creationId="{0C81DD60-D84B-4D3C-8F3E-7D0E22E11300}"/>
          </ac:spMkLst>
        </pc:spChg>
        <pc:spChg chg="del">
          <ac:chgData name="김명호" userId="e0d603aa-548e-418b-a070-918475337925" providerId="ADAL" clId="{A100A0AF-A561-4CA6-92E3-30FFD35094B0}" dt="2023-09-21T01:42:49.094" v="872" actId="478"/>
          <ac:spMkLst>
            <pc:docMk/>
            <pc:sldMk cId="2778841007" sldId="1113"/>
            <ac:spMk id="10" creationId="{E9D39091-88B8-837D-56EF-BDF090686FC9}"/>
          </ac:spMkLst>
        </pc:spChg>
        <pc:grpChg chg="del">
          <ac:chgData name="김명호" userId="e0d603aa-548e-418b-a070-918475337925" providerId="ADAL" clId="{A100A0AF-A561-4CA6-92E3-30FFD35094B0}" dt="2023-09-21T01:43:05.761" v="876" actId="478"/>
          <ac:grpSpMkLst>
            <pc:docMk/>
            <pc:sldMk cId="2778841007" sldId="1113"/>
            <ac:grpSpMk id="18" creationId="{43416A2F-2943-BD06-5646-0D1806D9DAD6}"/>
          </ac:grpSpMkLst>
        </pc:grpChg>
        <pc:cxnChg chg="mod">
          <ac:chgData name="김명호" userId="e0d603aa-548e-418b-a070-918475337925" providerId="ADAL" clId="{A100A0AF-A561-4CA6-92E3-30FFD35094B0}" dt="2023-09-21T01:43:03.843" v="875" actId="1076"/>
          <ac:cxnSpMkLst>
            <pc:docMk/>
            <pc:sldMk cId="2778841007" sldId="1113"/>
            <ac:cxnSpMk id="5" creationId="{838012D8-86F7-2460-D9BC-B9CD7ABE30AB}"/>
          </ac:cxnSpMkLst>
        </pc:cxnChg>
      </pc:sldChg>
      <pc:sldChg chg="modSp add mod">
        <pc:chgData name="김명호" userId="e0d603aa-548e-418b-a070-918475337925" providerId="ADAL" clId="{A100A0AF-A561-4CA6-92E3-30FFD35094B0}" dt="2023-09-21T02:07:35.480" v="1025" actId="1076"/>
        <pc:sldMkLst>
          <pc:docMk/>
          <pc:sldMk cId="2534469432" sldId="1114"/>
        </pc:sldMkLst>
        <pc:spChg chg="mod">
          <ac:chgData name="김명호" userId="e0d603aa-548e-418b-a070-918475337925" providerId="ADAL" clId="{A100A0AF-A561-4CA6-92E3-30FFD35094B0}" dt="2023-09-21T02:07:35.480" v="1025" actId="1076"/>
          <ac:spMkLst>
            <pc:docMk/>
            <pc:sldMk cId="2534469432" sldId="1114"/>
            <ac:spMk id="4" creationId="{6FB51CB1-0386-702D-473C-47C4459D41D9}"/>
          </ac:spMkLst>
        </pc:spChg>
        <pc:cxnChg chg="mod">
          <ac:chgData name="김명호" userId="e0d603aa-548e-418b-a070-918475337925" providerId="ADAL" clId="{A100A0AF-A561-4CA6-92E3-30FFD35094B0}" dt="2023-09-21T02:07:35.480" v="1025" actId="1076"/>
          <ac:cxnSpMkLst>
            <pc:docMk/>
            <pc:sldMk cId="2534469432" sldId="1114"/>
            <ac:cxnSpMk id="5" creationId="{838012D8-86F7-2460-D9BC-B9CD7ABE30AB}"/>
          </ac:cxnSpMkLst>
        </pc:cxnChg>
      </pc:sldChg>
    </pc:docChg>
  </pc:docChgLst>
  <pc:docChgLst>
    <pc:chgData name="김명호" userId="e0d603aa-548e-418b-a070-918475337925" providerId="ADAL" clId="{18711EFA-257B-4260-A6C7-133818E8678F}"/>
    <pc:docChg chg="modSld modMainMaster">
      <pc:chgData name="김명호" userId="e0d603aa-548e-418b-a070-918475337925" providerId="ADAL" clId="{18711EFA-257B-4260-A6C7-133818E8678F}" dt="2023-09-20T01:32:21.189" v="102"/>
      <pc:docMkLst>
        <pc:docMk/>
      </pc:docMkLst>
      <pc:sldChg chg="modSp mod">
        <pc:chgData name="김명호" userId="e0d603aa-548e-418b-a070-918475337925" providerId="ADAL" clId="{18711EFA-257B-4260-A6C7-133818E8678F}" dt="2023-09-20T01:30:51.904" v="1" actId="20577"/>
        <pc:sldMkLst>
          <pc:docMk/>
          <pc:sldMk cId="663090028" sldId="259"/>
        </pc:sldMkLst>
        <pc:spChg chg="mod">
          <ac:chgData name="김명호" userId="e0d603aa-548e-418b-a070-918475337925" providerId="ADAL" clId="{18711EFA-257B-4260-A6C7-133818E8678F}" dt="2023-09-20T01:30:51.904" v="1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김명호" userId="e0d603aa-548e-418b-a070-918475337925" providerId="ADAL" clId="{18711EFA-257B-4260-A6C7-133818E8678F}" dt="2023-09-20T01:31:21.304" v="85" actId="20577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18711EFA-257B-4260-A6C7-133818E8678F}" dt="2023-09-20T01:31:21.304" v="85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김명호" userId="e0d603aa-548e-418b-a070-918475337925" providerId="ADAL" clId="{18711EFA-257B-4260-A6C7-133818E8678F}" dt="2023-09-20T01:31:39.275" v="97" actId="20577"/>
        <pc:sldMkLst>
          <pc:docMk/>
          <pc:sldMk cId="1687266130" sldId="362"/>
        </pc:sldMkLst>
        <pc:spChg chg="mod">
          <ac:chgData name="김명호" userId="e0d603aa-548e-418b-a070-918475337925" providerId="ADAL" clId="{18711EFA-257B-4260-A6C7-133818E8678F}" dt="2023-09-20T01:31:39.275" v="97" actId="20577"/>
          <ac:spMkLst>
            <pc:docMk/>
            <pc:sldMk cId="1687266130" sldId="362"/>
            <ac:spMk id="19" creationId="{49EB61F0-5091-4064-AF83-C21077B61AEB}"/>
          </ac:spMkLst>
        </pc:spChg>
      </pc:sldChg>
      <pc:sldMasterChg chg="modSp mod">
        <pc:chgData name="김명호" userId="e0d603aa-548e-418b-a070-918475337925" providerId="ADAL" clId="{18711EFA-257B-4260-A6C7-133818E8678F}" dt="2023-09-20T01:32:21.189" v="102"/>
        <pc:sldMasterMkLst>
          <pc:docMk/>
          <pc:sldMasterMk cId="3730080836" sldId="2147483700"/>
        </pc:sldMasterMkLst>
        <pc:spChg chg="mod">
          <ac:chgData name="김명호" userId="e0d603aa-548e-418b-a070-918475337925" providerId="ADAL" clId="{18711EFA-257B-4260-A6C7-133818E8678F}" dt="2023-09-20T01:32:21.189" v="102"/>
          <ac:spMkLst>
            <pc:docMk/>
            <pc:sldMasterMk cId="3730080836" sldId="2147483700"/>
            <ac:spMk id="5" creationId="{49D477C1-B80A-436A-873B-8939B1660757}"/>
          </ac:spMkLst>
        </pc:spChg>
      </pc:sldMasterChg>
    </pc:docChg>
  </pc:docChgLst>
  <pc:docChgLst>
    <pc:chgData name="김명호" userId="e0d603aa-548e-418b-a070-918475337925" providerId="ADAL" clId="{43653139-E7ED-4AC0-9D02-B446057A0D5F}"/>
    <pc:docChg chg="modSld">
      <pc:chgData name="김명호" userId="e0d603aa-548e-418b-a070-918475337925" providerId="ADAL" clId="{43653139-E7ED-4AC0-9D02-B446057A0D5F}" dt="2024-02-15T08:14:04.047" v="129" actId="20577"/>
      <pc:docMkLst>
        <pc:docMk/>
      </pc:docMkLst>
      <pc:sldChg chg="modSp mod delCm">
        <pc:chgData name="김명호" userId="e0d603aa-548e-418b-a070-918475337925" providerId="ADAL" clId="{43653139-E7ED-4AC0-9D02-B446057A0D5F}" dt="2024-02-15T08:14:04.047" v="129" actId="20577"/>
        <pc:sldMkLst>
          <pc:docMk/>
          <pc:sldMk cId="1389974651" sldId="1254"/>
        </pc:sldMkLst>
        <pc:spChg chg="mod">
          <ac:chgData name="김명호" userId="e0d603aa-548e-418b-a070-918475337925" providerId="ADAL" clId="{43653139-E7ED-4AC0-9D02-B446057A0D5F}" dt="2024-02-15T08:14:04.047" v="129" actId="20577"/>
          <ac:spMkLst>
            <pc:docMk/>
            <pc:sldMk cId="1389974651" sldId="1254"/>
            <ac:spMk id="9" creationId="{ADFA6F69-F78D-EFF5-2EFB-18269F4DF1A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김명호" userId="e0d603aa-548e-418b-a070-918475337925" providerId="ADAL" clId="{43653139-E7ED-4AC0-9D02-B446057A0D5F}" dt="2024-02-15T08:13:35.300" v="19"/>
              <pc2:cmMkLst xmlns:pc2="http://schemas.microsoft.com/office/powerpoint/2019/9/main/command">
                <pc:docMk/>
                <pc:sldMk cId="1389974651" sldId="1254"/>
                <pc2:cmMk id="{57E80F07-F56B-4D17-838A-A426FD76A933}"/>
              </pc2:cmMkLst>
            </pc226:cmChg>
          </p:ext>
        </pc:extLst>
      </pc:sldChg>
      <pc:sldChg chg="addSp modSp">
        <pc:chgData name="김명호" userId="e0d603aa-548e-418b-a070-918475337925" providerId="ADAL" clId="{43653139-E7ED-4AC0-9D02-B446057A0D5F}" dt="2024-02-15T08:13:20.172" v="17"/>
        <pc:sldMkLst>
          <pc:docMk/>
          <pc:sldMk cId="468308456" sldId="1262"/>
        </pc:sldMkLst>
        <pc:spChg chg="add mod">
          <ac:chgData name="김명호" userId="e0d603aa-548e-418b-a070-918475337925" providerId="ADAL" clId="{43653139-E7ED-4AC0-9D02-B446057A0D5F}" dt="2024-02-15T08:13:20.172" v="17"/>
          <ac:spMkLst>
            <pc:docMk/>
            <pc:sldMk cId="468308456" sldId="1262"/>
            <ac:spMk id="4" creationId="{21D6CE48-0A68-AC07-9785-0D57B2C9FD6E}"/>
          </ac:spMkLst>
        </pc:spChg>
      </pc:sldChg>
      <pc:sldChg chg="addSp modSp">
        <pc:chgData name="김명호" userId="e0d603aa-548e-418b-a070-918475337925" providerId="ADAL" clId="{43653139-E7ED-4AC0-9D02-B446057A0D5F}" dt="2024-02-15T08:13:21.965" v="18"/>
        <pc:sldMkLst>
          <pc:docMk/>
          <pc:sldMk cId="2211991381" sldId="1263"/>
        </pc:sldMkLst>
        <pc:spChg chg="add mod">
          <ac:chgData name="김명호" userId="e0d603aa-548e-418b-a070-918475337925" providerId="ADAL" clId="{43653139-E7ED-4AC0-9D02-B446057A0D5F}" dt="2024-02-15T08:13:21.965" v="18"/>
          <ac:spMkLst>
            <pc:docMk/>
            <pc:sldMk cId="2211991381" sldId="1263"/>
            <ac:spMk id="4" creationId="{B0E12AB0-DB4D-FEC5-0FFD-174A6AF9A579}"/>
          </ac:spMkLst>
        </pc:spChg>
      </pc:sldChg>
      <pc:sldChg chg="addSp modSp">
        <pc:chgData name="김명호" userId="e0d603aa-548e-418b-a070-918475337925" providerId="ADAL" clId="{43653139-E7ED-4AC0-9D02-B446057A0D5F}" dt="2024-02-15T08:13:17.935" v="16"/>
        <pc:sldMkLst>
          <pc:docMk/>
          <pc:sldMk cId="2308072991" sldId="1264"/>
        </pc:sldMkLst>
        <pc:spChg chg="add mod">
          <ac:chgData name="김명호" userId="e0d603aa-548e-418b-a070-918475337925" providerId="ADAL" clId="{43653139-E7ED-4AC0-9D02-B446057A0D5F}" dt="2024-02-15T08:13:17.935" v="16"/>
          <ac:spMkLst>
            <pc:docMk/>
            <pc:sldMk cId="2308072991" sldId="1264"/>
            <ac:spMk id="4" creationId="{C1072FAB-457C-273F-C528-AA9249A15E51}"/>
          </ac:spMkLst>
        </pc:spChg>
      </pc:sldChg>
      <pc:sldChg chg="addSp modSp">
        <pc:chgData name="김명호" userId="e0d603aa-548e-418b-a070-918475337925" providerId="ADAL" clId="{43653139-E7ED-4AC0-9D02-B446057A0D5F}" dt="2024-02-15T08:13:16.593" v="15"/>
        <pc:sldMkLst>
          <pc:docMk/>
          <pc:sldMk cId="2489932255" sldId="1265"/>
        </pc:sldMkLst>
        <pc:spChg chg="add mod">
          <ac:chgData name="김명호" userId="e0d603aa-548e-418b-a070-918475337925" providerId="ADAL" clId="{43653139-E7ED-4AC0-9D02-B446057A0D5F}" dt="2024-02-15T08:13:16.593" v="15"/>
          <ac:spMkLst>
            <pc:docMk/>
            <pc:sldMk cId="2489932255" sldId="1265"/>
            <ac:spMk id="4" creationId="{36D1DB92-8A60-046A-6057-9886E1BC6833}"/>
          </ac:spMkLst>
        </pc:spChg>
      </pc:sldChg>
      <pc:sldChg chg="addSp modSp">
        <pc:chgData name="김명호" userId="e0d603aa-548e-418b-a070-918475337925" providerId="ADAL" clId="{43653139-E7ED-4AC0-9D02-B446057A0D5F}" dt="2024-02-15T08:13:14.428" v="14"/>
        <pc:sldMkLst>
          <pc:docMk/>
          <pc:sldMk cId="1607179933" sldId="1266"/>
        </pc:sldMkLst>
        <pc:spChg chg="add mod">
          <ac:chgData name="김명호" userId="e0d603aa-548e-418b-a070-918475337925" providerId="ADAL" clId="{43653139-E7ED-4AC0-9D02-B446057A0D5F}" dt="2024-02-15T08:13:14.428" v="14"/>
          <ac:spMkLst>
            <pc:docMk/>
            <pc:sldMk cId="1607179933" sldId="1266"/>
            <ac:spMk id="4" creationId="{CA11E6C8-E079-5615-D519-05BF4534B273}"/>
          </ac:spMkLst>
        </pc:spChg>
      </pc:sldChg>
      <pc:sldChg chg="addSp modSp mod">
        <pc:chgData name="김명호" userId="e0d603aa-548e-418b-a070-918475337925" providerId="ADAL" clId="{43653139-E7ED-4AC0-9D02-B446057A0D5F}" dt="2024-02-15T08:13:12.207" v="13"/>
        <pc:sldMkLst>
          <pc:docMk/>
          <pc:sldMk cId="2761812711" sldId="1267"/>
        </pc:sldMkLst>
        <pc:spChg chg="add mod">
          <ac:chgData name="김명호" userId="e0d603aa-548e-418b-a070-918475337925" providerId="ADAL" clId="{43653139-E7ED-4AC0-9D02-B446057A0D5F}" dt="2024-02-15T08:13:12.207" v="13"/>
          <ac:spMkLst>
            <pc:docMk/>
            <pc:sldMk cId="2761812711" sldId="1267"/>
            <ac:spMk id="4" creationId="{ECA9B540-9965-1381-19F3-FC322D410DBD}"/>
          </ac:spMkLst>
        </pc:spChg>
      </pc:sldChg>
    </pc:docChg>
  </pc:docChgLst>
  <pc:docChgLst>
    <pc:chgData name="김명호" userId="e0d603aa-548e-418b-a070-918475337925" providerId="ADAL" clId="{EDCDCF4F-54F9-4D68-A6FA-31D0F7A0F381}"/>
    <pc:docChg chg="undo custSel addSld delSld modSld sldOrd modMainMaster modSection">
      <pc:chgData name="김명호" userId="e0d603aa-548e-418b-a070-918475337925" providerId="ADAL" clId="{EDCDCF4F-54F9-4D68-A6FA-31D0F7A0F381}" dt="2023-11-03T09:55:45.722" v="5873" actId="6549"/>
      <pc:docMkLst>
        <pc:docMk/>
      </pc:docMkLst>
      <pc:sldChg chg="modSp mod">
        <pc:chgData name="김명호" userId="e0d603aa-548e-418b-a070-918475337925" providerId="ADAL" clId="{EDCDCF4F-54F9-4D68-A6FA-31D0F7A0F381}" dt="2023-10-30T10:06:33.786" v="6" actId="20577"/>
        <pc:sldMkLst>
          <pc:docMk/>
          <pc:sldMk cId="663090028" sldId="259"/>
        </pc:sldMkLst>
        <pc:spChg chg="mod">
          <ac:chgData name="김명호" userId="e0d603aa-548e-418b-a070-918475337925" providerId="ADAL" clId="{EDCDCF4F-54F9-4D68-A6FA-31D0F7A0F381}" dt="2023-10-30T10:06:33.786" v="6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김명호" userId="e0d603aa-548e-418b-a070-918475337925" providerId="ADAL" clId="{EDCDCF4F-54F9-4D68-A6FA-31D0F7A0F381}" dt="2023-10-30T11:48:17.695" v="5656" actId="20577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EDCDCF4F-54F9-4D68-A6FA-31D0F7A0F381}" dt="2023-10-30T11:48:17.695" v="5656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김명호" userId="e0d603aa-548e-418b-a070-918475337925" providerId="ADAL" clId="{EDCDCF4F-54F9-4D68-A6FA-31D0F7A0F381}" dt="2023-10-30T10:08:07.115" v="227" actId="20577"/>
        <pc:sldMkLst>
          <pc:docMk/>
          <pc:sldMk cId="1687266130" sldId="362"/>
        </pc:sldMkLst>
        <pc:spChg chg="mod">
          <ac:chgData name="김명호" userId="e0d603aa-548e-418b-a070-918475337925" providerId="ADAL" clId="{EDCDCF4F-54F9-4D68-A6FA-31D0F7A0F381}" dt="2023-10-30T10:08:07.115" v="227" actId="20577"/>
          <ac:spMkLst>
            <pc:docMk/>
            <pc:sldMk cId="1687266130" sldId="362"/>
            <ac:spMk id="19" creationId="{49EB61F0-5091-4064-AF83-C21077B61AEB}"/>
          </ac:spMkLst>
        </pc:spChg>
      </pc:sldChg>
      <pc:sldChg chg="del">
        <pc:chgData name="김명호" userId="e0d603aa-548e-418b-a070-918475337925" providerId="ADAL" clId="{EDCDCF4F-54F9-4D68-A6FA-31D0F7A0F381}" dt="2023-10-30T10:08:47.108" v="245" actId="47"/>
        <pc:sldMkLst>
          <pc:docMk/>
          <pc:sldMk cId="438729540" sldId="390"/>
        </pc:sldMkLst>
      </pc:sldChg>
      <pc:sldChg chg="del">
        <pc:chgData name="김명호" userId="e0d603aa-548e-418b-a070-918475337925" providerId="ADAL" clId="{EDCDCF4F-54F9-4D68-A6FA-31D0F7A0F381}" dt="2023-10-30T10:08:47.319" v="249" actId="47"/>
        <pc:sldMkLst>
          <pc:docMk/>
          <pc:sldMk cId="3034943958" sldId="1056"/>
        </pc:sldMkLst>
      </pc:sldChg>
      <pc:sldChg chg="del">
        <pc:chgData name="김명호" userId="e0d603aa-548e-418b-a070-918475337925" providerId="ADAL" clId="{EDCDCF4F-54F9-4D68-A6FA-31D0F7A0F381}" dt="2023-10-30T10:08:47.264" v="248" actId="47"/>
        <pc:sldMkLst>
          <pc:docMk/>
          <pc:sldMk cId="55996155" sldId="1059"/>
        </pc:sldMkLst>
      </pc:sldChg>
      <pc:sldChg chg="del">
        <pc:chgData name="김명호" userId="e0d603aa-548e-418b-a070-918475337925" providerId="ADAL" clId="{EDCDCF4F-54F9-4D68-A6FA-31D0F7A0F381}" dt="2023-10-30T10:08:47.437" v="251" actId="47"/>
        <pc:sldMkLst>
          <pc:docMk/>
          <pc:sldMk cId="643738955" sldId="1060"/>
        </pc:sldMkLst>
      </pc:sldChg>
      <pc:sldChg chg="del">
        <pc:chgData name="김명호" userId="e0d603aa-548e-418b-a070-918475337925" providerId="ADAL" clId="{EDCDCF4F-54F9-4D68-A6FA-31D0F7A0F381}" dt="2023-10-30T10:08:47.541" v="253" actId="47"/>
        <pc:sldMkLst>
          <pc:docMk/>
          <pc:sldMk cId="1181143746" sldId="1061"/>
        </pc:sldMkLst>
      </pc:sldChg>
      <pc:sldChg chg="del">
        <pc:chgData name="김명호" userId="e0d603aa-548e-418b-a070-918475337925" providerId="ADAL" clId="{EDCDCF4F-54F9-4D68-A6FA-31D0F7A0F381}" dt="2023-10-30T10:08:47.664" v="255" actId="47"/>
        <pc:sldMkLst>
          <pc:docMk/>
          <pc:sldMk cId="1854393400" sldId="1062"/>
        </pc:sldMkLst>
      </pc:sldChg>
      <pc:sldChg chg="del">
        <pc:chgData name="김명호" userId="e0d603aa-548e-418b-a070-918475337925" providerId="ADAL" clId="{EDCDCF4F-54F9-4D68-A6FA-31D0F7A0F381}" dt="2023-10-30T10:08:47.214" v="247" actId="47"/>
        <pc:sldMkLst>
          <pc:docMk/>
          <pc:sldMk cId="3674794683" sldId="1063"/>
        </pc:sldMkLst>
      </pc:sldChg>
      <pc:sldChg chg="del">
        <pc:chgData name="김명호" userId="e0d603aa-548e-418b-a070-918475337925" providerId="ADAL" clId="{EDCDCF4F-54F9-4D68-A6FA-31D0F7A0F381}" dt="2023-10-30T10:08:47.159" v="246" actId="47"/>
        <pc:sldMkLst>
          <pc:docMk/>
          <pc:sldMk cId="22172442" sldId="1064"/>
        </pc:sldMkLst>
      </pc:sldChg>
      <pc:sldChg chg="del">
        <pc:chgData name="김명호" userId="e0d603aa-548e-418b-a070-918475337925" providerId="ADAL" clId="{EDCDCF4F-54F9-4D68-A6FA-31D0F7A0F381}" dt="2023-10-30T10:08:43.490" v="230" actId="47"/>
        <pc:sldMkLst>
          <pc:docMk/>
          <pc:sldMk cId="2387242006" sldId="1065"/>
        </pc:sldMkLst>
      </pc:sldChg>
      <pc:sldChg chg="del">
        <pc:chgData name="김명호" userId="e0d603aa-548e-418b-a070-918475337925" providerId="ADAL" clId="{EDCDCF4F-54F9-4D68-A6FA-31D0F7A0F381}" dt="2023-10-30T10:08:47.594" v="254" actId="47"/>
        <pc:sldMkLst>
          <pc:docMk/>
          <pc:sldMk cId="2045569043" sldId="1066"/>
        </pc:sldMkLst>
      </pc:sldChg>
      <pc:sldChg chg="del">
        <pc:chgData name="김명호" userId="e0d603aa-548e-418b-a070-918475337925" providerId="ADAL" clId="{EDCDCF4F-54F9-4D68-A6FA-31D0F7A0F381}" dt="2023-10-30T10:08:47.722" v="256" actId="47"/>
        <pc:sldMkLst>
          <pc:docMk/>
          <pc:sldMk cId="1439191056" sldId="1068"/>
        </pc:sldMkLst>
      </pc:sldChg>
      <pc:sldChg chg="del">
        <pc:chgData name="김명호" userId="e0d603aa-548e-418b-a070-918475337925" providerId="ADAL" clId="{EDCDCF4F-54F9-4D68-A6FA-31D0F7A0F381}" dt="2023-10-30T10:08:43.016" v="229" actId="47"/>
        <pc:sldMkLst>
          <pc:docMk/>
          <pc:sldMk cId="2939735492" sldId="1069"/>
        </pc:sldMkLst>
      </pc:sldChg>
      <pc:sldChg chg="del">
        <pc:chgData name="김명호" userId="e0d603aa-548e-418b-a070-918475337925" providerId="ADAL" clId="{EDCDCF4F-54F9-4D68-A6FA-31D0F7A0F381}" dt="2023-10-30T10:08:47.373" v="250" actId="47"/>
        <pc:sldMkLst>
          <pc:docMk/>
          <pc:sldMk cId="1849704483" sldId="1070"/>
        </pc:sldMkLst>
      </pc:sldChg>
      <pc:sldChg chg="del">
        <pc:chgData name="김명호" userId="e0d603aa-548e-418b-a070-918475337925" providerId="ADAL" clId="{EDCDCF4F-54F9-4D68-A6FA-31D0F7A0F381}" dt="2023-10-30T10:08:45.062" v="233" actId="47"/>
        <pc:sldMkLst>
          <pc:docMk/>
          <pc:sldMk cId="1120424626" sldId="1071"/>
        </pc:sldMkLst>
      </pc:sldChg>
      <pc:sldChg chg="del">
        <pc:chgData name="김명호" userId="e0d603aa-548e-418b-a070-918475337925" providerId="ADAL" clId="{EDCDCF4F-54F9-4D68-A6FA-31D0F7A0F381}" dt="2023-10-30T10:08:47.819" v="258" actId="47"/>
        <pc:sldMkLst>
          <pc:docMk/>
          <pc:sldMk cId="692896232" sldId="1072"/>
        </pc:sldMkLst>
      </pc:sldChg>
      <pc:sldChg chg="del">
        <pc:chgData name="김명호" userId="e0d603aa-548e-418b-a070-918475337925" providerId="ADAL" clId="{EDCDCF4F-54F9-4D68-A6FA-31D0F7A0F381}" dt="2023-10-30T10:08:47.865" v="259" actId="47"/>
        <pc:sldMkLst>
          <pc:docMk/>
          <pc:sldMk cId="735861782" sldId="1073"/>
        </pc:sldMkLst>
      </pc:sldChg>
      <pc:sldChg chg="del">
        <pc:chgData name="김명호" userId="e0d603aa-548e-418b-a070-918475337925" providerId="ADAL" clId="{EDCDCF4F-54F9-4D68-A6FA-31D0F7A0F381}" dt="2023-10-30T10:08:47.912" v="260" actId="47"/>
        <pc:sldMkLst>
          <pc:docMk/>
          <pc:sldMk cId="3290195256" sldId="1074"/>
        </pc:sldMkLst>
      </pc:sldChg>
      <pc:sldChg chg="del">
        <pc:chgData name="김명호" userId="e0d603aa-548e-418b-a070-918475337925" providerId="ADAL" clId="{EDCDCF4F-54F9-4D68-A6FA-31D0F7A0F381}" dt="2023-10-30T10:08:48.397" v="269" actId="47"/>
        <pc:sldMkLst>
          <pc:docMk/>
          <pc:sldMk cId="3513050030" sldId="1075"/>
        </pc:sldMkLst>
      </pc:sldChg>
      <pc:sldChg chg="del">
        <pc:chgData name="김명호" userId="e0d603aa-548e-418b-a070-918475337925" providerId="ADAL" clId="{EDCDCF4F-54F9-4D68-A6FA-31D0F7A0F381}" dt="2023-10-30T10:08:47.962" v="261" actId="47"/>
        <pc:sldMkLst>
          <pc:docMk/>
          <pc:sldMk cId="760539002" sldId="1076"/>
        </pc:sldMkLst>
      </pc:sldChg>
      <pc:sldChg chg="del">
        <pc:chgData name="김명호" userId="e0d603aa-548e-418b-a070-918475337925" providerId="ADAL" clId="{EDCDCF4F-54F9-4D68-A6FA-31D0F7A0F381}" dt="2023-10-30T10:08:48.458" v="270" actId="47"/>
        <pc:sldMkLst>
          <pc:docMk/>
          <pc:sldMk cId="550163239" sldId="1077"/>
        </pc:sldMkLst>
      </pc:sldChg>
      <pc:sldChg chg="del">
        <pc:chgData name="김명호" userId="e0d603aa-548e-418b-a070-918475337925" providerId="ADAL" clId="{EDCDCF4F-54F9-4D68-A6FA-31D0F7A0F381}" dt="2023-10-30T10:08:48.339" v="268" actId="47"/>
        <pc:sldMkLst>
          <pc:docMk/>
          <pc:sldMk cId="1344861977" sldId="1078"/>
        </pc:sldMkLst>
      </pc:sldChg>
      <pc:sldChg chg="del">
        <pc:chgData name="김명호" userId="e0d603aa-548e-418b-a070-918475337925" providerId="ADAL" clId="{EDCDCF4F-54F9-4D68-A6FA-31D0F7A0F381}" dt="2023-10-30T10:08:44.864" v="232" actId="47"/>
        <pc:sldMkLst>
          <pc:docMk/>
          <pc:sldMk cId="2605139840" sldId="1079"/>
        </pc:sldMkLst>
      </pc:sldChg>
      <pc:sldChg chg="del">
        <pc:chgData name="김명호" userId="e0d603aa-548e-418b-a070-918475337925" providerId="ADAL" clId="{EDCDCF4F-54F9-4D68-A6FA-31D0F7A0F381}" dt="2023-10-30T10:08:47.769" v="257" actId="47"/>
        <pc:sldMkLst>
          <pc:docMk/>
          <pc:sldMk cId="2494264132" sldId="1080"/>
        </pc:sldMkLst>
      </pc:sldChg>
      <pc:sldChg chg="del">
        <pc:chgData name="김명호" userId="e0d603aa-548e-418b-a070-918475337925" providerId="ADAL" clId="{EDCDCF4F-54F9-4D68-A6FA-31D0F7A0F381}" dt="2023-10-30T10:08:48.616" v="273" actId="47"/>
        <pc:sldMkLst>
          <pc:docMk/>
          <pc:sldMk cId="173854185" sldId="1081"/>
        </pc:sldMkLst>
      </pc:sldChg>
      <pc:sldChg chg="del">
        <pc:chgData name="김명호" userId="e0d603aa-548e-418b-a070-918475337925" providerId="ADAL" clId="{EDCDCF4F-54F9-4D68-A6FA-31D0F7A0F381}" dt="2023-10-30T10:08:48.672" v="274" actId="47"/>
        <pc:sldMkLst>
          <pc:docMk/>
          <pc:sldMk cId="500867156" sldId="1082"/>
        </pc:sldMkLst>
      </pc:sldChg>
      <pc:sldChg chg="del">
        <pc:chgData name="김명호" userId="e0d603aa-548e-418b-a070-918475337925" providerId="ADAL" clId="{EDCDCF4F-54F9-4D68-A6FA-31D0F7A0F381}" dt="2023-10-30T10:08:48.730" v="275" actId="47"/>
        <pc:sldMkLst>
          <pc:docMk/>
          <pc:sldMk cId="998022627" sldId="1083"/>
        </pc:sldMkLst>
      </pc:sldChg>
      <pc:sldChg chg="del">
        <pc:chgData name="김명호" userId="e0d603aa-548e-418b-a070-918475337925" providerId="ADAL" clId="{EDCDCF4F-54F9-4D68-A6FA-31D0F7A0F381}" dt="2023-10-30T10:08:44.163" v="231" actId="47"/>
        <pc:sldMkLst>
          <pc:docMk/>
          <pc:sldMk cId="2710496063" sldId="1084"/>
        </pc:sldMkLst>
      </pc:sldChg>
      <pc:sldChg chg="del">
        <pc:chgData name="김명호" userId="e0d603aa-548e-418b-a070-918475337925" providerId="ADAL" clId="{EDCDCF4F-54F9-4D68-A6FA-31D0F7A0F381}" dt="2023-10-30T10:08:48.791" v="276" actId="47"/>
        <pc:sldMkLst>
          <pc:docMk/>
          <pc:sldMk cId="2805759500" sldId="1085"/>
        </pc:sldMkLst>
      </pc:sldChg>
      <pc:sldChg chg="del">
        <pc:chgData name="김명호" userId="e0d603aa-548e-418b-a070-918475337925" providerId="ADAL" clId="{EDCDCF4F-54F9-4D68-A6FA-31D0F7A0F381}" dt="2023-10-30T10:08:48.838" v="277" actId="47"/>
        <pc:sldMkLst>
          <pc:docMk/>
          <pc:sldMk cId="1082786262" sldId="1086"/>
        </pc:sldMkLst>
      </pc:sldChg>
      <pc:sldChg chg="del">
        <pc:chgData name="김명호" userId="e0d603aa-548e-418b-a070-918475337925" providerId="ADAL" clId="{EDCDCF4F-54F9-4D68-A6FA-31D0F7A0F381}" dt="2023-10-30T10:08:48.882" v="278" actId="47"/>
        <pc:sldMkLst>
          <pc:docMk/>
          <pc:sldMk cId="309779243" sldId="1087"/>
        </pc:sldMkLst>
      </pc:sldChg>
      <pc:sldChg chg="del">
        <pc:chgData name="김명호" userId="e0d603aa-548e-418b-a070-918475337925" providerId="ADAL" clId="{EDCDCF4F-54F9-4D68-A6FA-31D0F7A0F381}" dt="2023-10-30T10:08:48.950" v="279" actId="47"/>
        <pc:sldMkLst>
          <pc:docMk/>
          <pc:sldMk cId="1526902029" sldId="1088"/>
        </pc:sldMkLst>
      </pc:sldChg>
      <pc:sldChg chg="del">
        <pc:chgData name="김명호" userId="e0d603aa-548e-418b-a070-918475337925" providerId="ADAL" clId="{EDCDCF4F-54F9-4D68-A6FA-31D0F7A0F381}" dt="2023-10-30T10:08:48.114" v="264" actId="47"/>
        <pc:sldMkLst>
          <pc:docMk/>
          <pc:sldMk cId="978558195" sldId="1089"/>
        </pc:sldMkLst>
      </pc:sldChg>
      <pc:sldChg chg="del">
        <pc:chgData name="김명호" userId="e0d603aa-548e-418b-a070-918475337925" providerId="ADAL" clId="{EDCDCF4F-54F9-4D68-A6FA-31D0F7A0F381}" dt="2023-10-30T10:08:48.164" v="265" actId="47"/>
        <pc:sldMkLst>
          <pc:docMk/>
          <pc:sldMk cId="1724458030" sldId="1090"/>
        </pc:sldMkLst>
      </pc:sldChg>
      <pc:sldChg chg="del">
        <pc:chgData name="김명호" userId="e0d603aa-548e-418b-a070-918475337925" providerId="ADAL" clId="{EDCDCF4F-54F9-4D68-A6FA-31D0F7A0F381}" dt="2023-10-30T10:08:49" v="280" actId="47"/>
        <pc:sldMkLst>
          <pc:docMk/>
          <pc:sldMk cId="2637197114" sldId="1091"/>
        </pc:sldMkLst>
      </pc:sldChg>
      <pc:sldChg chg="del">
        <pc:chgData name="김명호" userId="e0d603aa-548e-418b-a070-918475337925" providerId="ADAL" clId="{EDCDCF4F-54F9-4D68-A6FA-31D0F7A0F381}" dt="2023-10-30T10:08:49.051" v="281" actId="47"/>
        <pc:sldMkLst>
          <pc:docMk/>
          <pc:sldMk cId="2275974184" sldId="1092"/>
        </pc:sldMkLst>
      </pc:sldChg>
      <pc:sldChg chg="del">
        <pc:chgData name="김명호" userId="e0d603aa-548e-418b-a070-918475337925" providerId="ADAL" clId="{EDCDCF4F-54F9-4D68-A6FA-31D0F7A0F381}" dt="2023-10-30T10:08:49.105" v="282" actId="47"/>
        <pc:sldMkLst>
          <pc:docMk/>
          <pc:sldMk cId="206796772" sldId="1093"/>
        </pc:sldMkLst>
      </pc:sldChg>
      <pc:sldChg chg="del">
        <pc:chgData name="김명호" userId="e0d603aa-548e-418b-a070-918475337925" providerId="ADAL" clId="{EDCDCF4F-54F9-4D68-A6FA-31D0F7A0F381}" dt="2023-10-30T10:08:49.152" v="283" actId="47"/>
        <pc:sldMkLst>
          <pc:docMk/>
          <pc:sldMk cId="3410698562" sldId="1094"/>
        </pc:sldMkLst>
      </pc:sldChg>
      <pc:sldChg chg="del">
        <pc:chgData name="김명호" userId="e0d603aa-548e-418b-a070-918475337925" providerId="ADAL" clId="{EDCDCF4F-54F9-4D68-A6FA-31D0F7A0F381}" dt="2023-10-30T10:08:49.217" v="284" actId="47"/>
        <pc:sldMkLst>
          <pc:docMk/>
          <pc:sldMk cId="3165795266" sldId="1095"/>
        </pc:sldMkLst>
      </pc:sldChg>
      <pc:sldChg chg="del">
        <pc:chgData name="김명호" userId="e0d603aa-548e-418b-a070-918475337925" providerId="ADAL" clId="{EDCDCF4F-54F9-4D68-A6FA-31D0F7A0F381}" dt="2023-10-30T10:08:49.276" v="285" actId="47"/>
        <pc:sldMkLst>
          <pc:docMk/>
          <pc:sldMk cId="3102810174" sldId="1096"/>
        </pc:sldMkLst>
      </pc:sldChg>
      <pc:sldChg chg="del">
        <pc:chgData name="김명호" userId="e0d603aa-548e-418b-a070-918475337925" providerId="ADAL" clId="{EDCDCF4F-54F9-4D68-A6FA-31D0F7A0F381}" dt="2023-10-30T10:08:49.323" v="286" actId="47"/>
        <pc:sldMkLst>
          <pc:docMk/>
          <pc:sldMk cId="682782998" sldId="1098"/>
        </pc:sldMkLst>
      </pc:sldChg>
      <pc:sldChg chg="del">
        <pc:chgData name="김명호" userId="e0d603aa-548e-418b-a070-918475337925" providerId="ADAL" clId="{EDCDCF4F-54F9-4D68-A6FA-31D0F7A0F381}" dt="2023-10-30T10:08:49.371" v="287" actId="47"/>
        <pc:sldMkLst>
          <pc:docMk/>
          <pc:sldMk cId="3017765659" sldId="1099"/>
        </pc:sldMkLst>
      </pc:sldChg>
      <pc:sldChg chg="del">
        <pc:chgData name="김명호" userId="e0d603aa-548e-418b-a070-918475337925" providerId="ADAL" clId="{EDCDCF4F-54F9-4D68-A6FA-31D0F7A0F381}" dt="2023-10-30T10:08:49.421" v="288" actId="47"/>
        <pc:sldMkLst>
          <pc:docMk/>
          <pc:sldMk cId="245432311" sldId="1100"/>
        </pc:sldMkLst>
      </pc:sldChg>
      <pc:sldChg chg="del">
        <pc:chgData name="김명호" userId="e0d603aa-548e-418b-a070-918475337925" providerId="ADAL" clId="{EDCDCF4F-54F9-4D68-A6FA-31D0F7A0F381}" dt="2023-10-30T10:08:49.464" v="289" actId="47"/>
        <pc:sldMkLst>
          <pc:docMk/>
          <pc:sldMk cId="2712517793" sldId="1101"/>
        </pc:sldMkLst>
      </pc:sldChg>
      <pc:sldChg chg="del">
        <pc:chgData name="김명호" userId="e0d603aa-548e-418b-a070-918475337925" providerId="ADAL" clId="{EDCDCF4F-54F9-4D68-A6FA-31D0F7A0F381}" dt="2023-10-30T10:08:49.509" v="290" actId="47"/>
        <pc:sldMkLst>
          <pc:docMk/>
          <pc:sldMk cId="125764734" sldId="1102"/>
        </pc:sldMkLst>
      </pc:sldChg>
      <pc:sldChg chg="del">
        <pc:chgData name="김명호" userId="e0d603aa-548e-418b-a070-918475337925" providerId="ADAL" clId="{EDCDCF4F-54F9-4D68-A6FA-31D0F7A0F381}" dt="2023-10-30T10:08:50.343" v="291" actId="47"/>
        <pc:sldMkLst>
          <pc:docMk/>
          <pc:sldMk cId="3977313246" sldId="1103"/>
        </pc:sldMkLst>
      </pc:sldChg>
      <pc:sldChg chg="del">
        <pc:chgData name="김명호" userId="e0d603aa-548e-418b-a070-918475337925" providerId="ADAL" clId="{EDCDCF4F-54F9-4D68-A6FA-31D0F7A0F381}" dt="2023-10-30T10:08:50.660" v="292" actId="47"/>
        <pc:sldMkLst>
          <pc:docMk/>
          <pc:sldMk cId="3807508914" sldId="1104"/>
        </pc:sldMkLst>
      </pc:sldChg>
      <pc:sldChg chg="del">
        <pc:chgData name="김명호" userId="e0d603aa-548e-418b-a070-918475337925" providerId="ADAL" clId="{EDCDCF4F-54F9-4D68-A6FA-31D0F7A0F381}" dt="2023-10-30T10:08:50.737" v="293" actId="47"/>
        <pc:sldMkLst>
          <pc:docMk/>
          <pc:sldMk cId="2600244244" sldId="1105"/>
        </pc:sldMkLst>
      </pc:sldChg>
      <pc:sldChg chg="del">
        <pc:chgData name="김명호" userId="e0d603aa-548e-418b-a070-918475337925" providerId="ADAL" clId="{EDCDCF4F-54F9-4D68-A6FA-31D0F7A0F381}" dt="2023-10-30T10:08:50.792" v="294" actId="47"/>
        <pc:sldMkLst>
          <pc:docMk/>
          <pc:sldMk cId="2700786403" sldId="1106"/>
        </pc:sldMkLst>
      </pc:sldChg>
      <pc:sldChg chg="del">
        <pc:chgData name="김명호" userId="e0d603aa-548e-418b-a070-918475337925" providerId="ADAL" clId="{EDCDCF4F-54F9-4D68-A6FA-31D0F7A0F381}" dt="2023-10-30T10:08:50.889" v="295" actId="47"/>
        <pc:sldMkLst>
          <pc:docMk/>
          <pc:sldMk cId="1936214501" sldId="1107"/>
        </pc:sldMkLst>
      </pc:sldChg>
      <pc:sldChg chg="del">
        <pc:chgData name="김명호" userId="e0d603aa-548e-418b-a070-918475337925" providerId="ADAL" clId="{EDCDCF4F-54F9-4D68-A6FA-31D0F7A0F381}" dt="2023-10-30T10:08:50.980" v="296" actId="47"/>
        <pc:sldMkLst>
          <pc:docMk/>
          <pc:sldMk cId="3312114022" sldId="1108"/>
        </pc:sldMkLst>
      </pc:sldChg>
      <pc:sldChg chg="del">
        <pc:chgData name="김명호" userId="e0d603aa-548e-418b-a070-918475337925" providerId="ADAL" clId="{EDCDCF4F-54F9-4D68-A6FA-31D0F7A0F381}" dt="2023-10-30T10:08:51.048" v="297" actId="47"/>
        <pc:sldMkLst>
          <pc:docMk/>
          <pc:sldMk cId="2655692448" sldId="1109"/>
        </pc:sldMkLst>
      </pc:sldChg>
      <pc:sldChg chg="del">
        <pc:chgData name="김명호" userId="e0d603aa-548e-418b-a070-918475337925" providerId="ADAL" clId="{EDCDCF4F-54F9-4D68-A6FA-31D0F7A0F381}" dt="2023-10-30T10:08:48.216" v="266" actId="47"/>
        <pc:sldMkLst>
          <pc:docMk/>
          <pc:sldMk cId="4142125621" sldId="1110"/>
        </pc:sldMkLst>
      </pc:sldChg>
      <pc:sldChg chg="del">
        <pc:chgData name="김명호" userId="e0d603aa-548e-418b-a070-918475337925" providerId="ADAL" clId="{EDCDCF4F-54F9-4D68-A6FA-31D0F7A0F381}" dt="2023-10-30T10:08:48.283" v="267" actId="47"/>
        <pc:sldMkLst>
          <pc:docMk/>
          <pc:sldMk cId="787417576" sldId="1111"/>
        </pc:sldMkLst>
      </pc:sldChg>
      <pc:sldChg chg="del">
        <pc:chgData name="김명호" userId="e0d603aa-548e-418b-a070-918475337925" providerId="ADAL" clId="{EDCDCF4F-54F9-4D68-A6FA-31D0F7A0F381}" dt="2023-10-30T10:08:51.160" v="299" actId="47"/>
        <pc:sldMkLst>
          <pc:docMk/>
          <pc:sldMk cId="976008353" sldId="1112"/>
        </pc:sldMkLst>
      </pc:sldChg>
      <pc:sldChg chg="del">
        <pc:chgData name="김명호" userId="e0d603aa-548e-418b-a070-918475337925" providerId="ADAL" clId="{EDCDCF4F-54F9-4D68-A6FA-31D0F7A0F381}" dt="2023-10-30T10:08:51.099" v="298" actId="47"/>
        <pc:sldMkLst>
          <pc:docMk/>
          <pc:sldMk cId="2778841007" sldId="1113"/>
        </pc:sldMkLst>
      </pc:sldChg>
      <pc:sldChg chg="del">
        <pc:chgData name="김명호" userId="e0d603aa-548e-418b-a070-918475337925" providerId="ADAL" clId="{EDCDCF4F-54F9-4D68-A6FA-31D0F7A0F381}" dt="2023-10-30T10:08:51.214" v="300" actId="47"/>
        <pc:sldMkLst>
          <pc:docMk/>
          <pc:sldMk cId="2534469432" sldId="1114"/>
        </pc:sldMkLst>
      </pc:sldChg>
      <pc:sldChg chg="del">
        <pc:chgData name="김명호" userId="e0d603aa-548e-418b-a070-918475337925" providerId="ADAL" clId="{EDCDCF4F-54F9-4D68-A6FA-31D0F7A0F381}" dt="2023-10-30T10:08:51.367" v="303" actId="47"/>
        <pc:sldMkLst>
          <pc:docMk/>
          <pc:sldMk cId="2338931314" sldId="1115"/>
        </pc:sldMkLst>
      </pc:sldChg>
      <pc:sldChg chg="del">
        <pc:chgData name="김명호" userId="e0d603aa-548e-418b-a070-918475337925" providerId="ADAL" clId="{EDCDCF4F-54F9-4D68-A6FA-31D0F7A0F381}" dt="2023-10-30T10:08:51.417" v="304" actId="47"/>
        <pc:sldMkLst>
          <pc:docMk/>
          <pc:sldMk cId="3052116131" sldId="1116"/>
        </pc:sldMkLst>
      </pc:sldChg>
      <pc:sldChg chg="del">
        <pc:chgData name="김명호" userId="e0d603aa-548e-418b-a070-918475337925" providerId="ADAL" clId="{EDCDCF4F-54F9-4D68-A6FA-31D0F7A0F381}" dt="2023-10-30T10:08:51.313" v="302" actId="47"/>
        <pc:sldMkLst>
          <pc:docMk/>
          <pc:sldMk cId="108431585" sldId="1117"/>
        </pc:sldMkLst>
      </pc:sldChg>
      <pc:sldChg chg="del">
        <pc:chgData name="김명호" userId="e0d603aa-548e-418b-a070-918475337925" providerId="ADAL" clId="{EDCDCF4F-54F9-4D68-A6FA-31D0F7A0F381}" dt="2023-10-30T10:08:51.528" v="306" actId="47"/>
        <pc:sldMkLst>
          <pc:docMk/>
          <pc:sldMk cId="385010898" sldId="1118"/>
        </pc:sldMkLst>
      </pc:sldChg>
      <pc:sldChg chg="del">
        <pc:chgData name="김명호" userId="e0d603aa-548e-418b-a070-918475337925" providerId="ADAL" clId="{EDCDCF4F-54F9-4D68-A6FA-31D0F7A0F381}" dt="2023-10-30T10:08:51.487" v="305" actId="47"/>
        <pc:sldMkLst>
          <pc:docMk/>
          <pc:sldMk cId="632467668" sldId="1119"/>
        </pc:sldMkLst>
      </pc:sldChg>
      <pc:sldChg chg="del">
        <pc:chgData name="김명호" userId="e0d603aa-548e-418b-a070-918475337925" providerId="ADAL" clId="{EDCDCF4F-54F9-4D68-A6FA-31D0F7A0F381}" dt="2023-10-30T10:08:47.490" v="252" actId="47"/>
        <pc:sldMkLst>
          <pc:docMk/>
          <pc:sldMk cId="3344446772" sldId="1121"/>
        </pc:sldMkLst>
      </pc:sldChg>
      <pc:sldChg chg="del">
        <pc:chgData name="김명호" userId="e0d603aa-548e-418b-a070-918475337925" providerId="ADAL" clId="{EDCDCF4F-54F9-4D68-A6FA-31D0F7A0F381}" dt="2023-10-30T10:08:48.010" v="262" actId="47"/>
        <pc:sldMkLst>
          <pc:docMk/>
          <pc:sldMk cId="2243285411" sldId="1122"/>
        </pc:sldMkLst>
      </pc:sldChg>
      <pc:sldChg chg="del">
        <pc:chgData name="김명호" userId="e0d603aa-548e-418b-a070-918475337925" providerId="ADAL" clId="{EDCDCF4F-54F9-4D68-A6FA-31D0F7A0F381}" dt="2023-10-30T10:08:48.062" v="263" actId="47"/>
        <pc:sldMkLst>
          <pc:docMk/>
          <pc:sldMk cId="3745357050" sldId="1123"/>
        </pc:sldMkLst>
      </pc:sldChg>
      <pc:sldChg chg="del">
        <pc:chgData name="김명호" userId="e0d603aa-548e-418b-a070-918475337925" providerId="ADAL" clId="{EDCDCF4F-54F9-4D68-A6FA-31D0F7A0F381}" dt="2023-10-30T10:08:51.581" v="307" actId="47"/>
        <pc:sldMkLst>
          <pc:docMk/>
          <pc:sldMk cId="885389110" sldId="1124"/>
        </pc:sldMkLst>
      </pc:sldChg>
      <pc:sldChg chg="del">
        <pc:chgData name="김명호" userId="e0d603aa-548e-418b-a070-918475337925" providerId="ADAL" clId="{EDCDCF4F-54F9-4D68-A6FA-31D0F7A0F381}" dt="2023-10-30T10:08:51.632" v="308" actId="47"/>
        <pc:sldMkLst>
          <pc:docMk/>
          <pc:sldMk cId="2508009420" sldId="1125"/>
        </pc:sldMkLst>
      </pc:sldChg>
      <pc:sldChg chg="del">
        <pc:chgData name="김명호" userId="e0d603aa-548e-418b-a070-918475337925" providerId="ADAL" clId="{EDCDCF4F-54F9-4D68-A6FA-31D0F7A0F381}" dt="2023-10-30T10:08:51.682" v="309" actId="47"/>
        <pc:sldMkLst>
          <pc:docMk/>
          <pc:sldMk cId="3903104015" sldId="1126"/>
        </pc:sldMkLst>
      </pc:sldChg>
      <pc:sldChg chg="del">
        <pc:chgData name="김명호" userId="e0d603aa-548e-418b-a070-918475337925" providerId="ADAL" clId="{EDCDCF4F-54F9-4D68-A6FA-31D0F7A0F381}" dt="2023-10-30T10:08:51.731" v="310" actId="47"/>
        <pc:sldMkLst>
          <pc:docMk/>
          <pc:sldMk cId="2786277468" sldId="1127"/>
        </pc:sldMkLst>
      </pc:sldChg>
      <pc:sldChg chg="del">
        <pc:chgData name="김명호" userId="e0d603aa-548e-418b-a070-918475337925" providerId="ADAL" clId="{EDCDCF4F-54F9-4D68-A6FA-31D0F7A0F381}" dt="2023-10-30T10:08:51.880" v="313" actId="47"/>
        <pc:sldMkLst>
          <pc:docMk/>
          <pc:sldMk cId="1495178737" sldId="1128"/>
        </pc:sldMkLst>
      </pc:sldChg>
      <pc:sldChg chg="del">
        <pc:chgData name="김명호" userId="e0d603aa-548e-418b-a070-918475337925" providerId="ADAL" clId="{EDCDCF4F-54F9-4D68-A6FA-31D0F7A0F381}" dt="2023-10-30T10:08:51.934" v="314" actId="47"/>
        <pc:sldMkLst>
          <pc:docMk/>
          <pc:sldMk cId="4049400095" sldId="1129"/>
        </pc:sldMkLst>
      </pc:sldChg>
      <pc:sldChg chg="del">
        <pc:chgData name="김명호" userId="e0d603aa-548e-418b-a070-918475337925" providerId="ADAL" clId="{EDCDCF4F-54F9-4D68-A6FA-31D0F7A0F381}" dt="2023-10-30T10:08:51.976" v="315" actId="47"/>
        <pc:sldMkLst>
          <pc:docMk/>
          <pc:sldMk cId="2744063411" sldId="1130"/>
        </pc:sldMkLst>
      </pc:sldChg>
      <pc:sldChg chg="del">
        <pc:chgData name="김명호" userId="e0d603aa-548e-418b-a070-918475337925" providerId="ADAL" clId="{EDCDCF4F-54F9-4D68-A6FA-31D0F7A0F381}" dt="2023-10-30T10:08:52.022" v="316" actId="47"/>
        <pc:sldMkLst>
          <pc:docMk/>
          <pc:sldMk cId="3835187243" sldId="1131"/>
        </pc:sldMkLst>
      </pc:sldChg>
      <pc:sldChg chg="del">
        <pc:chgData name="김명호" userId="e0d603aa-548e-418b-a070-918475337925" providerId="ADAL" clId="{EDCDCF4F-54F9-4D68-A6FA-31D0F7A0F381}" dt="2023-10-30T10:08:52.076" v="317" actId="47"/>
        <pc:sldMkLst>
          <pc:docMk/>
          <pc:sldMk cId="416966234" sldId="1132"/>
        </pc:sldMkLst>
      </pc:sldChg>
      <pc:sldChg chg="del">
        <pc:chgData name="김명호" userId="e0d603aa-548e-418b-a070-918475337925" providerId="ADAL" clId="{EDCDCF4F-54F9-4D68-A6FA-31D0F7A0F381}" dt="2023-10-30T10:08:52.119" v="318" actId="47"/>
        <pc:sldMkLst>
          <pc:docMk/>
          <pc:sldMk cId="3841271299" sldId="1133"/>
        </pc:sldMkLst>
      </pc:sldChg>
      <pc:sldChg chg="del">
        <pc:chgData name="김명호" userId="e0d603aa-548e-418b-a070-918475337925" providerId="ADAL" clId="{EDCDCF4F-54F9-4D68-A6FA-31D0F7A0F381}" dt="2023-10-30T10:08:52.167" v="319" actId="47"/>
        <pc:sldMkLst>
          <pc:docMk/>
          <pc:sldMk cId="2619552070" sldId="1134"/>
        </pc:sldMkLst>
      </pc:sldChg>
      <pc:sldChg chg="del">
        <pc:chgData name="김명호" userId="e0d603aa-548e-418b-a070-918475337925" providerId="ADAL" clId="{EDCDCF4F-54F9-4D68-A6FA-31D0F7A0F381}" dt="2023-10-30T10:08:52.219" v="320" actId="47"/>
        <pc:sldMkLst>
          <pc:docMk/>
          <pc:sldMk cId="3000986245" sldId="1135"/>
        </pc:sldMkLst>
      </pc:sldChg>
      <pc:sldChg chg="del">
        <pc:chgData name="김명호" userId="e0d603aa-548e-418b-a070-918475337925" providerId="ADAL" clId="{EDCDCF4F-54F9-4D68-A6FA-31D0F7A0F381}" dt="2023-10-30T10:08:52.267" v="321" actId="47"/>
        <pc:sldMkLst>
          <pc:docMk/>
          <pc:sldMk cId="3265394745" sldId="1136"/>
        </pc:sldMkLst>
      </pc:sldChg>
      <pc:sldChg chg="del">
        <pc:chgData name="김명호" userId="e0d603aa-548e-418b-a070-918475337925" providerId="ADAL" clId="{EDCDCF4F-54F9-4D68-A6FA-31D0F7A0F381}" dt="2023-10-30T10:08:51.779" v="311" actId="47"/>
        <pc:sldMkLst>
          <pc:docMk/>
          <pc:sldMk cId="1771219071" sldId="1137"/>
        </pc:sldMkLst>
      </pc:sldChg>
      <pc:sldChg chg="del">
        <pc:chgData name="김명호" userId="e0d603aa-548e-418b-a070-918475337925" providerId="ADAL" clId="{EDCDCF4F-54F9-4D68-A6FA-31D0F7A0F381}" dt="2023-10-30T10:08:51.830" v="312" actId="47"/>
        <pc:sldMkLst>
          <pc:docMk/>
          <pc:sldMk cId="1362683018" sldId="1138"/>
        </pc:sldMkLst>
      </pc:sldChg>
      <pc:sldChg chg="del">
        <pc:chgData name="김명호" userId="e0d603aa-548e-418b-a070-918475337925" providerId="ADAL" clId="{EDCDCF4F-54F9-4D68-A6FA-31D0F7A0F381}" dt="2023-10-30T10:08:52.325" v="322" actId="47"/>
        <pc:sldMkLst>
          <pc:docMk/>
          <pc:sldMk cId="2948035056" sldId="1139"/>
        </pc:sldMkLst>
      </pc:sldChg>
      <pc:sldChg chg="del">
        <pc:chgData name="김명호" userId="e0d603aa-548e-418b-a070-918475337925" providerId="ADAL" clId="{EDCDCF4F-54F9-4D68-A6FA-31D0F7A0F381}" dt="2023-10-30T10:08:52.941" v="323" actId="47"/>
        <pc:sldMkLst>
          <pc:docMk/>
          <pc:sldMk cId="462165194" sldId="1140"/>
        </pc:sldMkLst>
      </pc:sldChg>
      <pc:sldChg chg="del">
        <pc:chgData name="김명호" userId="e0d603aa-548e-418b-a070-918475337925" providerId="ADAL" clId="{EDCDCF4F-54F9-4D68-A6FA-31D0F7A0F381}" dt="2023-10-30T10:08:53.203" v="324" actId="47"/>
        <pc:sldMkLst>
          <pc:docMk/>
          <pc:sldMk cId="576696506" sldId="1141"/>
        </pc:sldMkLst>
      </pc:sldChg>
      <pc:sldChg chg="del">
        <pc:chgData name="김명호" userId="e0d603aa-548e-418b-a070-918475337925" providerId="ADAL" clId="{EDCDCF4F-54F9-4D68-A6FA-31D0F7A0F381}" dt="2023-10-30T10:08:53.248" v="325" actId="47"/>
        <pc:sldMkLst>
          <pc:docMk/>
          <pc:sldMk cId="7236352" sldId="1142"/>
        </pc:sldMkLst>
      </pc:sldChg>
      <pc:sldChg chg="del">
        <pc:chgData name="김명호" userId="e0d603aa-548e-418b-a070-918475337925" providerId="ADAL" clId="{EDCDCF4F-54F9-4D68-A6FA-31D0F7A0F381}" dt="2023-10-30T10:08:55.228" v="346" actId="47"/>
        <pc:sldMkLst>
          <pc:docMk/>
          <pc:sldMk cId="262892030" sldId="1143"/>
        </pc:sldMkLst>
      </pc:sldChg>
      <pc:sldChg chg="del">
        <pc:chgData name="김명호" userId="e0d603aa-548e-418b-a070-918475337925" providerId="ADAL" clId="{EDCDCF4F-54F9-4D68-A6FA-31D0F7A0F381}" dt="2023-10-30T10:08:53.312" v="326" actId="47"/>
        <pc:sldMkLst>
          <pc:docMk/>
          <pc:sldMk cId="4166470731" sldId="1144"/>
        </pc:sldMkLst>
      </pc:sldChg>
      <pc:sldChg chg="del">
        <pc:chgData name="김명호" userId="e0d603aa-548e-418b-a070-918475337925" providerId="ADAL" clId="{EDCDCF4F-54F9-4D68-A6FA-31D0F7A0F381}" dt="2023-10-30T10:08:53.361" v="327" actId="47"/>
        <pc:sldMkLst>
          <pc:docMk/>
          <pc:sldMk cId="4047204083" sldId="1145"/>
        </pc:sldMkLst>
      </pc:sldChg>
      <pc:sldChg chg="del">
        <pc:chgData name="김명호" userId="e0d603aa-548e-418b-a070-918475337925" providerId="ADAL" clId="{EDCDCF4F-54F9-4D68-A6FA-31D0F7A0F381}" dt="2023-10-30T10:08:53.407" v="328" actId="47"/>
        <pc:sldMkLst>
          <pc:docMk/>
          <pc:sldMk cId="4198338603" sldId="1146"/>
        </pc:sldMkLst>
      </pc:sldChg>
      <pc:sldChg chg="del">
        <pc:chgData name="김명호" userId="e0d603aa-548e-418b-a070-918475337925" providerId="ADAL" clId="{EDCDCF4F-54F9-4D68-A6FA-31D0F7A0F381}" dt="2023-10-30T10:08:53.461" v="329" actId="47"/>
        <pc:sldMkLst>
          <pc:docMk/>
          <pc:sldMk cId="2315634560" sldId="1149"/>
        </pc:sldMkLst>
      </pc:sldChg>
      <pc:sldChg chg="del">
        <pc:chgData name="김명호" userId="e0d603aa-548e-418b-a070-918475337925" providerId="ADAL" clId="{EDCDCF4F-54F9-4D68-A6FA-31D0F7A0F381}" dt="2023-10-30T10:08:51.260" v="301" actId="47"/>
        <pc:sldMkLst>
          <pc:docMk/>
          <pc:sldMk cId="932599177" sldId="1150"/>
        </pc:sldMkLst>
      </pc:sldChg>
      <pc:sldChg chg="del">
        <pc:chgData name="김명호" userId="e0d603aa-548e-418b-a070-918475337925" providerId="ADAL" clId="{EDCDCF4F-54F9-4D68-A6FA-31D0F7A0F381}" dt="2023-10-30T10:08:53.508" v="330" actId="47"/>
        <pc:sldMkLst>
          <pc:docMk/>
          <pc:sldMk cId="554251326" sldId="1151"/>
        </pc:sldMkLst>
      </pc:sldChg>
      <pc:sldChg chg="del">
        <pc:chgData name="김명호" userId="e0d603aa-548e-418b-a070-918475337925" providerId="ADAL" clId="{EDCDCF4F-54F9-4D68-A6FA-31D0F7A0F381}" dt="2023-10-30T10:08:53.567" v="331" actId="47"/>
        <pc:sldMkLst>
          <pc:docMk/>
          <pc:sldMk cId="1591431822" sldId="1152"/>
        </pc:sldMkLst>
      </pc:sldChg>
      <pc:sldChg chg="del">
        <pc:chgData name="김명호" userId="e0d603aa-548e-418b-a070-918475337925" providerId="ADAL" clId="{EDCDCF4F-54F9-4D68-A6FA-31D0F7A0F381}" dt="2023-10-30T10:08:53.626" v="332" actId="47"/>
        <pc:sldMkLst>
          <pc:docMk/>
          <pc:sldMk cId="2999841464" sldId="1153"/>
        </pc:sldMkLst>
      </pc:sldChg>
      <pc:sldChg chg="del">
        <pc:chgData name="김명호" userId="e0d603aa-548e-418b-a070-918475337925" providerId="ADAL" clId="{EDCDCF4F-54F9-4D68-A6FA-31D0F7A0F381}" dt="2023-10-30T10:08:53.669" v="333" actId="47"/>
        <pc:sldMkLst>
          <pc:docMk/>
          <pc:sldMk cId="1773800060" sldId="1154"/>
        </pc:sldMkLst>
      </pc:sldChg>
      <pc:sldChg chg="del">
        <pc:chgData name="김명호" userId="e0d603aa-548e-418b-a070-918475337925" providerId="ADAL" clId="{EDCDCF4F-54F9-4D68-A6FA-31D0F7A0F381}" dt="2023-10-30T10:08:53.714" v="334" actId="47"/>
        <pc:sldMkLst>
          <pc:docMk/>
          <pc:sldMk cId="1085824141" sldId="1155"/>
        </pc:sldMkLst>
      </pc:sldChg>
      <pc:sldChg chg="del">
        <pc:chgData name="김명호" userId="e0d603aa-548e-418b-a070-918475337925" providerId="ADAL" clId="{EDCDCF4F-54F9-4D68-A6FA-31D0F7A0F381}" dt="2023-10-30T10:08:53.757" v="335" actId="47"/>
        <pc:sldMkLst>
          <pc:docMk/>
          <pc:sldMk cId="4270986488" sldId="1157"/>
        </pc:sldMkLst>
      </pc:sldChg>
      <pc:sldChg chg="del">
        <pc:chgData name="김명호" userId="e0d603aa-548e-418b-a070-918475337925" providerId="ADAL" clId="{EDCDCF4F-54F9-4D68-A6FA-31D0F7A0F381}" dt="2023-10-30T10:08:53.809" v="336" actId="47"/>
        <pc:sldMkLst>
          <pc:docMk/>
          <pc:sldMk cId="1891453540" sldId="1160"/>
        </pc:sldMkLst>
      </pc:sldChg>
      <pc:sldChg chg="del">
        <pc:chgData name="김명호" userId="e0d603aa-548e-418b-a070-918475337925" providerId="ADAL" clId="{EDCDCF4F-54F9-4D68-A6FA-31D0F7A0F381}" dt="2023-10-30T10:08:53.862" v="337" actId="47"/>
        <pc:sldMkLst>
          <pc:docMk/>
          <pc:sldMk cId="1781071530" sldId="1162"/>
        </pc:sldMkLst>
      </pc:sldChg>
      <pc:sldChg chg="del">
        <pc:chgData name="김명호" userId="e0d603aa-548e-418b-a070-918475337925" providerId="ADAL" clId="{EDCDCF4F-54F9-4D68-A6FA-31D0F7A0F381}" dt="2023-10-30T10:08:53.902" v="338" actId="47"/>
        <pc:sldMkLst>
          <pc:docMk/>
          <pc:sldMk cId="2119426144" sldId="1164"/>
        </pc:sldMkLst>
      </pc:sldChg>
      <pc:sldChg chg="del">
        <pc:chgData name="김명호" userId="e0d603aa-548e-418b-a070-918475337925" providerId="ADAL" clId="{EDCDCF4F-54F9-4D68-A6FA-31D0F7A0F381}" dt="2023-10-30T10:08:53.952" v="339" actId="47"/>
        <pc:sldMkLst>
          <pc:docMk/>
          <pc:sldMk cId="757751180" sldId="1166"/>
        </pc:sldMkLst>
      </pc:sldChg>
      <pc:sldChg chg="del">
        <pc:chgData name="김명호" userId="e0d603aa-548e-418b-a070-918475337925" providerId="ADAL" clId="{EDCDCF4F-54F9-4D68-A6FA-31D0F7A0F381}" dt="2023-10-30T10:08:53.999" v="340" actId="47"/>
        <pc:sldMkLst>
          <pc:docMk/>
          <pc:sldMk cId="2662672518" sldId="1167"/>
        </pc:sldMkLst>
      </pc:sldChg>
      <pc:sldChg chg="del">
        <pc:chgData name="김명호" userId="e0d603aa-548e-418b-a070-918475337925" providerId="ADAL" clId="{EDCDCF4F-54F9-4D68-A6FA-31D0F7A0F381}" dt="2023-10-30T10:08:54.051" v="341" actId="47"/>
        <pc:sldMkLst>
          <pc:docMk/>
          <pc:sldMk cId="32048056" sldId="1169"/>
        </pc:sldMkLst>
      </pc:sldChg>
      <pc:sldChg chg="del">
        <pc:chgData name="김명호" userId="e0d603aa-548e-418b-a070-918475337925" providerId="ADAL" clId="{EDCDCF4F-54F9-4D68-A6FA-31D0F7A0F381}" dt="2023-10-30T10:08:54.105" v="342" actId="47"/>
        <pc:sldMkLst>
          <pc:docMk/>
          <pc:sldMk cId="533174973" sldId="1170"/>
        </pc:sldMkLst>
      </pc:sldChg>
      <pc:sldChg chg="del">
        <pc:chgData name="김명호" userId="e0d603aa-548e-418b-a070-918475337925" providerId="ADAL" clId="{EDCDCF4F-54F9-4D68-A6FA-31D0F7A0F381}" dt="2023-10-30T10:08:54.733" v="343" actId="47"/>
        <pc:sldMkLst>
          <pc:docMk/>
          <pc:sldMk cId="3657053107" sldId="1172"/>
        </pc:sldMkLst>
      </pc:sldChg>
      <pc:sldChg chg="del">
        <pc:chgData name="김명호" userId="e0d603aa-548e-418b-a070-918475337925" providerId="ADAL" clId="{EDCDCF4F-54F9-4D68-A6FA-31D0F7A0F381}" dt="2023-10-30T10:08:54.907" v="344" actId="47"/>
        <pc:sldMkLst>
          <pc:docMk/>
          <pc:sldMk cId="1520453298" sldId="1173"/>
        </pc:sldMkLst>
      </pc:sldChg>
      <pc:sldChg chg="del">
        <pc:chgData name="김명호" userId="e0d603aa-548e-418b-a070-918475337925" providerId="ADAL" clId="{EDCDCF4F-54F9-4D68-A6FA-31D0F7A0F381}" dt="2023-10-30T10:08:55.075" v="345" actId="47"/>
        <pc:sldMkLst>
          <pc:docMk/>
          <pc:sldMk cId="398178429" sldId="1174"/>
        </pc:sldMkLst>
      </pc:sldChg>
      <pc:sldChg chg="del">
        <pc:chgData name="김명호" userId="e0d603aa-548e-418b-a070-918475337925" providerId="ADAL" clId="{EDCDCF4F-54F9-4D68-A6FA-31D0F7A0F381}" dt="2023-10-30T10:08:55.494" v="347" actId="47"/>
        <pc:sldMkLst>
          <pc:docMk/>
          <pc:sldMk cId="3119948362" sldId="1175"/>
        </pc:sldMkLst>
      </pc:sldChg>
      <pc:sldChg chg="del">
        <pc:chgData name="김명호" userId="e0d603aa-548e-418b-a070-918475337925" providerId="ADAL" clId="{EDCDCF4F-54F9-4D68-A6FA-31D0F7A0F381}" dt="2023-10-30T10:08:45.437" v="235" actId="47"/>
        <pc:sldMkLst>
          <pc:docMk/>
          <pc:sldMk cId="1487641908" sldId="1176"/>
        </pc:sldMkLst>
      </pc:sldChg>
      <pc:sldChg chg="del">
        <pc:chgData name="김명호" userId="e0d603aa-548e-418b-a070-918475337925" providerId="ADAL" clId="{EDCDCF4F-54F9-4D68-A6FA-31D0F7A0F381}" dt="2023-10-30T10:08:47.010" v="243" actId="47"/>
        <pc:sldMkLst>
          <pc:docMk/>
          <pc:sldMk cId="4161560037" sldId="1177"/>
        </pc:sldMkLst>
      </pc:sldChg>
      <pc:sldChg chg="del">
        <pc:chgData name="김명호" userId="e0d603aa-548e-418b-a070-918475337925" providerId="ADAL" clId="{EDCDCF4F-54F9-4D68-A6FA-31D0F7A0F381}" dt="2023-10-30T10:08:46.916" v="241" actId="47"/>
        <pc:sldMkLst>
          <pc:docMk/>
          <pc:sldMk cId="1179632296" sldId="1178"/>
        </pc:sldMkLst>
      </pc:sldChg>
      <pc:sldChg chg="del">
        <pc:chgData name="김명호" userId="e0d603aa-548e-418b-a070-918475337925" providerId="ADAL" clId="{EDCDCF4F-54F9-4D68-A6FA-31D0F7A0F381}" dt="2023-10-30T10:08:45.846" v="236" actId="47"/>
        <pc:sldMkLst>
          <pc:docMk/>
          <pc:sldMk cId="4068891760" sldId="1179"/>
        </pc:sldMkLst>
      </pc:sldChg>
      <pc:sldChg chg="del">
        <pc:chgData name="김명호" userId="e0d603aa-548e-418b-a070-918475337925" providerId="ADAL" clId="{EDCDCF4F-54F9-4D68-A6FA-31D0F7A0F381}" dt="2023-10-30T10:08:46.586" v="239" actId="47"/>
        <pc:sldMkLst>
          <pc:docMk/>
          <pc:sldMk cId="4096287963" sldId="1180"/>
        </pc:sldMkLst>
      </pc:sldChg>
      <pc:sldChg chg="del">
        <pc:chgData name="김명호" userId="e0d603aa-548e-418b-a070-918475337925" providerId="ADAL" clId="{EDCDCF4F-54F9-4D68-A6FA-31D0F7A0F381}" dt="2023-10-30T10:08:46.847" v="240" actId="47"/>
        <pc:sldMkLst>
          <pc:docMk/>
          <pc:sldMk cId="122310330" sldId="1181"/>
        </pc:sldMkLst>
      </pc:sldChg>
      <pc:sldChg chg="del">
        <pc:chgData name="김명호" userId="e0d603aa-548e-418b-a070-918475337925" providerId="ADAL" clId="{EDCDCF4F-54F9-4D68-A6FA-31D0F7A0F381}" dt="2023-10-30T10:08:46.421" v="238" actId="47"/>
        <pc:sldMkLst>
          <pc:docMk/>
          <pc:sldMk cId="1972890853" sldId="1182"/>
        </pc:sldMkLst>
      </pc:sldChg>
      <pc:sldChg chg="del">
        <pc:chgData name="김명호" userId="e0d603aa-548e-418b-a070-918475337925" providerId="ADAL" clId="{EDCDCF4F-54F9-4D68-A6FA-31D0F7A0F381}" dt="2023-10-30T10:08:46.047" v="237" actId="47"/>
        <pc:sldMkLst>
          <pc:docMk/>
          <pc:sldMk cId="4074949468" sldId="1183"/>
        </pc:sldMkLst>
      </pc:sldChg>
      <pc:sldChg chg="del">
        <pc:chgData name="김명호" userId="e0d603aa-548e-418b-a070-918475337925" providerId="ADAL" clId="{EDCDCF4F-54F9-4D68-A6FA-31D0F7A0F381}" dt="2023-10-30T10:08:46.964" v="242" actId="47"/>
        <pc:sldMkLst>
          <pc:docMk/>
          <pc:sldMk cId="300186909" sldId="1184"/>
        </pc:sldMkLst>
      </pc:sldChg>
      <pc:sldChg chg="del">
        <pc:chgData name="김명호" userId="e0d603aa-548e-418b-a070-918475337925" providerId="ADAL" clId="{EDCDCF4F-54F9-4D68-A6FA-31D0F7A0F381}" dt="2023-10-30T10:08:47.058" v="244" actId="47"/>
        <pc:sldMkLst>
          <pc:docMk/>
          <pc:sldMk cId="751343494" sldId="1185"/>
        </pc:sldMkLst>
      </pc:sldChg>
      <pc:sldChg chg="del">
        <pc:chgData name="김명호" userId="e0d603aa-548e-418b-a070-918475337925" providerId="ADAL" clId="{EDCDCF4F-54F9-4D68-A6FA-31D0F7A0F381}" dt="2023-10-30T10:08:48.506" v="271" actId="47"/>
        <pc:sldMkLst>
          <pc:docMk/>
          <pc:sldMk cId="1239789670" sldId="1186"/>
        </pc:sldMkLst>
      </pc:sldChg>
      <pc:sldChg chg="del">
        <pc:chgData name="김명호" userId="e0d603aa-548e-418b-a070-918475337925" providerId="ADAL" clId="{EDCDCF4F-54F9-4D68-A6FA-31D0F7A0F381}" dt="2023-10-30T10:08:48.556" v="272" actId="47"/>
        <pc:sldMkLst>
          <pc:docMk/>
          <pc:sldMk cId="245378461" sldId="1187"/>
        </pc:sldMkLst>
      </pc:sldChg>
      <pc:sldChg chg="del">
        <pc:chgData name="김명호" userId="e0d603aa-548e-418b-a070-918475337925" providerId="ADAL" clId="{EDCDCF4F-54F9-4D68-A6FA-31D0F7A0F381}" dt="2023-10-30T10:08:45.230" v="234" actId="47"/>
        <pc:sldMkLst>
          <pc:docMk/>
          <pc:sldMk cId="2231798850" sldId="1188"/>
        </pc:sldMkLst>
      </pc:sldChg>
      <pc:sldChg chg="del">
        <pc:chgData name="김명호" userId="e0d603aa-548e-418b-a070-918475337925" providerId="ADAL" clId="{EDCDCF4F-54F9-4D68-A6FA-31D0F7A0F381}" dt="2023-10-30T10:08:55.618" v="348" actId="47"/>
        <pc:sldMkLst>
          <pc:docMk/>
          <pc:sldMk cId="312591085" sldId="1189"/>
        </pc:sldMkLst>
      </pc:sldChg>
      <pc:sldChg chg="del">
        <pc:chgData name="김명호" userId="e0d603aa-548e-418b-a070-918475337925" providerId="ADAL" clId="{EDCDCF4F-54F9-4D68-A6FA-31D0F7A0F381}" dt="2023-10-30T10:08:55.727" v="349" actId="47"/>
        <pc:sldMkLst>
          <pc:docMk/>
          <pc:sldMk cId="1696748411" sldId="1190"/>
        </pc:sldMkLst>
      </pc:sldChg>
      <pc:sldChg chg="del">
        <pc:chgData name="김명호" userId="e0d603aa-548e-418b-a070-918475337925" providerId="ADAL" clId="{EDCDCF4F-54F9-4D68-A6FA-31D0F7A0F381}" dt="2023-10-30T10:08:56.895" v="351" actId="47"/>
        <pc:sldMkLst>
          <pc:docMk/>
          <pc:sldMk cId="3928681946" sldId="1191"/>
        </pc:sldMkLst>
      </pc:sldChg>
      <pc:sldChg chg="del">
        <pc:chgData name="김명호" userId="e0d603aa-548e-418b-a070-918475337925" providerId="ADAL" clId="{EDCDCF4F-54F9-4D68-A6FA-31D0F7A0F381}" dt="2023-10-30T10:08:56.960" v="352" actId="47"/>
        <pc:sldMkLst>
          <pc:docMk/>
          <pc:sldMk cId="486394068" sldId="1192"/>
        </pc:sldMkLst>
      </pc:sldChg>
      <pc:sldChg chg="del">
        <pc:chgData name="김명호" userId="e0d603aa-548e-418b-a070-918475337925" providerId="ADAL" clId="{EDCDCF4F-54F9-4D68-A6FA-31D0F7A0F381}" dt="2023-10-30T10:08:57.021" v="353" actId="47"/>
        <pc:sldMkLst>
          <pc:docMk/>
          <pc:sldMk cId="2791645169" sldId="1193"/>
        </pc:sldMkLst>
      </pc:sldChg>
      <pc:sldChg chg="del">
        <pc:chgData name="김명호" userId="e0d603aa-548e-418b-a070-918475337925" providerId="ADAL" clId="{EDCDCF4F-54F9-4D68-A6FA-31D0F7A0F381}" dt="2023-10-30T10:08:57.086" v="354" actId="47"/>
        <pc:sldMkLst>
          <pc:docMk/>
          <pc:sldMk cId="3155236758" sldId="1194"/>
        </pc:sldMkLst>
      </pc:sldChg>
      <pc:sldChg chg="del">
        <pc:chgData name="김명호" userId="e0d603aa-548e-418b-a070-918475337925" providerId="ADAL" clId="{EDCDCF4F-54F9-4D68-A6FA-31D0F7A0F381}" dt="2023-10-30T10:08:57.142" v="355" actId="47"/>
        <pc:sldMkLst>
          <pc:docMk/>
          <pc:sldMk cId="1141357868" sldId="1195"/>
        </pc:sldMkLst>
      </pc:sldChg>
      <pc:sldChg chg="del">
        <pc:chgData name="김명호" userId="e0d603aa-548e-418b-a070-918475337925" providerId="ADAL" clId="{EDCDCF4F-54F9-4D68-A6FA-31D0F7A0F381}" dt="2023-10-30T10:08:57.208" v="356" actId="47"/>
        <pc:sldMkLst>
          <pc:docMk/>
          <pc:sldMk cId="3686340170" sldId="1196"/>
        </pc:sldMkLst>
      </pc:sldChg>
      <pc:sldChg chg="del">
        <pc:chgData name="김명호" userId="e0d603aa-548e-418b-a070-918475337925" providerId="ADAL" clId="{EDCDCF4F-54F9-4D68-A6FA-31D0F7A0F381}" dt="2023-10-30T10:08:57.272" v="357" actId="47"/>
        <pc:sldMkLst>
          <pc:docMk/>
          <pc:sldMk cId="3104916877" sldId="1197"/>
        </pc:sldMkLst>
      </pc:sldChg>
      <pc:sldChg chg="del">
        <pc:chgData name="김명호" userId="e0d603aa-548e-418b-a070-918475337925" providerId="ADAL" clId="{EDCDCF4F-54F9-4D68-A6FA-31D0F7A0F381}" dt="2023-10-30T10:08:57.876" v="358" actId="47"/>
        <pc:sldMkLst>
          <pc:docMk/>
          <pc:sldMk cId="2208764183" sldId="1198"/>
        </pc:sldMkLst>
      </pc:sldChg>
      <pc:sldChg chg="del">
        <pc:chgData name="김명호" userId="e0d603aa-548e-418b-a070-918475337925" providerId="ADAL" clId="{EDCDCF4F-54F9-4D68-A6FA-31D0F7A0F381}" dt="2023-10-30T10:08:58.191" v="360" actId="47"/>
        <pc:sldMkLst>
          <pc:docMk/>
          <pc:sldMk cId="525485834" sldId="1199"/>
        </pc:sldMkLst>
      </pc:sldChg>
      <pc:sldChg chg="del">
        <pc:chgData name="김명호" userId="e0d603aa-548e-418b-a070-918475337925" providerId="ADAL" clId="{EDCDCF4F-54F9-4D68-A6FA-31D0F7A0F381}" dt="2023-10-30T10:08:58.143" v="359" actId="47"/>
        <pc:sldMkLst>
          <pc:docMk/>
          <pc:sldMk cId="2623743297" sldId="1200"/>
        </pc:sldMkLst>
      </pc:sldChg>
      <pc:sldChg chg="del">
        <pc:chgData name="김명호" userId="e0d603aa-548e-418b-a070-918475337925" providerId="ADAL" clId="{EDCDCF4F-54F9-4D68-A6FA-31D0F7A0F381}" dt="2023-10-30T10:08:58.238" v="361" actId="47"/>
        <pc:sldMkLst>
          <pc:docMk/>
          <pc:sldMk cId="3519454422" sldId="1201"/>
        </pc:sldMkLst>
      </pc:sldChg>
      <pc:sldChg chg="del">
        <pc:chgData name="김명호" userId="e0d603aa-548e-418b-a070-918475337925" providerId="ADAL" clId="{EDCDCF4F-54F9-4D68-A6FA-31D0F7A0F381}" dt="2023-10-30T10:08:58.291" v="362" actId="47"/>
        <pc:sldMkLst>
          <pc:docMk/>
          <pc:sldMk cId="4167480621" sldId="1202"/>
        </pc:sldMkLst>
      </pc:sldChg>
      <pc:sldChg chg="del">
        <pc:chgData name="김명호" userId="e0d603aa-548e-418b-a070-918475337925" providerId="ADAL" clId="{EDCDCF4F-54F9-4D68-A6FA-31D0F7A0F381}" dt="2023-10-30T10:08:58.340" v="363" actId="47"/>
        <pc:sldMkLst>
          <pc:docMk/>
          <pc:sldMk cId="2746945390" sldId="1203"/>
        </pc:sldMkLst>
      </pc:sldChg>
      <pc:sldChg chg="del">
        <pc:chgData name="김명호" userId="e0d603aa-548e-418b-a070-918475337925" providerId="ADAL" clId="{EDCDCF4F-54F9-4D68-A6FA-31D0F7A0F381}" dt="2023-10-30T10:08:56.638" v="350" actId="47"/>
        <pc:sldMkLst>
          <pc:docMk/>
          <pc:sldMk cId="1214191695" sldId="1204"/>
        </pc:sldMkLst>
      </pc:sldChg>
      <pc:sldChg chg="del">
        <pc:chgData name="김명호" userId="e0d603aa-548e-418b-a070-918475337925" providerId="ADAL" clId="{EDCDCF4F-54F9-4D68-A6FA-31D0F7A0F381}" dt="2023-10-30T10:08:58.983" v="364" actId="47"/>
        <pc:sldMkLst>
          <pc:docMk/>
          <pc:sldMk cId="961694256" sldId="1205"/>
        </pc:sldMkLst>
      </pc:sldChg>
      <pc:sldChg chg="del">
        <pc:chgData name="김명호" userId="e0d603aa-548e-418b-a070-918475337925" providerId="ADAL" clId="{EDCDCF4F-54F9-4D68-A6FA-31D0F7A0F381}" dt="2023-10-30T10:08:59.230" v="365" actId="47"/>
        <pc:sldMkLst>
          <pc:docMk/>
          <pc:sldMk cId="1334758684" sldId="1206"/>
        </pc:sldMkLst>
      </pc:sldChg>
      <pc:sldChg chg="del">
        <pc:chgData name="김명호" userId="e0d603aa-548e-418b-a070-918475337925" providerId="ADAL" clId="{EDCDCF4F-54F9-4D68-A6FA-31D0F7A0F381}" dt="2023-10-30T10:08:59.357" v="368" actId="47"/>
        <pc:sldMkLst>
          <pc:docMk/>
          <pc:sldMk cId="3956060797" sldId="1207"/>
        </pc:sldMkLst>
      </pc:sldChg>
      <pc:sldChg chg="del">
        <pc:chgData name="김명호" userId="e0d603aa-548e-418b-a070-918475337925" providerId="ADAL" clId="{EDCDCF4F-54F9-4D68-A6FA-31D0F7A0F381}" dt="2023-10-30T10:08:59.313" v="367" actId="47"/>
        <pc:sldMkLst>
          <pc:docMk/>
          <pc:sldMk cId="2393158706" sldId="1208"/>
        </pc:sldMkLst>
      </pc:sldChg>
      <pc:sldChg chg="del">
        <pc:chgData name="김명호" userId="e0d603aa-548e-418b-a070-918475337925" providerId="ADAL" clId="{EDCDCF4F-54F9-4D68-A6FA-31D0F7A0F381}" dt="2023-10-30T10:08:59.399" v="369" actId="47"/>
        <pc:sldMkLst>
          <pc:docMk/>
          <pc:sldMk cId="2737632750" sldId="1209"/>
        </pc:sldMkLst>
      </pc:sldChg>
      <pc:sldChg chg="del">
        <pc:chgData name="김명호" userId="e0d603aa-548e-418b-a070-918475337925" providerId="ADAL" clId="{EDCDCF4F-54F9-4D68-A6FA-31D0F7A0F381}" dt="2023-10-30T10:09:00.028" v="370" actId="47"/>
        <pc:sldMkLst>
          <pc:docMk/>
          <pc:sldMk cId="1353469379" sldId="1210"/>
        </pc:sldMkLst>
      </pc:sldChg>
      <pc:sldChg chg="del">
        <pc:chgData name="김명호" userId="e0d603aa-548e-418b-a070-918475337925" providerId="ADAL" clId="{EDCDCF4F-54F9-4D68-A6FA-31D0F7A0F381}" dt="2023-10-30T10:08:59.271" v="366" actId="47"/>
        <pc:sldMkLst>
          <pc:docMk/>
          <pc:sldMk cId="249514258" sldId="1211"/>
        </pc:sldMkLst>
      </pc:sldChg>
      <pc:sldChg chg="del">
        <pc:chgData name="김명호" userId="e0d603aa-548e-418b-a070-918475337925" providerId="ADAL" clId="{EDCDCF4F-54F9-4D68-A6FA-31D0F7A0F381}" dt="2023-10-30T10:09:00.195" v="371" actId="47"/>
        <pc:sldMkLst>
          <pc:docMk/>
          <pc:sldMk cId="4179414439" sldId="1212"/>
        </pc:sldMkLst>
      </pc:sldChg>
      <pc:sldChg chg="del">
        <pc:chgData name="김명호" userId="e0d603aa-548e-418b-a070-918475337925" providerId="ADAL" clId="{EDCDCF4F-54F9-4D68-A6FA-31D0F7A0F381}" dt="2023-10-30T10:09:00.812" v="372" actId="47"/>
        <pc:sldMkLst>
          <pc:docMk/>
          <pc:sldMk cId="2275319169" sldId="1213"/>
        </pc:sldMkLst>
      </pc:sldChg>
      <pc:sldChg chg="addSp delSp modSp add mod">
        <pc:chgData name="김명호" userId="e0d603aa-548e-418b-a070-918475337925" providerId="ADAL" clId="{EDCDCF4F-54F9-4D68-A6FA-31D0F7A0F381}" dt="2023-10-30T10:20:23.237" v="587" actId="20577"/>
        <pc:sldMkLst>
          <pc:docMk/>
          <pc:sldMk cId="3137720663" sldId="1214"/>
        </pc:sldMkLst>
        <pc:spChg chg="mod">
          <ac:chgData name="김명호" userId="e0d603aa-548e-418b-a070-918475337925" providerId="ADAL" clId="{EDCDCF4F-54F9-4D68-A6FA-31D0F7A0F381}" dt="2023-10-30T10:18:30.477" v="399" actId="14100"/>
          <ac:spMkLst>
            <pc:docMk/>
            <pc:sldMk cId="3137720663" sldId="1214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20:23.237" v="587" actId="20577"/>
          <ac:spMkLst>
            <pc:docMk/>
            <pc:sldMk cId="3137720663" sldId="1214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0:19:19.339" v="402"/>
          <ac:graphicFrameMkLst>
            <pc:docMk/>
            <pc:sldMk cId="3137720663" sldId="1214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0:18:16.866" v="395" actId="167"/>
          <ac:picMkLst>
            <pc:docMk/>
            <pc:sldMk cId="3137720663" sldId="1214"/>
            <ac:picMk id="5" creationId="{9E2674F9-0D4D-72FC-E542-C79363D6125B}"/>
          </ac:picMkLst>
        </pc:picChg>
        <pc:picChg chg="add del">
          <ac:chgData name="김명호" userId="e0d603aa-548e-418b-a070-918475337925" providerId="ADAL" clId="{EDCDCF4F-54F9-4D68-A6FA-31D0F7A0F381}" dt="2023-10-30T10:17:54.876" v="388" actId="478"/>
          <ac:picMkLst>
            <pc:docMk/>
            <pc:sldMk cId="3137720663" sldId="1214"/>
            <ac:picMk id="10" creationId="{A5255EF2-2C29-113C-0D9B-77D57AEC1F6E}"/>
          </ac:picMkLst>
        </pc:picChg>
        <pc:cxnChg chg="mod">
          <ac:chgData name="김명호" userId="e0d603aa-548e-418b-a070-918475337925" providerId="ADAL" clId="{EDCDCF4F-54F9-4D68-A6FA-31D0F7A0F381}" dt="2023-10-30T10:18:32.540" v="400" actId="1076"/>
          <ac:cxnSpMkLst>
            <pc:docMk/>
            <pc:sldMk cId="3137720663" sldId="1214"/>
            <ac:cxnSpMk id="8" creationId="{C9D4C90C-E161-237D-F44A-67E89D7016A9}"/>
          </ac:cxnSpMkLst>
        </pc:cxnChg>
      </pc:sldChg>
      <pc:sldChg chg="add del">
        <pc:chgData name="김명호" userId="e0d603aa-548e-418b-a070-918475337925" providerId="ADAL" clId="{EDCDCF4F-54F9-4D68-A6FA-31D0F7A0F381}" dt="2023-10-30T10:17:08.658" v="375" actId="2696"/>
        <pc:sldMkLst>
          <pc:docMk/>
          <pc:sldMk cId="4249879355" sldId="1214"/>
        </pc:sldMkLst>
      </pc:sldChg>
      <pc:sldChg chg="modSp add mod">
        <pc:chgData name="김명호" userId="e0d603aa-548e-418b-a070-918475337925" providerId="ADAL" clId="{EDCDCF4F-54F9-4D68-A6FA-31D0F7A0F381}" dt="2023-10-30T11:25:46.793" v="4374" actId="20577"/>
        <pc:sldMkLst>
          <pc:docMk/>
          <pc:sldMk cId="3664927640" sldId="1215"/>
        </pc:sldMkLst>
        <pc:spChg chg="mod">
          <ac:chgData name="김명호" userId="e0d603aa-548e-418b-a070-918475337925" providerId="ADAL" clId="{EDCDCF4F-54F9-4D68-A6FA-31D0F7A0F381}" dt="2023-10-30T10:20:43.300" v="590" actId="14100"/>
          <ac:spMkLst>
            <pc:docMk/>
            <pc:sldMk cId="3664927640" sldId="1215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1:25:46.793" v="4374" actId="20577"/>
          <ac:spMkLst>
            <pc:docMk/>
            <pc:sldMk cId="3664927640" sldId="1215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38:45.667" v="1628" actId="20577"/>
          <ac:graphicFrameMkLst>
            <pc:docMk/>
            <pc:sldMk cId="3664927640" sldId="1215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DCDCF4F-54F9-4D68-A6FA-31D0F7A0F381}" dt="2023-10-30T10:20:39.878" v="589" actId="1076"/>
          <ac:cxnSpMkLst>
            <pc:docMk/>
            <pc:sldMk cId="3664927640" sldId="1215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0:38:40.707" v="1627" actId="20577"/>
        <pc:sldMkLst>
          <pc:docMk/>
          <pc:sldMk cId="664458459" sldId="1216"/>
        </pc:sldMkLst>
        <pc:spChg chg="mod">
          <ac:chgData name="김명호" userId="e0d603aa-548e-418b-a070-918475337925" providerId="ADAL" clId="{EDCDCF4F-54F9-4D68-A6FA-31D0F7A0F381}" dt="2023-10-30T10:23:08.563" v="783" actId="14100"/>
          <ac:spMkLst>
            <pc:docMk/>
            <pc:sldMk cId="664458459" sldId="1216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23:27.524" v="912" actId="20577"/>
          <ac:spMkLst>
            <pc:docMk/>
            <pc:sldMk cId="664458459" sldId="1216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38:40.707" v="1627" actId="20577"/>
          <ac:graphicFrameMkLst>
            <pc:docMk/>
            <pc:sldMk cId="664458459" sldId="1216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0:22:30.804" v="774" actId="478"/>
          <ac:picMkLst>
            <pc:docMk/>
            <pc:sldMk cId="664458459" sldId="1216"/>
            <ac:picMk id="5" creationId="{9E2674F9-0D4D-72FC-E542-C79363D6125B}"/>
          </ac:picMkLst>
        </pc:picChg>
        <pc:picChg chg="add mod ord modCrop">
          <ac:chgData name="김명호" userId="e0d603aa-548e-418b-a070-918475337925" providerId="ADAL" clId="{EDCDCF4F-54F9-4D68-A6FA-31D0F7A0F381}" dt="2023-10-30T10:22:58.686" v="781" actId="167"/>
          <ac:picMkLst>
            <pc:docMk/>
            <pc:sldMk cId="664458459" sldId="1216"/>
            <ac:picMk id="9" creationId="{917BE813-828B-726C-28BC-EAF3C76C4890}"/>
          </ac:picMkLst>
        </pc:picChg>
        <pc:cxnChg chg="mod">
          <ac:chgData name="김명호" userId="e0d603aa-548e-418b-a070-918475337925" providerId="ADAL" clId="{EDCDCF4F-54F9-4D68-A6FA-31D0F7A0F381}" dt="2023-10-30T10:23:10.770" v="784" actId="1076"/>
          <ac:cxnSpMkLst>
            <pc:docMk/>
            <pc:sldMk cId="664458459" sldId="1216"/>
            <ac:cxnSpMk id="8" creationId="{C9D4C90C-E161-237D-F44A-67E89D7016A9}"/>
          </ac:cxnSpMkLst>
        </pc:cxnChg>
      </pc:sldChg>
      <pc:sldChg chg="addSp delSp modSp add mod ord">
        <pc:chgData name="김명호" userId="e0d603aa-548e-418b-a070-918475337925" providerId="ADAL" clId="{EDCDCF4F-54F9-4D68-A6FA-31D0F7A0F381}" dt="2023-10-30T10:38:34.229" v="1626" actId="20578"/>
        <pc:sldMkLst>
          <pc:docMk/>
          <pc:sldMk cId="1831111503" sldId="1217"/>
        </pc:sldMkLst>
        <pc:spChg chg="mod">
          <ac:chgData name="김명호" userId="e0d603aa-548e-418b-a070-918475337925" providerId="ADAL" clId="{EDCDCF4F-54F9-4D68-A6FA-31D0F7A0F381}" dt="2023-10-30T10:34:16.142" v="1344" actId="14100"/>
          <ac:spMkLst>
            <pc:docMk/>
            <pc:sldMk cId="1831111503" sldId="1217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35:49.007" v="1625" actId="20577"/>
          <ac:spMkLst>
            <pc:docMk/>
            <pc:sldMk cId="1831111503" sldId="1217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32:56.265" v="1263"/>
          <ac:graphicFrameMkLst>
            <pc:docMk/>
            <pc:sldMk cId="1831111503" sldId="121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0:28:54.760" v="1063" actId="478"/>
          <ac:picMkLst>
            <pc:docMk/>
            <pc:sldMk cId="1831111503" sldId="1217"/>
            <ac:picMk id="5" creationId="{9E2674F9-0D4D-72FC-E542-C79363D6125B}"/>
          </ac:picMkLst>
        </pc:picChg>
        <pc:picChg chg="add del mod ord modCrop">
          <ac:chgData name="김명호" userId="e0d603aa-548e-418b-a070-918475337925" providerId="ADAL" clId="{EDCDCF4F-54F9-4D68-A6FA-31D0F7A0F381}" dt="2023-10-30T10:33:42.006" v="1331" actId="478"/>
          <ac:picMkLst>
            <pc:docMk/>
            <pc:sldMk cId="1831111503" sldId="1217"/>
            <ac:picMk id="9" creationId="{58203C3C-7E42-9D36-2D4E-7DADA235FBC9}"/>
          </ac:picMkLst>
        </pc:picChg>
        <pc:picChg chg="add mod ord modCrop">
          <ac:chgData name="김명호" userId="e0d603aa-548e-418b-a070-918475337925" providerId="ADAL" clId="{EDCDCF4F-54F9-4D68-A6FA-31D0F7A0F381}" dt="2023-10-30T10:33:54.327" v="1336" actId="1076"/>
          <ac:picMkLst>
            <pc:docMk/>
            <pc:sldMk cId="1831111503" sldId="1217"/>
            <ac:picMk id="11" creationId="{85625B2B-B232-D517-1F9E-1358D808F9DE}"/>
          </ac:picMkLst>
        </pc:picChg>
        <pc:cxnChg chg="mod">
          <ac:chgData name="김명호" userId="e0d603aa-548e-418b-a070-918475337925" providerId="ADAL" clId="{EDCDCF4F-54F9-4D68-A6FA-31D0F7A0F381}" dt="2023-10-30T10:34:02.390" v="1338" actId="1076"/>
          <ac:cxnSpMkLst>
            <pc:docMk/>
            <pc:sldMk cId="1831111503" sldId="1217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0:39:53.652" v="1769" actId="20577"/>
        <pc:sldMkLst>
          <pc:docMk/>
          <pc:sldMk cId="3572897638" sldId="1218"/>
        </pc:sldMkLst>
        <pc:spChg chg="mod">
          <ac:chgData name="김명호" userId="e0d603aa-548e-418b-a070-918475337925" providerId="ADAL" clId="{EDCDCF4F-54F9-4D68-A6FA-31D0F7A0F381}" dt="2023-10-30T10:39:25.994" v="1656" actId="14100"/>
          <ac:spMkLst>
            <pc:docMk/>
            <pc:sldMk cId="3572897638" sldId="1218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39:53.652" v="1769" actId="20577"/>
          <ac:spMkLst>
            <pc:docMk/>
            <pc:sldMk cId="3572897638" sldId="1218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38:56.806" v="1646"/>
          <ac:graphicFrameMkLst>
            <pc:docMk/>
            <pc:sldMk cId="3572897638" sldId="1218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0:39:19.550" v="1654" actId="167"/>
          <ac:picMkLst>
            <pc:docMk/>
            <pc:sldMk cId="3572897638" sldId="1218"/>
            <ac:picMk id="5" creationId="{B74C2465-2A00-49B9-2958-A7E05904274B}"/>
          </ac:picMkLst>
        </pc:picChg>
        <pc:picChg chg="del">
          <ac:chgData name="김명호" userId="e0d603aa-548e-418b-a070-918475337925" providerId="ADAL" clId="{EDCDCF4F-54F9-4D68-A6FA-31D0F7A0F381}" dt="2023-10-30T10:38:56.955" v="1647" actId="478"/>
          <ac:picMkLst>
            <pc:docMk/>
            <pc:sldMk cId="3572897638" sldId="1218"/>
            <ac:picMk id="11" creationId="{85625B2B-B232-D517-1F9E-1358D808F9DE}"/>
          </ac:picMkLst>
        </pc:picChg>
        <pc:cxnChg chg="mod">
          <ac:chgData name="김명호" userId="e0d603aa-548e-418b-a070-918475337925" providerId="ADAL" clId="{EDCDCF4F-54F9-4D68-A6FA-31D0F7A0F381}" dt="2023-10-30T10:39:23.139" v="1655" actId="1076"/>
          <ac:cxnSpMkLst>
            <pc:docMk/>
            <pc:sldMk cId="3572897638" sldId="1218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0:49:52.466" v="2294" actId="20577"/>
        <pc:sldMkLst>
          <pc:docMk/>
          <pc:sldMk cId="1550920389" sldId="1219"/>
        </pc:sldMkLst>
        <pc:spChg chg="mod">
          <ac:chgData name="김명호" userId="e0d603aa-548e-418b-a070-918475337925" providerId="ADAL" clId="{EDCDCF4F-54F9-4D68-A6FA-31D0F7A0F381}" dt="2023-10-30T10:45:09.807" v="2278" actId="14100"/>
          <ac:spMkLst>
            <pc:docMk/>
            <pc:sldMk cId="1550920389" sldId="1219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49:52.466" v="2294" actId="20577"/>
          <ac:spMkLst>
            <pc:docMk/>
            <pc:sldMk cId="1550920389" sldId="1219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EDCDCF4F-54F9-4D68-A6FA-31D0F7A0F381}" dt="2023-10-30T10:45:32.926" v="2288"/>
          <ac:graphicFrameMkLst>
            <pc:docMk/>
            <pc:sldMk cId="1550920389" sldId="1219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0:40:32.203" v="1785" actId="1076"/>
          <ac:picMkLst>
            <pc:docMk/>
            <pc:sldMk cId="1550920389" sldId="1219"/>
            <ac:picMk id="5" creationId="{0F58D939-BD12-5C90-4C16-E215AEACBD7B}"/>
          </ac:picMkLst>
        </pc:picChg>
        <pc:picChg chg="del">
          <ac:chgData name="김명호" userId="e0d603aa-548e-418b-a070-918475337925" providerId="ADAL" clId="{EDCDCF4F-54F9-4D68-A6FA-31D0F7A0F381}" dt="2023-10-30T10:40:23.490" v="1781" actId="478"/>
          <ac:picMkLst>
            <pc:docMk/>
            <pc:sldMk cId="1550920389" sldId="1219"/>
            <ac:picMk id="11" creationId="{85625B2B-B232-D517-1F9E-1358D808F9DE}"/>
          </ac:picMkLst>
        </pc:picChg>
        <pc:cxnChg chg="mod">
          <ac:chgData name="김명호" userId="e0d603aa-548e-418b-a070-918475337925" providerId="ADAL" clId="{EDCDCF4F-54F9-4D68-A6FA-31D0F7A0F381}" dt="2023-10-30T10:45:12.641" v="2279" actId="1076"/>
          <ac:cxnSpMkLst>
            <pc:docMk/>
            <pc:sldMk cId="1550920389" sldId="1219"/>
            <ac:cxnSpMk id="8" creationId="{C9D4C90C-E161-237D-F44A-67E89D7016A9}"/>
          </ac:cxnSpMkLst>
        </pc:cxnChg>
      </pc:sldChg>
      <pc:sldChg chg="modSp add mod">
        <pc:chgData name="김명호" userId="e0d603aa-548e-418b-a070-918475337925" providerId="ADAL" clId="{EDCDCF4F-54F9-4D68-A6FA-31D0F7A0F381}" dt="2023-10-30T10:47:22.227" v="2293"/>
        <pc:sldMkLst>
          <pc:docMk/>
          <pc:sldMk cId="1608992509" sldId="1220"/>
        </pc:sldMkLst>
        <pc:spChg chg="mod">
          <ac:chgData name="김명호" userId="e0d603aa-548e-418b-a070-918475337925" providerId="ADAL" clId="{EDCDCF4F-54F9-4D68-A6FA-31D0F7A0F381}" dt="2023-10-30T10:46:27.011" v="2290" actId="13926"/>
          <ac:spMkLst>
            <pc:docMk/>
            <pc:sldMk cId="1608992509" sldId="1220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0:47:22.227" v="2293"/>
          <ac:graphicFrameMkLst>
            <pc:docMk/>
            <pc:sldMk cId="1608992509" sldId="1220"/>
            <ac:graphicFrameMk id="3" creationId="{EB5E6BEF-7528-22F3-81D3-C88DBE43847E}"/>
          </ac:graphicFrameMkLst>
        </pc:graphicFrameChg>
      </pc:sldChg>
      <pc:sldChg chg="addSp delSp modSp add mod">
        <pc:chgData name="김명호" userId="e0d603aa-548e-418b-a070-918475337925" providerId="ADAL" clId="{EDCDCF4F-54F9-4D68-A6FA-31D0F7A0F381}" dt="2023-10-30T11:01:10.424" v="2747"/>
        <pc:sldMkLst>
          <pc:docMk/>
          <pc:sldMk cId="2851509905" sldId="1221"/>
        </pc:sldMkLst>
        <pc:spChg chg="mod">
          <ac:chgData name="김명호" userId="e0d603aa-548e-418b-a070-918475337925" providerId="ADAL" clId="{EDCDCF4F-54F9-4D68-A6FA-31D0F7A0F381}" dt="2023-10-30T10:54:14.317" v="2307" actId="14100"/>
          <ac:spMkLst>
            <pc:docMk/>
            <pc:sldMk cId="2851509905" sldId="1221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55:45.616" v="2656" actId="20577"/>
          <ac:spMkLst>
            <pc:docMk/>
            <pc:sldMk cId="2851509905" sldId="1221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1:01:10.424" v="2747"/>
          <ac:graphicFrameMkLst>
            <pc:docMk/>
            <pc:sldMk cId="2851509905" sldId="1221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0:53:54.700" v="2302" actId="478"/>
          <ac:picMkLst>
            <pc:docMk/>
            <pc:sldMk cId="2851509905" sldId="1221"/>
            <ac:picMk id="5" creationId="{0F58D939-BD12-5C90-4C16-E215AEACBD7B}"/>
          </ac:picMkLst>
        </pc:picChg>
        <pc:picChg chg="add mod ord modCrop">
          <ac:chgData name="김명호" userId="e0d603aa-548e-418b-a070-918475337925" providerId="ADAL" clId="{EDCDCF4F-54F9-4D68-A6FA-31D0F7A0F381}" dt="2023-10-30T10:54:05.700" v="2305" actId="167"/>
          <ac:picMkLst>
            <pc:docMk/>
            <pc:sldMk cId="2851509905" sldId="1221"/>
            <ac:picMk id="9" creationId="{8689E5DB-D23D-68D3-77F1-A107F48CC392}"/>
          </ac:picMkLst>
        </pc:picChg>
        <pc:cxnChg chg="mod">
          <ac:chgData name="김명호" userId="e0d603aa-548e-418b-a070-918475337925" providerId="ADAL" clId="{EDCDCF4F-54F9-4D68-A6FA-31D0F7A0F381}" dt="2023-10-30T10:54:20.476" v="2310" actId="1076"/>
          <ac:cxnSpMkLst>
            <pc:docMk/>
            <pc:sldMk cId="2851509905" sldId="1221"/>
            <ac:cxnSpMk id="8" creationId="{C9D4C90C-E161-237D-F44A-67E89D7016A9}"/>
          </ac:cxnSpMkLst>
        </pc:cxnChg>
      </pc:sldChg>
      <pc:sldChg chg="addSp modSp add mod ord">
        <pc:chgData name="김명호" userId="e0d603aa-548e-418b-a070-918475337925" providerId="ADAL" clId="{EDCDCF4F-54F9-4D68-A6FA-31D0F7A0F381}" dt="2023-10-30T11:00:50.940" v="2743"/>
        <pc:sldMkLst>
          <pc:docMk/>
          <pc:sldMk cId="2630208926" sldId="1222"/>
        </pc:sldMkLst>
        <pc:spChg chg="add mod">
          <ac:chgData name="김명호" userId="e0d603aa-548e-418b-a070-918475337925" providerId="ADAL" clId="{EDCDCF4F-54F9-4D68-A6FA-31D0F7A0F381}" dt="2023-10-30T10:59:42.218" v="2729" actId="14100"/>
          <ac:spMkLst>
            <pc:docMk/>
            <pc:sldMk cId="2630208926" sldId="1222"/>
            <ac:spMk id="4" creationId="{52C056DA-20E6-EAF8-9936-6DBE139EAA64}"/>
          </ac:spMkLst>
        </pc:spChg>
        <pc:spChg chg="mod">
          <ac:chgData name="김명호" userId="e0d603aa-548e-418b-a070-918475337925" providerId="ADAL" clId="{EDCDCF4F-54F9-4D68-A6FA-31D0F7A0F381}" dt="2023-10-30T10:56:03.534" v="2658" actId="14100"/>
          <ac:spMkLst>
            <pc:docMk/>
            <pc:sldMk cId="2630208926" sldId="1222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0:59:54.796" v="2741"/>
          <ac:spMkLst>
            <pc:docMk/>
            <pc:sldMk cId="2630208926" sldId="1222"/>
            <ac:spMk id="7" creationId="{0C81DD60-D84B-4D3C-8F3E-7D0E22E11300}"/>
          </ac:spMkLst>
        </pc:spChg>
        <pc:cxnChg chg="add mod">
          <ac:chgData name="김명호" userId="e0d603aa-548e-418b-a070-918475337925" providerId="ADAL" clId="{EDCDCF4F-54F9-4D68-A6FA-31D0F7A0F381}" dt="2023-10-30T10:59:46.330" v="2731" actId="1076"/>
          <ac:cxnSpMkLst>
            <pc:docMk/>
            <pc:sldMk cId="2630208926" sldId="1222"/>
            <ac:cxnSpMk id="5" creationId="{790EE594-23BC-0B56-54E2-156A7E4BB153}"/>
          </ac:cxnSpMkLst>
        </pc:cxnChg>
        <pc:cxnChg chg="mod">
          <ac:chgData name="김명호" userId="e0d603aa-548e-418b-a070-918475337925" providerId="ADAL" clId="{EDCDCF4F-54F9-4D68-A6FA-31D0F7A0F381}" dt="2023-10-30T10:56:07.523" v="2659" actId="1076"/>
          <ac:cxnSpMkLst>
            <pc:docMk/>
            <pc:sldMk cId="2630208926" sldId="1222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12:41.246" v="3575"/>
        <pc:sldMkLst>
          <pc:docMk/>
          <pc:sldMk cId="3490138818" sldId="1223"/>
        </pc:sldMkLst>
        <pc:spChg chg="del">
          <ac:chgData name="김명호" userId="e0d603aa-548e-418b-a070-918475337925" providerId="ADAL" clId="{EDCDCF4F-54F9-4D68-A6FA-31D0F7A0F381}" dt="2023-10-30T11:01:17.707" v="2749" actId="478"/>
          <ac:spMkLst>
            <pc:docMk/>
            <pc:sldMk cId="3490138818" sldId="1223"/>
            <ac:spMk id="4" creationId="{52C056DA-20E6-EAF8-9936-6DBE139EAA64}"/>
          </ac:spMkLst>
        </pc:spChg>
        <pc:spChg chg="del">
          <ac:chgData name="김명호" userId="e0d603aa-548e-418b-a070-918475337925" providerId="ADAL" clId="{EDCDCF4F-54F9-4D68-A6FA-31D0F7A0F381}" dt="2023-10-30T11:01:25.257" v="2751" actId="478"/>
          <ac:spMkLst>
            <pc:docMk/>
            <pc:sldMk cId="3490138818" sldId="1223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1:01:59.392" v="2962" actId="20577"/>
          <ac:spMkLst>
            <pc:docMk/>
            <pc:sldMk cId="3490138818" sldId="1223"/>
            <ac:spMk id="7" creationId="{0C81DD60-D84B-4D3C-8F3E-7D0E22E11300}"/>
          </ac:spMkLst>
        </pc:spChg>
        <pc:spChg chg="add mod">
          <ac:chgData name="김명호" userId="e0d603aa-548e-418b-a070-918475337925" providerId="ADAL" clId="{EDCDCF4F-54F9-4D68-A6FA-31D0F7A0F381}" dt="2023-10-30T11:01:23.072" v="2750" actId="571"/>
          <ac:spMkLst>
            <pc:docMk/>
            <pc:sldMk cId="3490138818" sldId="1223"/>
            <ac:spMk id="10" creationId="{71F0F5AC-CBD1-F5B8-6F6D-926297B74232}"/>
          </ac:spMkLst>
        </pc:spChg>
        <pc:graphicFrameChg chg="mod">
          <ac:chgData name="김명호" userId="e0d603aa-548e-418b-a070-918475337925" providerId="ADAL" clId="{EDCDCF4F-54F9-4D68-A6FA-31D0F7A0F381}" dt="2023-10-30T11:12:41.246" v="3575"/>
          <ac:graphicFrameMkLst>
            <pc:docMk/>
            <pc:sldMk cId="3490138818" sldId="1223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EDCDCF4F-54F9-4D68-A6FA-31D0F7A0F381}" dt="2023-10-30T11:01:17.707" v="2749" actId="478"/>
          <ac:cxnSpMkLst>
            <pc:docMk/>
            <pc:sldMk cId="3490138818" sldId="1223"/>
            <ac:cxnSpMk id="5" creationId="{790EE594-23BC-0B56-54E2-156A7E4BB153}"/>
          </ac:cxnSpMkLst>
        </pc:cxnChg>
        <pc:cxnChg chg="del">
          <ac:chgData name="김명호" userId="e0d603aa-548e-418b-a070-918475337925" providerId="ADAL" clId="{EDCDCF4F-54F9-4D68-A6FA-31D0F7A0F381}" dt="2023-10-30T11:01:25.257" v="2751" actId="478"/>
          <ac:cxnSpMkLst>
            <pc:docMk/>
            <pc:sldMk cId="3490138818" sldId="1223"/>
            <ac:cxnSpMk id="8" creationId="{C9D4C90C-E161-237D-F44A-67E89D7016A9}"/>
          </ac:cxnSpMkLst>
        </pc:cxnChg>
        <pc:cxnChg chg="add mod">
          <ac:chgData name="김명호" userId="e0d603aa-548e-418b-a070-918475337925" providerId="ADAL" clId="{EDCDCF4F-54F9-4D68-A6FA-31D0F7A0F381}" dt="2023-10-30T11:01:23.072" v="2750" actId="571"/>
          <ac:cxnSpMkLst>
            <pc:docMk/>
            <pc:sldMk cId="3490138818" sldId="1223"/>
            <ac:cxnSpMk id="11" creationId="{14022BA8-B4B9-F9F3-3C17-A330AA62795E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12:48.950" v="3576"/>
        <pc:sldMkLst>
          <pc:docMk/>
          <pc:sldMk cId="2393904776" sldId="1224"/>
        </pc:sldMkLst>
        <pc:spChg chg="mod">
          <ac:chgData name="김명호" userId="e0d603aa-548e-418b-a070-918475337925" providerId="ADAL" clId="{EDCDCF4F-54F9-4D68-A6FA-31D0F7A0F381}" dt="2023-10-30T11:06:26.478" v="3311" actId="20577"/>
          <ac:spMkLst>
            <pc:docMk/>
            <pc:sldMk cId="2393904776" sldId="1224"/>
            <ac:spMk id="7" creationId="{0C81DD60-D84B-4D3C-8F3E-7D0E22E11300}"/>
          </ac:spMkLst>
        </pc:spChg>
        <pc:spChg chg="mod">
          <ac:chgData name="김명호" userId="e0d603aa-548e-418b-a070-918475337925" providerId="ADAL" clId="{EDCDCF4F-54F9-4D68-A6FA-31D0F7A0F381}" dt="2023-10-30T11:05:12.599" v="2977" actId="14100"/>
          <ac:spMkLst>
            <pc:docMk/>
            <pc:sldMk cId="2393904776" sldId="1224"/>
            <ac:spMk id="10" creationId="{71F0F5AC-CBD1-F5B8-6F6D-926297B74232}"/>
          </ac:spMkLst>
        </pc:spChg>
        <pc:graphicFrameChg chg="mod">
          <ac:chgData name="김명호" userId="e0d603aa-548e-418b-a070-918475337925" providerId="ADAL" clId="{EDCDCF4F-54F9-4D68-A6FA-31D0F7A0F381}" dt="2023-10-30T11:12:48.950" v="3576"/>
          <ac:graphicFrameMkLst>
            <pc:docMk/>
            <pc:sldMk cId="2393904776" sldId="1224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1:04:57.432" v="2974" actId="14100"/>
          <ac:picMkLst>
            <pc:docMk/>
            <pc:sldMk cId="2393904776" sldId="1224"/>
            <ac:picMk id="5" creationId="{A029657E-6EC3-DD79-AAC5-BA093B29C30F}"/>
          </ac:picMkLst>
        </pc:picChg>
        <pc:picChg chg="del">
          <ac:chgData name="김명호" userId="e0d603aa-548e-418b-a070-918475337925" providerId="ADAL" clId="{EDCDCF4F-54F9-4D68-A6FA-31D0F7A0F381}" dt="2023-10-30T11:04:24.921" v="2964" actId="478"/>
          <ac:picMkLst>
            <pc:docMk/>
            <pc:sldMk cId="2393904776" sldId="1224"/>
            <ac:picMk id="9" creationId="{8689E5DB-D23D-68D3-77F1-A107F48CC392}"/>
          </ac:picMkLst>
        </pc:picChg>
        <pc:cxnChg chg="mod">
          <ac:chgData name="김명호" userId="e0d603aa-548e-418b-a070-918475337925" providerId="ADAL" clId="{EDCDCF4F-54F9-4D68-A6FA-31D0F7A0F381}" dt="2023-10-30T11:05:14.871" v="2978" actId="1076"/>
          <ac:cxnSpMkLst>
            <pc:docMk/>
            <pc:sldMk cId="2393904776" sldId="1224"/>
            <ac:cxnSpMk id="11" creationId="{14022BA8-B4B9-F9F3-3C17-A330AA62795E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12:54.613" v="3577"/>
        <pc:sldMkLst>
          <pc:docMk/>
          <pc:sldMk cId="3848526728" sldId="1225"/>
        </pc:sldMkLst>
        <pc:spChg chg="mod">
          <ac:chgData name="김명호" userId="e0d603aa-548e-418b-a070-918475337925" providerId="ADAL" clId="{EDCDCF4F-54F9-4D68-A6FA-31D0F7A0F381}" dt="2023-10-30T11:09:06.316" v="3571" actId="20577"/>
          <ac:spMkLst>
            <pc:docMk/>
            <pc:sldMk cId="3848526728" sldId="1225"/>
            <ac:spMk id="7" creationId="{0C81DD60-D84B-4D3C-8F3E-7D0E22E11300}"/>
          </ac:spMkLst>
        </pc:spChg>
        <pc:spChg chg="mod">
          <ac:chgData name="김명호" userId="e0d603aa-548e-418b-a070-918475337925" providerId="ADAL" clId="{EDCDCF4F-54F9-4D68-A6FA-31D0F7A0F381}" dt="2023-10-30T11:08:14.910" v="3324" actId="14100"/>
          <ac:spMkLst>
            <pc:docMk/>
            <pc:sldMk cId="3848526728" sldId="1225"/>
            <ac:spMk id="10" creationId="{71F0F5AC-CBD1-F5B8-6F6D-926297B74232}"/>
          </ac:spMkLst>
        </pc:spChg>
        <pc:graphicFrameChg chg="mod">
          <ac:chgData name="김명호" userId="e0d603aa-548e-418b-a070-918475337925" providerId="ADAL" clId="{EDCDCF4F-54F9-4D68-A6FA-31D0F7A0F381}" dt="2023-10-30T11:12:54.613" v="3577"/>
          <ac:graphicFrameMkLst>
            <pc:docMk/>
            <pc:sldMk cId="3848526728" sldId="1225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1:07:52.597" v="3317" actId="478"/>
          <ac:picMkLst>
            <pc:docMk/>
            <pc:sldMk cId="3848526728" sldId="1225"/>
            <ac:picMk id="5" creationId="{A029657E-6EC3-DD79-AAC5-BA093B29C30F}"/>
          </ac:picMkLst>
        </pc:picChg>
        <pc:picChg chg="add mod ord modCrop">
          <ac:chgData name="김명호" userId="e0d603aa-548e-418b-a070-918475337925" providerId="ADAL" clId="{EDCDCF4F-54F9-4D68-A6FA-31D0F7A0F381}" dt="2023-10-30T11:08:03.312" v="3322" actId="167"/>
          <ac:picMkLst>
            <pc:docMk/>
            <pc:sldMk cId="3848526728" sldId="1225"/>
            <ac:picMk id="6" creationId="{05CF126D-72B1-AE48-215C-A7F1C17A63CA}"/>
          </ac:picMkLst>
        </pc:picChg>
        <pc:cxnChg chg="add mod">
          <ac:chgData name="김명호" userId="e0d603aa-548e-418b-a070-918475337925" providerId="ADAL" clId="{EDCDCF4F-54F9-4D68-A6FA-31D0F7A0F381}" dt="2023-10-30T11:08:24.839" v="3328" actId="1076"/>
          <ac:cxnSpMkLst>
            <pc:docMk/>
            <pc:sldMk cId="3848526728" sldId="1225"/>
            <ac:cxnSpMk id="8" creationId="{3EE34006-DB1F-BD87-847D-94ECF4C32EA5}"/>
          </ac:cxnSpMkLst>
        </pc:cxnChg>
        <pc:cxnChg chg="del mod">
          <ac:chgData name="김명호" userId="e0d603aa-548e-418b-a070-918475337925" providerId="ADAL" clId="{EDCDCF4F-54F9-4D68-A6FA-31D0F7A0F381}" dt="2023-10-30T11:08:18.167" v="3326" actId="478"/>
          <ac:cxnSpMkLst>
            <pc:docMk/>
            <pc:sldMk cId="3848526728" sldId="1225"/>
            <ac:cxnSpMk id="11" creationId="{14022BA8-B4B9-F9F3-3C17-A330AA62795E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44:07.838" v="5655" actId="20577"/>
        <pc:sldMkLst>
          <pc:docMk/>
          <pc:sldMk cId="4217213800" sldId="1226"/>
        </pc:sldMkLst>
        <pc:spChg chg="mod">
          <ac:chgData name="김명호" userId="e0d603aa-548e-418b-a070-918475337925" providerId="ADAL" clId="{EDCDCF4F-54F9-4D68-A6FA-31D0F7A0F381}" dt="2023-10-30T11:44:07.838" v="5655" actId="20577"/>
          <ac:spMkLst>
            <pc:docMk/>
            <pc:sldMk cId="4217213800" sldId="1226"/>
            <ac:spMk id="7" creationId="{0C81DD60-D84B-4D3C-8F3E-7D0E22E11300}"/>
          </ac:spMkLst>
        </pc:spChg>
        <pc:spChg chg="add del mod">
          <ac:chgData name="김명호" userId="e0d603aa-548e-418b-a070-918475337925" providerId="ADAL" clId="{EDCDCF4F-54F9-4D68-A6FA-31D0F7A0F381}" dt="2023-10-30T11:43:09.175" v="5382" actId="478"/>
          <ac:spMkLst>
            <pc:docMk/>
            <pc:sldMk cId="4217213800" sldId="1226"/>
            <ac:spMk id="9" creationId="{60D9B1F0-D3EA-1420-4A04-9AE26E158053}"/>
          </ac:spMkLst>
        </pc:spChg>
        <pc:spChg chg="mod">
          <ac:chgData name="김명호" userId="e0d603aa-548e-418b-a070-918475337925" providerId="ADAL" clId="{EDCDCF4F-54F9-4D68-A6FA-31D0F7A0F381}" dt="2023-10-30T11:43:12.335" v="5383" actId="14100"/>
          <ac:spMkLst>
            <pc:docMk/>
            <pc:sldMk cId="4217213800" sldId="1226"/>
            <ac:spMk id="10" creationId="{71F0F5AC-CBD1-F5B8-6F6D-926297B74232}"/>
          </ac:spMkLst>
        </pc:spChg>
        <pc:spChg chg="add del mod">
          <ac:chgData name="김명호" userId="e0d603aa-548e-418b-a070-918475337925" providerId="ADAL" clId="{EDCDCF4F-54F9-4D68-A6FA-31D0F7A0F381}" dt="2023-10-30T11:15:38.884" v="3663"/>
          <ac:spMkLst>
            <pc:docMk/>
            <pc:sldMk cId="4217213800" sldId="1226"/>
            <ac:spMk id="12" creationId="{7C72950B-B7F9-3351-AA0A-C44C3F1243AD}"/>
          </ac:spMkLst>
        </pc:spChg>
        <pc:graphicFrameChg chg="mod">
          <ac:chgData name="김명호" userId="e0d603aa-548e-418b-a070-918475337925" providerId="ADAL" clId="{EDCDCF4F-54F9-4D68-A6FA-31D0F7A0F381}" dt="2023-10-30T11:12:24.791" v="3574"/>
          <ac:graphicFrameMkLst>
            <pc:docMk/>
            <pc:sldMk cId="4217213800" sldId="1226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EDCDCF4F-54F9-4D68-A6FA-31D0F7A0F381}" dt="2023-10-30T11:14:12.331" v="3586" actId="1076"/>
          <ac:picMkLst>
            <pc:docMk/>
            <pc:sldMk cId="4217213800" sldId="1226"/>
            <ac:picMk id="5" creationId="{CCFC3E29-1CC9-1E8B-9A9F-DEE1A4016E08}"/>
          </ac:picMkLst>
        </pc:picChg>
        <pc:picChg chg="del">
          <ac:chgData name="김명호" userId="e0d603aa-548e-418b-a070-918475337925" providerId="ADAL" clId="{EDCDCF4F-54F9-4D68-A6FA-31D0F7A0F381}" dt="2023-10-30T11:13:43.697" v="3578" actId="478"/>
          <ac:picMkLst>
            <pc:docMk/>
            <pc:sldMk cId="4217213800" sldId="1226"/>
            <ac:picMk id="6" creationId="{05CF126D-72B1-AE48-215C-A7F1C17A63CA}"/>
          </ac:picMkLst>
        </pc:picChg>
        <pc:cxnChg chg="mod">
          <ac:chgData name="김명호" userId="e0d603aa-548e-418b-a070-918475337925" providerId="ADAL" clId="{EDCDCF4F-54F9-4D68-A6FA-31D0F7A0F381}" dt="2023-10-30T11:43:14.814" v="5384" actId="1076"/>
          <ac:cxnSpMkLst>
            <pc:docMk/>
            <pc:sldMk cId="4217213800" sldId="1226"/>
            <ac:cxnSpMk id="8" creationId="{3EE34006-DB1F-BD87-847D-94ECF4C32EA5}"/>
          </ac:cxnSpMkLst>
        </pc:cxnChg>
        <pc:cxnChg chg="add del mod">
          <ac:chgData name="김명호" userId="e0d603aa-548e-418b-a070-918475337925" providerId="ADAL" clId="{EDCDCF4F-54F9-4D68-A6FA-31D0F7A0F381}" dt="2023-10-30T11:43:09.175" v="5382" actId="478"/>
          <ac:cxnSpMkLst>
            <pc:docMk/>
            <pc:sldMk cId="4217213800" sldId="1226"/>
            <ac:cxnSpMk id="11" creationId="{B1E688C0-401C-3DA0-B7E8-3FA4C4CA4203}"/>
          </ac:cxnSpMkLst>
        </pc:cxnChg>
        <pc:cxnChg chg="add del mod">
          <ac:chgData name="김명호" userId="e0d603aa-548e-418b-a070-918475337925" providerId="ADAL" clId="{EDCDCF4F-54F9-4D68-A6FA-31D0F7A0F381}" dt="2023-10-30T11:15:38.884" v="3663"/>
          <ac:cxnSpMkLst>
            <pc:docMk/>
            <pc:sldMk cId="4217213800" sldId="1226"/>
            <ac:cxnSpMk id="13" creationId="{0AA6062F-A1ED-C350-24BF-1F25778BD9CD}"/>
          </ac:cxnSpMkLst>
        </pc:cxnChg>
      </pc:sldChg>
      <pc:sldChg chg="addSp delSp modSp add mod modClrScheme chgLayout">
        <pc:chgData name="김명호" userId="e0d603aa-548e-418b-a070-918475337925" providerId="ADAL" clId="{EDCDCF4F-54F9-4D68-A6FA-31D0F7A0F381}" dt="2023-10-30T11:39:04.021" v="5254"/>
        <pc:sldMkLst>
          <pc:docMk/>
          <pc:sldMk cId="1116356520" sldId="1227"/>
        </pc:sldMkLst>
        <pc:spChg chg="mod ord">
          <ac:chgData name="김명호" userId="e0d603aa-548e-418b-a070-918475337925" providerId="ADAL" clId="{EDCDCF4F-54F9-4D68-A6FA-31D0F7A0F381}" dt="2023-10-30T11:16:06.846" v="3672" actId="700"/>
          <ac:spMkLst>
            <pc:docMk/>
            <pc:sldMk cId="1116356520" sldId="1227"/>
            <ac:spMk id="2" creationId="{DC8B0B2E-051C-4693-AC44-65BE8AE195C5}"/>
          </ac:spMkLst>
        </pc:spChg>
        <pc:spChg chg="mod ord">
          <ac:chgData name="김명호" userId="e0d603aa-548e-418b-a070-918475337925" providerId="ADAL" clId="{EDCDCF4F-54F9-4D68-A6FA-31D0F7A0F381}" dt="2023-10-30T11:18:34.564" v="4037" actId="20577"/>
          <ac:spMkLst>
            <pc:docMk/>
            <pc:sldMk cId="1116356520" sldId="1227"/>
            <ac:spMk id="7" creationId="{0C81DD60-D84B-4D3C-8F3E-7D0E22E11300}"/>
          </ac:spMkLst>
        </pc:spChg>
        <pc:spChg chg="mod">
          <ac:chgData name="김명호" userId="e0d603aa-548e-418b-a070-918475337925" providerId="ADAL" clId="{EDCDCF4F-54F9-4D68-A6FA-31D0F7A0F381}" dt="2023-10-30T11:16:32.171" v="3679" actId="1076"/>
          <ac:spMkLst>
            <pc:docMk/>
            <pc:sldMk cId="1116356520" sldId="1227"/>
            <ac:spMk id="9" creationId="{60D9B1F0-D3EA-1420-4A04-9AE26E158053}"/>
          </ac:spMkLst>
        </pc:spChg>
        <pc:spChg chg="del">
          <ac:chgData name="김명호" userId="e0d603aa-548e-418b-a070-918475337925" providerId="ADAL" clId="{EDCDCF4F-54F9-4D68-A6FA-31D0F7A0F381}" dt="2023-10-30T11:16:14.074" v="3673" actId="478"/>
          <ac:spMkLst>
            <pc:docMk/>
            <pc:sldMk cId="1116356520" sldId="1227"/>
            <ac:spMk id="10" creationId="{71F0F5AC-CBD1-F5B8-6F6D-926297B74232}"/>
          </ac:spMkLst>
        </pc:spChg>
        <pc:spChg chg="add mod">
          <ac:chgData name="김명호" userId="e0d603aa-548e-418b-a070-918475337925" providerId="ADAL" clId="{EDCDCF4F-54F9-4D68-A6FA-31D0F7A0F381}" dt="2023-10-30T11:17:21.754" v="3692" actId="14100"/>
          <ac:spMkLst>
            <pc:docMk/>
            <pc:sldMk cId="1116356520" sldId="1227"/>
            <ac:spMk id="12" creationId="{2324DFAF-8792-E6B4-09F9-8193C63EF37F}"/>
          </ac:spMkLst>
        </pc:spChg>
        <pc:graphicFrameChg chg="mod">
          <ac:chgData name="김명호" userId="e0d603aa-548e-418b-a070-918475337925" providerId="ADAL" clId="{EDCDCF4F-54F9-4D68-A6FA-31D0F7A0F381}" dt="2023-10-30T11:39:04.021" v="5254"/>
          <ac:graphicFrameMkLst>
            <pc:docMk/>
            <pc:sldMk cId="1116356520" sldId="1227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EDCDCF4F-54F9-4D68-A6FA-31D0F7A0F381}" dt="2023-10-30T11:16:32.171" v="3679" actId="1076"/>
          <ac:picMkLst>
            <pc:docMk/>
            <pc:sldMk cId="1116356520" sldId="1227"/>
            <ac:picMk id="5" creationId="{CCFC3E29-1CC9-1E8B-9A9F-DEE1A4016E08}"/>
          </ac:picMkLst>
        </pc:picChg>
        <pc:picChg chg="add mod modCrop">
          <ac:chgData name="김명호" userId="e0d603aa-548e-418b-a070-918475337925" providerId="ADAL" clId="{EDCDCF4F-54F9-4D68-A6FA-31D0F7A0F381}" dt="2023-10-30T11:16:57.428" v="3686" actId="108"/>
          <ac:picMkLst>
            <pc:docMk/>
            <pc:sldMk cId="1116356520" sldId="1227"/>
            <ac:picMk id="6" creationId="{EB964F41-9494-FC28-5E22-57B934861544}"/>
          </ac:picMkLst>
        </pc:picChg>
        <pc:cxnChg chg="del">
          <ac:chgData name="김명호" userId="e0d603aa-548e-418b-a070-918475337925" providerId="ADAL" clId="{EDCDCF4F-54F9-4D68-A6FA-31D0F7A0F381}" dt="2023-10-30T11:16:14.074" v="3673" actId="478"/>
          <ac:cxnSpMkLst>
            <pc:docMk/>
            <pc:sldMk cId="1116356520" sldId="1227"/>
            <ac:cxnSpMk id="8" creationId="{3EE34006-DB1F-BD87-847D-94ECF4C32EA5}"/>
          </ac:cxnSpMkLst>
        </pc:cxnChg>
        <pc:cxnChg chg="del mod">
          <ac:chgData name="김명호" userId="e0d603aa-548e-418b-a070-918475337925" providerId="ADAL" clId="{EDCDCF4F-54F9-4D68-A6FA-31D0F7A0F381}" dt="2023-10-30T11:17:10.988" v="3690" actId="478"/>
          <ac:cxnSpMkLst>
            <pc:docMk/>
            <pc:sldMk cId="1116356520" sldId="1227"/>
            <ac:cxnSpMk id="11" creationId="{B1E688C0-401C-3DA0-B7E8-3FA4C4CA4203}"/>
          </ac:cxnSpMkLst>
        </pc:cxnChg>
        <pc:cxnChg chg="add del mod">
          <ac:chgData name="김명호" userId="e0d603aa-548e-418b-a070-918475337925" providerId="ADAL" clId="{EDCDCF4F-54F9-4D68-A6FA-31D0F7A0F381}" dt="2023-10-30T11:17:09.905" v="3689" actId="478"/>
          <ac:cxnSpMkLst>
            <pc:docMk/>
            <pc:sldMk cId="1116356520" sldId="1227"/>
            <ac:cxnSpMk id="13" creationId="{4C5473BA-B772-A040-5496-AE94E0515481}"/>
          </ac:cxnSpMkLst>
        </pc:cxnChg>
        <pc:cxnChg chg="add mod">
          <ac:chgData name="김명호" userId="e0d603aa-548e-418b-a070-918475337925" providerId="ADAL" clId="{EDCDCF4F-54F9-4D68-A6FA-31D0F7A0F381}" dt="2023-10-30T11:17:35.773" v="3694" actId="1582"/>
          <ac:cxnSpMkLst>
            <pc:docMk/>
            <pc:sldMk cId="1116356520" sldId="1227"/>
            <ac:cxnSpMk id="15" creationId="{97AFA270-07B6-A2BC-6270-E91BFD2FF27A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22:28.826" v="4238"/>
        <pc:sldMkLst>
          <pc:docMk/>
          <pc:sldMk cId="2935446857" sldId="1228"/>
        </pc:sldMkLst>
        <pc:spChg chg="add mod">
          <ac:chgData name="김명호" userId="e0d603aa-548e-418b-a070-918475337925" providerId="ADAL" clId="{EDCDCF4F-54F9-4D68-A6FA-31D0F7A0F381}" dt="2023-10-30T11:21:23.911" v="4232" actId="1036"/>
          <ac:spMkLst>
            <pc:docMk/>
            <pc:sldMk cId="2935446857" sldId="1228"/>
            <ac:spMk id="6" creationId="{BD2C72E4-2621-29B3-A66C-30D269B432D0}"/>
          </ac:spMkLst>
        </pc:spChg>
        <pc:spChg chg="mod">
          <ac:chgData name="김명호" userId="e0d603aa-548e-418b-a070-918475337925" providerId="ADAL" clId="{EDCDCF4F-54F9-4D68-A6FA-31D0F7A0F381}" dt="2023-10-30T11:22:28.826" v="4238"/>
          <ac:spMkLst>
            <pc:docMk/>
            <pc:sldMk cId="2935446857" sldId="1228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19:27.939" v="4039" actId="478"/>
          <ac:spMkLst>
            <pc:docMk/>
            <pc:sldMk cId="2935446857" sldId="1228"/>
            <ac:spMk id="9" creationId="{60D9B1F0-D3EA-1420-4A04-9AE26E158053}"/>
          </ac:spMkLst>
        </pc:spChg>
        <pc:spChg chg="mod">
          <ac:chgData name="김명호" userId="e0d603aa-548e-418b-a070-918475337925" providerId="ADAL" clId="{EDCDCF4F-54F9-4D68-A6FA-31D0F7A0F381}" dt="2023-10-30T11:21:07.704" v="4215" actId="1076"/>
          <ac:spMkLst>
            <pc:docMk/>
            <pc:sldMk cId="2935446857" sldId="1228"/>
            <ac:spMk id="10" creationId="{71F0F5AC-CBD1-F5B8-6F6D-926297B74232}"/>
          </ac:spMkLst>
        </pc:spChg>
        <pc:spChg chg="add mod">
          <ac:chgData name="김명호" userId="e0d603aa-548e-418b-a070-918475337925" providerId="ADAL" clId="{EDCDCF4F-54F9-4D68-A6FA-31D0F7A0F381}" dt="2023-10-30T11:21:32.393" v="4236" actId="1076"/>
          <ac:spMkLst>
            <pc:docMk/>
            <pc:sldMk cId="2935446857" sldId="1228"/>
            <ac:spMk id="13" creationId="{DA1CC933-53CA-1D56-4B10-CA0D2801D68C}"/>
          </ac:spMkLst>
        </pc:spChg>
        <pc:graphicFrameChg chg="mod modGraphic">
          <ac:chgData name="김명호" userId="e0d603aa-548e-418b-a070-918475337925" providerId="ADAL" clId="{EDCDCF4F-54F9-4D68-A6FA-31D0F7A0F381}" dt="2023-10-30T11:20:21.450" v="4207" actId="20577"/>
          <ac:graphicFrameMkLst>
            <pc:docMk/>
            <pc:sldMk cId="2935446857" sldId="1228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EDCDCF4F-54F9-4D68-A6FA-31D0F7A0F381}" dt="2023-10-30T11:21:03.184" v="4214" actId="1076"/>
          <ac:picMkLst>
            <pc:docMk/>
            <pc:sldMk cId="2935446857" sldId="1228"/>
            <ac:picMk id="4" creationId="{9BA0C973-4D9C-2C1D-54DF-5D80BF57C3B8}"/>
          </ac:picMkLst>
        </pc:picChg>
        <pc:picChg chg="del">
          <ac:chgData name="김명호" userId="e0d603aa-548e-418b-a070-918475337925" providerId="ADAL" clId="{EDCDCF4F-54F9-4D68-A6FA-31D0F7A0F381}" dt="2023-10-30T11:20:50.850" v="4208" actId="478"/>
          <ac:picMkLst>
            <pc:docMk/>
            <pc:sldMk cId="2935446857" sldId="1228"/>
            <ac:picMk id="5" creationId="{CCFC3E29-1CC9-1E8B-9A9F-DEE1A4016E08}"/>
          </ac:picMkLst>
        </pc:picChg>
        <pc:cxnChg chg="mod">
          <ac:chgData name="김명호" userId="e0d603aa-548e-418b-a070-918475337925" providerId="ADAL" clId="{EDCDCF4F-54F9-4D68-A6FA-31D0F7A0F381}" dt="2023-10-30T11:21:07.704" v="4215" actId="1076"/>
          <ac:cxnSpMkLst>
            <pc:docMk/>
            <pc:sldMk cId="2935446857" sldId="1228"/>
            <ac:cxnSpMk id="8" creationId="{3EE34006-DB1F-BD87-847D-94ECF4C32EA5}"/>
          </ac:cxnSpMkLst>
        </pc:cxnChg>
        <pc:cxnChg chg="del">
          <ac:chgData name="김명호" userId="e0d603aa-548e-418b-a070-918475337925" providerId="ADAL" clId="{EDCDCF4F-54F9-4D68-A6FA-31D0F7A0F381}" dt="2023-10-30T11:19:27.939" v="4039" actId="478"/>
          <ac:cxnSpMkLst>
            <pc:docMk/>
            <pc:sldMk cId="2935446857" sldId="1228"/>
            <ac:cxnSpMk id="11" creationId="{B1E688C0-401C-3DA0-B7E8-3FA4C4CA4203}"/>
          </ac:cxnSpMkLst>
        </pc:cxnChg>
        <pc:cxnChg chg="add mod">
          <ac:chgData name="김명호" userId="e0d603aa-548e-418b-a070-918475337925" providerId="ADAL" clId="{EDCDCF4F-54F9-4D68-A6FA-31D0F7A0F381}" dt="2023-10-30T11:21:26.690" v="4234" actId="1036"/>
          <ac:cxnSpMkLst>
            <pc:docMk/>
            <pc:sldMk cId="2935446857" sldId="1228"/>
            <ac:cxnSpMk id="12" creationId="{5FAF52B5-ADF5-D217-A345-9C152123426B}"/>
          </ac:cxnSpMkLst>
        </pc:cxnChg>
        <pc:cxnChg chg="add mod">
          <ac:chgData name="김명호" userId="e0d603aa-548e-418b-a070-918475337925" providerId="ADAL" clId="{EDCDCF4F-54F9-4D68-A6FA-31D0F7A0F381}" dt="2023-10-30T11:21:32.393" v="4236" actId="1076"/>
          <ac:cxnSpMkLst>
            <pc:docMk/>
            <pc:sldMk cId="2935446857" sldId="1228"/>
            <ac:cxnSpMk id="14" creationId="{8644D771-A4B1-D8A2-2D38-2E3BF7208B94}"/>
          </ac:cxnSpMkLst>
        </pc:cxnChg>
      </pc:sldChg>
      <pc:sldChg chg="modSp add mod">
        <pc:chgData name="김명호" userId="e0d603aa-548e-418b-a070-918475337925" providerId="ADAL" clId="{EDCDCF4F-54F9-4D68-A6FA-31D0F7A0F381}" dt="2023-10-30T11:26:02.266" v="4415"/>
        <pc:sldMkLst>
          <pc:docMk/>
          <pc:sldMk cId="200759230" sldId="1229"/>
        </pc:sldMkLst>
        <pc:spChg chg="mod">
          <ac:chgData name="김명호" userId="e0d603aa-548e-418b-a070-918475337925" providerId="ADAL" clId="{EDCDCF4F-54F9-4D68-A6FA-31D0F7A0F381}" dt="2023-10-30T11:23:40.879" v="4243" actId="14100"/>
          <ac:spMkLst>
            <pc:docMk/>
            <pc:sldMk cId="200759230" sldId="1229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1:26:02.266" v="4415"/>
          <ac:spMkLst>
            <pc:docMk/>
            <pc:sldMk cId="200759230" sldId="1229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1:22:44.562" v="4240"/>
          <ac:graphicFrameMkLst>
            <pc:docMk/>
            <pc:sldMk cId="200759230" sldId="1229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EDCDCF4F-54F9-4D68-A6FA-31D0F7A0F381}" dt="2023-10-30T11:23:42.399" v="4244" actId="1076"/>
          <ac:cxnSpMkLst>
            <pc:docMk/>
            <pc:sldMk cId="200759230" sldId="1229"/>
            <ac:cxnSpMk id="8" creationId="{C9D4C90C-E161-237D-F44A-67E89D7016A9}"/>
          </ac:cxnSpMkLst>
        </pc:cxnChg>
      </pc:sldChg>
      <pc:sldChg chg="modSp add mod">
        <pc:chgData name="김명호" userId="e0d603aa-548e-418b-a070-918475337925" providerId="ADAL" clId="{EDCDCF4F-54F9-4D68-A6FA-31D0F7A0F381}" dt="2023-10-30T11:25:03.962" v="4371" actId="13926"/>
        <pc:sldMkLst>
          <pc:docMk/>
          <pc:sldMk cId="2122162360" sldId="1230"/>
        </pc:sldMkLst>
        <pc:spChg chg="mod">
          <ac:chgData name="김명호" userId="e0d603aa-548e-418b-a070-918475337925" providerId="ADAL" clId="{EDCDCF4F-54F9-4D68-A6FA-31D0F7A0F381}" dt="2023-10-30T11:24:28.248" v="4275" actId="1036"/>
          <ac:spMkLst>
            <pc:docMk/>
            <pc:sldMk cId="2122162360" sldId="1230"/>
            <ac:spMk id="6" creationId="{3FE12E65-DEF0-6E44-1ECC-436D7D88C3EB}"/>
          </ac:spMkLst>
        </pc:spChg>
        <pc:spChg chg="mod">
          <ac:chgData name="김명호" userId="e0d603aa-548e-418b-a070-918475337925" providerId="ADAL" clId="{EDCDCF4F-54F9-4D68-A6FA-31D0F7A0F381}" dt="2023-10-30T11:25:03.962" v="4371" actId="13926"/>
          <ac:spMkLst>
            <pc:docMk/>
            <pc:sldMk cId="2122162360" sldId="1230"/>
            <ac:spMk id="7" creationId="{0C81DD60-D84B-4D3C-8F3E-7D0E22E11300}"/>
          </ac:spMkLst>
        </pc:spChg>
        <pc:graphicFrameChg chg="mod">
          <ac:chgData name="김명호" userId="e0d603aa-548e-418b-a070-918475337925" providerId="ADAL" clId="{EDCDCF4F-54F9-4D68-A6FA-31D0F7A0F381}" dt="2023-10-30T11:24:07.378" v="4246"/>
          <ac:graphicFrameMkLst>
            <pc:docMk/>
            <pc:sldMk cId="2122162360" sldId="1230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EDCDCF4F-54F9-4D68-A6FA-31D0F7A0F381}" dt="2023-10-30T11:24:14.693" v="4249" actId="1076"/>
          <ac:picMkLst>
            <pc:docMk/>
            <pc:sldMk cId="2122162360" sldId="1230"/>
            <ac:picMk id="5" creationId="{B74C2465-2A00-49B9-2958-A7E05904274B}"/>
          </ac:picMkLst>
        </pc:picChg>
        <pc:cxnChg chg="mod">
          <ac:chgData name="김명호" userId="e0d603aa-548e-418b-a070-918475337925" providerId="ADAL" clId="{EDCDCF4F-54F9-4D68-A6FA-31D0F7A0F381}" dt="2023-10-30T11:24:20.798" v="4250" actId="1076"/>
          <ac:cxnSpMkLst>
            <pc:docMk/>
            <pc:sldMk cId="2122162360" sldId="1230"/>
            <ac:cxnSpMk id="8" creationId="{C9D4C90C-E161-237D-F44A-67E89D7016A9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30:24.327" v="4668" actId="6549"/>
        <pc:sldMkLst>
          <pc:docMk/>
          <pc:sldMk cId="3990734470" sldId="1231"/>
        </pc:sldMkLst>
        <pc:spChg chg="add del mod">
          <ac:chgData name="김명호" userId="e0d603aa-548e-418b-a070-918475337925" providerId="ADAL" clId="{EDCDCF4F-54F9-4D68-A6FA-31D0F7A0F381}" dt="2023-10-30T11:28:01.179" v="4449"/>
          <ac:spMkLst>
            <pc:docMk/>
            <pc:sldMk cId="3990734470" sldId="1231"/>
            <ac:spMk id="5" creationId="{CD27FF0F-05F8-F804-F60B-785BD7A6EC5D}"/>
          </ac:spMkLst>
        </pc:spChg>
        <pc:spChg chg="del">
          <ac:chgData name="김명호" userId="e0d603aa-548e-418b-a070-918475337925" providerId="ADAL" clId="{EDCDCF4F-54F9-4D68-A6FA-31D0F7A0F381}" dt="2023-10-30T11:27:21.959" v="4417" actId="478"/>
          <ac:spMkLst>
            <pc:docMk/>
            <pc:sldMk cId="3990734470" sldId="1231"/>
            <ac:spMk id="6" creationId="{BD2C72E4-2621-29B3-A66C-30D269B432D0}"/>
          </ac:spMkLst>
        </pc:spChg>
        <pc:spChg chg="mod">
          <ac:chgData name="김명호" userId="e0d603aa-548e-418b-a070-918475337925" providerId="ADAL" clId="{EDCDCF4F-54F9-4D68-A6FA-31D0F7A0F381}" dt="2023-10-30T11:30:24.327" v="4668" actId="6549"/>
          <ac:spMkLst>
            <pc:docMk/>
            <pc:sldMk cId="3990734470" sldId="1231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27:21.959" v="4417" actId="478"/>
          <ac:spMkLst>
            <pc:docMk/>
            <pc:sldMk cId="3990734470" sldId="1231"/>
            <ac:spMk id="10" creationId="{71F0F5AC-CBD1-F5B8-6F6D-926297B74232}"/>
          </ac:spMkLst>
        </pc:spChg>
        <pc:spChg chg="add mod">
          <ac:chgData name="김명호" userId="e0d603aa-548e-418b-a070-918475337925" providerId="ADAL" clId="{EDCDCF4F-54F9-4D68-A6FA-31D0F7A0F381}" dt="2023-10-30T11:28:20.037" v="4456" actId="14100"/>
          <ac:spMkLst>
            <pc:docMk/>
            <pc:sldMk cId="3990734470" sldId="1231"/>
            <ac:spMk id="11" creationId="{8C9D431F-6889-2EAF-1CD8-FAD2D41B357C}"/>
          </ac:spMkLst>
        </pc:spChg>
        <pc:spChg chg="mod">
          <ac:chgData name="김명호" userId="e0d603aa-548e-418b-a070-918475337925" providerId="ADAL" clId="{EDCDCF4F-54F9-4D68-A6FA-31D0F7A0F381}" dt="2023-10-30T11:28:08.301" v="4451" actId="14100"/>
          <ac:spMkLst>
            <pc:docMk/>
            <pc:sldMk cId="3990734470" sldId="1231"/>
            <ac:spMk id="13" creationId="{DA1CC933-53CA-1D56-4B10-CA0D2801D68C}"/>
          </ac:spMkLst>
        </pc:spChg>
        <pc:graphicFrameChg chg="mod">
          <ac:chgData name="김명호" userId="e0d603aa-548e-418b-a070-918475337925" providerId="ADAL" clId="{EDCDCF4F-54F9-4D68-A6FA-31D0F7A0F381}" dt="2023-10-30T11:27:37.296" v="4423"/>
          <ac:graphicFrameMkLst>
            <pc:docMk/>
            <pc:sldMk cId="3990734470" sldId="1231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EDCDCF4F-54F9-4D68-A6FA-31D0F7A0F381}" dt="2023-10-30T11:27:21.959" v="4417" actId="478"/>
          <ac:cxnSpMkLst>
            <pc:docMk/>
            <pc:sldMk cId="3990734470" sldId="1231"/>
            <ac:cxnSpMk id="8" creationId="{3EE34006-DB1F-BD87-847D-94ECF4C32EA5}"/>
          </ac:cxnSpMkLst>
        </pc:cxnChg>
        <pc:cxnChg chg="add del mod">
          <ac:chgData name="김명호" userId="e0d603aa-548e-418b-a070-918475337925" providerId="ADAL" clId="{EDCDCF4F-54F9-4D68-A6FA-31D0F7A0F381}" dt="2023-10-30T11:28:01.179" v="4449"/>
          <ac:cxnSpMkLst>
            <pc:docMk/>
            <pc:sldMk cId="3990734470" sldId="1231"/>
            <ac:cxnSpMk id="9" creationId="{3A5050C8-F69B-F5E3-4023-8D2D3E98B022}"/>
          </ac:cxnSpMkLst>
        </pc:cxnChg>
        <pc:cxnChg chg="del">
          <ac:chgData name="김명호" userId="e0d603aa-548e-418b-a070-918475337925" providerId="ADAL" clId="{EDCDCF4F-54F9-4D68-A6FA-31D0F7A0F381}" dt="2023-10-30T11:27:21.959" v="4417" actId="478"/>
          <ac:cxnSpMkLst>
            <pc:docMk/>
            <pc:sldMk cId="3990734470" sldId="1231"/>
            <ac:cxnSpMk id="12" creationId="{5FAF52B5-ADF5-D217-A345-9C152123426B}"/>
          </ac:cxnSpMkLst>
        </pc:cxnChg>
        <pc:cxnChg chg="mod">
          <ac:chgData name="김명호" userId="e0d603aa-548e-418b-a070-918475337925" providerId="ADAL" clId="{EDCDCF4F-54F9-4D68-A6FA-31D0F7A0F381}" dt="2023-10-30T11:28:10.109" v="4452" actId="1076"/>
          <ac:cxnSpMkLst>
            <pc:docMk/>
            <pc:sldMk cId="3990734470" sldId="1231"/>
            <ac:cxnSpMk id="14" creationId="{8644D771-A4B1-D8A2-2D38-2E3BF7208B94}"/>
          </ac:cxnSpMkLst>
        </pc:cxnChg>
        <pc:cxnChg chg="add mod">
          <ac:chgData name="김명호" userId="e0d603aa-548e-418b-a070-918475337925" providerId="ADAL" clId="{EDCDCF4F-54F9-4D68-A6FA-31D0F7A0F381}" dt="2023-10-30T11:28:21.437" v="4457" actId="1076"/>
          <ac:cxnSpMkLst>
            <pc:docMk/>
            <pc:sldMk cId="3990734470" sldId="1231"/>
            <ac:cxnSpMk id="15" creationId="{DE09E8EC-9FC6-E4E0-4065-54F6E78185DC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33:02.674" v="5006" actId="20577"/>
        <pc:sldMkLst>
          <pc:docMk/>
          <pc:sldMk cId="2697912037" sldId="1232"/>
        </pc:sldMkLst>
        <pc:spChg chg="mod">
          <ac:chgData name="김명호" userId="e0d603aa-548e-418b-a070-918475337925" providerId="ADAL" clId="{EDCDCF4F-54F9-4D68-A6FA-31D0F7A0F381}" dt="2023-10-30T11:33:02.674" v="5006" actId="20577"/>
          <ac:spMkLst>
            <pc:docMk/>
            <pc:sldMk cId="2697912037" sldId="1232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30:34.090" v="4670" actId="478"/>
          <ac:spMkLst>
            <pc:docMk/>
            <pc:sldMk cId="2697912037" sldId="1232"/>
            <ac:spMk id="11" creationId="{8C9D431F-6889-2EAF-1CD8-FAD2D41B357C}"/>
          </ac:spMkLst>
        </pc:spChg>
        <pc:spChg chg="mod">
          <ac:chgData name="김명호" userId="e0d603aa-548e-418b-a070-918475337925" providerId="ADAL" clId="{EDCDCF4F-54F9-4D68-A6FA-31D0F7A0F381}" dt="2023-10-30T11:31:34.788" v="4680" actId="14100"/>
          <ac:spMkLst>
            <pc:docMk/>
            <pc:sldMk cId="2697912037" sldId="1232"/>
            <ac:spMk id="13" creationId="{DA1CC933-53CA-1D56-4B10-CA0D2801D68C}"/>
          </ac:spMkLst>
        </pc:spChg>
        <pc:picChg chg="del">
          <ac:chgData name="김명호" userId="e0d603aa-548e-418b-a070-918475337925" providerId="ADAL" clId="{EDCDCF4F-54F9-4D68-A6FA-31D0F7A0F381}" dt="2023-10-30T11:31:05.220" v="4671" actId="478"/>
          <ac:picMkLst>
            <pc:docMk/>
            <pc:sldMk cId="2697912037" sldId="1232"/>
            <ac:picMk id="4" creationId="{9BA0C973-4D9C-2C1D-54DF-5D80BF57C3B8}"/>
          </ac:picMkLst>
        </pc:picChg>
        <pc:picChg chg="add mod ord modCrop">
          <ac:chgData name="김명호" userId="e0d603aa-548e-418b-a070-918475337925" providerId="ADAL" clId="{EDCDCF4F-54F9-4D68-A6FA-31D0F7A0F381}" dt="2023-10-30T11:31:25.141" v="4678" actId="167"/>
          <ac:picMkLst>
            <pc:docMk/>
            <pc:sldMk cId="2697912037" sldId="1232"/>
            <ac:picMk id="6" creationId="{4F833C89-E3B7-578D-FD0C-7BA3FBB25B54}"/>
          </ac:picMkLst>
        </pc:picChg>
        <pc:cxnChg chg="mod">
          <ac:chgData name="김명호" userId="e0d603aa-548e-418b-a070-918475337925" providerId="ADAL" clId="{EDCDCF4F-54F9-4D68-A6FA-31D0F7A0F381}" dt="2023-10-30T11:31:38.170" v="4682" actId="1076"/>
          <ac:cxnSpMkLst>
            <pc:docMk/>
            <pc:sldMk cId="2697912037" sldId="1232"/>
            <ac:cxnSpMk id="14" creationId="{8644D771-A4B1-D8A2-2D38-2E3BF7208B94}"/>
          </ac:cxnSpMkLst>
        </pc:cxnChg>
        <pc:cxnChg chg="del">
          <ac:chgData name="김명호" userId="e0d603aa-548e-418b-a070-918475337925" providerId="ADAL" clId="{EDCDCF4F-54F9-4D68-A6FA-31D0F7A0F381}" dt="2023-10-30T11:30:34.090" v="4670" actId="478"/>
          <ac:cxnSpMkLst>
            <pc:docMk/>
            <pc:sldMk cId="2697912037" sldId="1232"/>
            <ac:cxnSpMk id="15" creationId="{DE09E8EC-9FC6-E4E0-4065-54F6E78185DC}"/>
          </ac:cxnSpMkLst>
        </pc:cxnChg>
      </pc:sldChg>
      <pc:sldChg chg="addSp modSp add mod">
        <pc:chgData name="김명호" userId="e0d603aa-548e-418b-a070-918475337925" providerId="ADAL" clId="{EDCDCF4F-54F9-4D68-A6FA-31D0F7A0F381}" dt="2023-10-30T11:36:12.205" v="5060"/>
        <pc:sldMkLst>
          <pc:docMk/>
          <pc:sldMk cId="3922041829" sldId="1233"/>
        </pc:sldMkLst>
        <pc:spChg chg="add mod">
          <ac:chgData name="김명호" userId="e0d603aa-548e-418b-a070-918475337925" providerId="ADAL" clId="{EDCDCF4F-54F9-4D68-A6FA-31D0F7A0F381}" dt="2023-10-30T11:33:15.109" v="5009" actId="571"/>
          <ac:spMkLst>
            <pc:docMk/>
            <pc:sldMk cId="3922041829" sldId="1233"/>
            <ac:spMk id="4" creationId="{A21DA703-2B0E-CF2E-D43A-FF8A074AD007}"/>
          </ac:spMkLst>
        </pc:spChg>
        <pc:spChg chg="add mod">
          <ac:chgData name="김명호" userId="e0d603aa-548e-418b-a070-918475337925" providerId="ADAL" clId="{EDCDCF4F-54F9-4D68-A6FA-31D0F7A0F381}" dt="2023-10-30T11:35:42.608" v="5055"/>
          <ac:spMkLst>
            <pc:docMk/>
            <pc:sldMk cId="3922041829" sldId="1233"/>
            <ac:spMk id="5" creationId="{F2A86E20-C853-E766-BCC9-DDE8FD0E7786}"/>
          </ac:spMkLst>
        </pc:spChg>
        <pc:spChg chg="mod">
          <ac:chgData name="김명호" userId="e0d603aa-548e-418b-a070-918475337925" providerId="ADAL" clId="{EDCDCF4F-54F9-4D68-A6FA-31D0F7A0F381}" dt="2023-10-30T11:35:35.670" v="5054"/>
          <ac:spMkLst>
            <pc:docMk/>
            <pc:sldMk cId="3922041829" sldId="1233"/>
            <ac:spMk id="7" creationId="{0C81DD60-D84B-4D3C-8F3E-7D0E22E11300}"/>
          </ac:spMkLst>
        </pc:spChg>
        <pc:spChg chg="add mod">
          <ac:chgData name="김명호" userId="e0d603aa-548e-418b-a070-918475337925" providerId="ADAL" clId="{EDCDCF4F-54F9-4D68-A6FA-31D0F7A0F381}" dt="2023-10-30T11:35:48.283" v="5056"/>
          <ac:spMkLst>
            <pc:docMk/>
            <pc:sldMk cId="3922041829" sldId="1233"/>
            <ac:spMk id="9" creationId="{5530D58E-1BD4-1108-2D8E-EADC22A3EB7F}"/>
          </ac:spMkLst>
        </pc:spChg>
        <pc:spChg chg="mod">
          <ac:chgData name="김명호" userId="e0d603aa-548e-418b-a070-918475337925" providerId="ADAL" clId="{EDCDCF4F-54F9-4D68-A6FA-31D0F7A0F381}" dt="2023-10-30T11:33:21.107" v="5011" actId="14100"/>
          <ac:spMkLst>
            <pc:docMk/>
            <pc:sldMk cId="3922041829" sldId="1233"/>
            <ac:spMk id="13" creationId="{DA1CC933-53CA-1D56-4B10-CA0D2801D68C}"/>
          </ac:spMkLst>
        </pc:spChg>
        <pc:graphicFrameChg chg="mod">
          <ac:chgData name="김명호" userId="e0d603aa-548e-418b-a070-918475337925" providerId="ADAL" clId="{EDCDCF4F-54F9-4D68-A6FA-31D0F7A0F381}" dt="2023-10-30T11:36:12.205" v="5060"/>
          <ac:graphicFrameMkLst>
            <pc:docMk/>
            <pc:sldMk cId="3922041829" sldId="1233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EDCDCF4F-54F9-4D68-A6FA-31D0F7A0F381}" dt="2023-10-30T11:35:42.608" v="5055"/>
          <ac:picMkLst>
            <pc:docMk/>
            <pc:sldMk cId="3922041829" sldId="1233"/>
            <ac:picMk id="8" creationId="{C615A7F2-FD6C-C780-6C1F-F175AC162DEC}"/>
          </ac:picMkLst>
        </pc:picChg>
        <pc:cxnChg chg="mod">
          <ac:chgData name="김명호" userId="e0d603aa-548e-418b-a070-918475337925" providerId="ADAL" clId="{EDCDCF4F-54F9-4D68-A6FA-31D0F7A0F381}" dt="2023-10-30T11:33:24.011" v="5013" actId="1076"/>
          <ac:cxnSpMkLst>
            <pc:docMk/>
            <pc:sldMk cId="3922041829" sldId="1233"/>
            <ac:cxnSpMk id="14" creationId="{8644D771-A4B1-D8A2-2D38-2E3BF7208B94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39:17.450" v="5255"/>
        <pc:sldMkLst>
          <pc:docMk/>
          <pc:sldMk cId="3365314676" sldId="1234"/>
        </pc:sldMkLst>
        <pc:spChg chg="del">
          <ac:chgData name="김명호" userId="e0d603aa-548e-418b-a070-918475337925" providerId="ADAL" clId="{EDCDCF4F-54F9-4D68-A6FA-31D0F7A0F381}" dt="2023-10-30T11:37:21.834" v="5062" actId="478"/>
          <ac:spMkLst>
            <pc:docMk/>
            <pc:sldMk cId="3365314676" sldId="1234"/>
            <ac:spMk id="5" creationId="{F2A86E20-C853-E766-BCC9-DDE8FD0E7786}"/>
          </ac:spMkLst>
        </pc:spChg>
        <pc:spChg chg="mod">
          <ac:chgData name="김명호" userId="e0d603aa-548e-418b-a070-918475337925" providerId="ADAL" clId="{EDCDCF4F-54F9-4D68-A6FA-31D0F7A0F381}" dt="2023-10-30T11:37:48.344" v="5231" actId="20577"/>
          <ac:spMkLst>
            <pc:docMk/>
            <pc:sldMk cId="3365314676" sldId="1234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37:21.834" v="5062" actId="478"/>
          <ac:spMkLst>
            <pc:docMk/>
            <pc:sldMk cId="3365314676" sldId="1234"/>
            <ac:spMk id="9" creationId="{5530D58E-1BD4-1108-2D8E-EADC22A3EB7F}"/>
          </ac:spMkLst>
        </pc:spChg>
        <pc:spChg chg="add mod">
          <ac:chgData name="김명호" userId="e0d603aa-548e-418b-a070-918475337925" providerId="ADAL" clId="{EDCDCF4F-54F9-4D68-A6FA-31D0F7A0F381}" dt="2023-10-30T11:38:35.648" v="5251" actId="14100"/>
          <ac:spMkLst>
            <pc:docMk/>
            <pc:sldMk cId="3365314676" sldId="1234"/>
            <ac:spMk id="11" creationId="{532BE11F-C2E4-08EF-6A97-892649017CBF}"/>
          </ac:spMkLst>
        </pc:spChg>
        <pc:spChg chg="mod">
          <ac:chgData name="김명호" userId="e0d603aa-548e-418b-a070-918475337925" providerId="ADAL" clId="{EDCDCF4F-54F9-4D68-A6FA-31D0F7A0F381}" dt="2023-10-30T11:38:28.472" v="5248" actId="1035"/>
          <ac:spMkLst>
            <pc:docMk/>
            <pc:sldMk cId="3365314676" sldId="1234"/>
            <ac:spMk id="13" creationId="{DA1CC933-53CA-1D56-4B10-CA0D2801D68C}"/>
          </ac:spMkLst>
        </pc:spChg>
        <pc:graphicFrameChg chg="mod">
          <ac:chgData name="김명호" userId="e0d603aa-548e-418b-a070-918475337925" providerId="ADAL" clId="{EDCDCF4F-54F9-4D68-A6FA-31D0F7A0F381}" dt="2023-10-30T11:39:17.450" v="5255"/>
          <ac:graphicFrameMkLst>
            <pc:docMk/>
            <pc:sldMk cId="3365314676" sldId="1234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EDCDCF4F-54F9-4D68-A6FA-31D0F7A0F381}" dt="2023-10-30T11:37:49.704" v="5232" actId="478"/>
          <ac:picMkLst>
            <pc:docMk/>
            <pc:sldMk cId="3365314676" sldId="1234"/>
            <ac:picMk id="6" creationId="{4F833C89-E3B7-578D-FD0C-7BA3FBB25B54}"/>
          </ac:picMkLst>
        </pc:picChg>
        <pc:picChg chg="del">
          <ac:chgData name="김명호" userId="e0d603aa-548e-418b-a070-918475337925" providerId="ADAL" clId="{EDCDCF4F-54F9-4D68-A6FA-31D0F7A0F381}" dt="2023-10-30T11:37:21.834" v="5062" actId="478"/>
          <ac:picMkLst>
            <pc:docMk/>
            <pc:sldMk cId="3365314676" sldId="1234"/>
            <ac:picMk id="8" creationId="{C615A7F2-FD6C-C780-6C1F-F175AC162DEC}"/>
          </ac:picMkLst>
        </pc:picChg>
        <pc:picChg chg="add mod ord modCrop">
          <ac:chgData name="김명호" userId="e0d603aa-548e-418b-a070-918475337925" providerId="ADAL" clId="{EDCDCF4F-54F9-4D68-A6FA-31D0F7A0F381}" dt="2023-10-30T11:38:25.697" v="5244" actId="1076"/>
          <ac:picMkLst>
            <pc:docMk/>
            <pc:sldMk cId="3365314676" sldId="1234"/>
            <ac:picMk id="10" creationId="{744B739B-2F23-2007-1E85-D9BD1D611A01}"/>
          </ac:picMkLst>
        </pc:picChg>
        <pc:cxnChg chg="add mod">
          <ac:chgData name="김명호" userId="e0d603aa-548e-418b-a070-918475337925" providerId="ADAL" clId="{EDCDCF4F-54F9-4D68-A6FA-31D0F7A0F381}" dt="2023-10-30T11:38:39.890" v="5253" actId="1076"/>
          <ac:cxnSpMkLst>
            <pc:docMk/>
            <pc:sldMk cId="3365314676" sldId="1234"/>
            <ac:cxnSpMk id="12" creationId="{43CB9F15-9729-B499-F110-B15F67A89561}"/>
          </ac:cxnSpMkLst>
        </pc:cxnChg>
        <pc:cxnChg chg="mod">
          <ac:chgData name="김명호" userId="e0d603aa-548e-418b-a070-918475337925" providerId="ADAL" clId="{EDCDCF4F-54F9-4D68-A6FA-31D0F7A0F381}" dt="2023-10-30T11:38:28.472" v="5248" actId="1035"/>
          <ac:cxnSpMkLst>
            <pc:docMk/>
            <pc:sldMk cId="3365314676" sldId="1234"/>
            <ac:cxnSpMk id="14" creationId="{8644D771-A4B1-D8A2-2D38-2E3BF7208B94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41:53.647" v="5358" actId="5793"/>
        <pc:sldMkLst>
          <pc:docMk/>
          <pc:sldMk cId="650392518" sldId="1235"/>
        </pc:sldMkLst>
        <pc:spChg chg="add mod">
          <ac:chgData name="김명호" userId="e0d603aa-548e-418b-a070-918475337925" providerId="ADAL" clId="{EDCDCF4F-54F9-4D68-A6FA-31D0F7A0F381}" dt="2023-10-30T11:40:58.040" v="5271" actId="14100"/>
          <ac:spMkLst>
            <pc:docMk/>
            <pc:sldMk cId="650392518" sldId="1235"/>
            <ac:spMk id="6" creationId="{7BD13C15-5E8A-E87C-1B3D-CEDD3D898D32}"/>
          </ac:spMkLst>
        </pc:spChg>
        <pc:spChg chg="mod">
          <ac:chgData name="김명호" userId="e0d603aa-548e-418b-a070-918475337925" providerId="ADAL" clId="{EDCDCF4F-54F9-4D68-A6FA-31D0F7A0F381}" dt="2023-10-30T11:41:53.647" v="5358" actId="5793"/>
          <ac:spMkLst>
            <pc:docMk/>
            <pc:sldMk cId="650392518" sldId="1235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40:35.558" v="5266" actId="478"/>
          <ac:spMkLst>
            <pc:docMk/>
            <pc:sldMk cId="650392518" sldId="1235"/>
            <ac:spMk id="11" creationId="{532BE11F-C2E4-08EF-6A97-892649017CBF}"/>
          </ac:spMkLst>
        </pc:spChg>
        <pc:spChg chg="mod">
          <ac:chgData name="김명호" userId="e0d603aa-548e-418b-a070-918475337925" providerId="ADAL" clId="{EDCDCF4F-54F9-4D68-A6FA-31D0F7A0F381}" dt="2023-10-30T11:40:49.231" v="5268" actId="14100"/>
          <ac:spMkLst>
            <pc:docMk/>
            <pc:sldMk cId="650392518" sldId="1235"/>
            <ac:spMk id="13" creationId="{DA1CC933-53CA-1D56-4B10-CA0D2801D68C}"/>
          </ac:spMkLst>
        </pc:spChg>
        <pc:picChg chg="add mod ord modCrop">
          <ac:chgData name="김명호" userId="e0d603aa-548e-418b-a070-918475337925" providerId="ADAL" clId="{EDCDCF4F-54F9-4D68-A6FA-31D0F7A0F381}" dt="2023-10-30T11:40:33.115" v="5265" actId="167"/>
          <ac:picMkLst>
            <pc:docMk/>
            <pc:sldMk cId="650392518" sldId="1235"/>
            <ac:picMk id="5" creationId="{9A9ADE7A-5D1B-B7B0-B4A8-6532AFB8ED1E}"/>
          </ac:picMkLst>
        </pc:picChg>
        <pc:picChg chg="del">
          <ac:chgData name="김명호" userId="e0d603aa-548e-418b-a070-918475337925" providerId="ADAL" clId="{EDCDCF4F-54F9-4D68-A6FA-31D0F7A0F381}" dt="2023-10-30T11:40:25.647" v="5261" actId="478"/>
          <ac:picMkLst>
            <pc:docMk/>
            <pc:sldMk cId="650392518" sldId="1235"/>
            <ac:picMk id="10" creationId="{744B739B-2F23-2007-1E85-D9BD1D611A01}"/>
          </ac:picMkLst>
        </pc:picChg>
        <pc:cxnChg chg="add mod">
          <ac:chgData name="김명호" userId="e0d603aa-548e-418b-a070-918475337925" providerId="ADAL" clId="{EDCDCF4F-54F9-4D68-A6FA-31D0F7A0F381}" dt="2023-10-30T11:41:11.687" v="5275" actId="14100"/>
          <ac:cxnSpMkLst>
            <pc:docMk/>
            <pc:sldMk cId="650392518" sldId="1235"/>
            <ac:cxnSpMk id="8" creationId="{BCA48136-B810-D097-9073-1DE909E76DCC}"/>
          </ac:cxnSpMkLst>
        </pc:cxnChg>
        <pc:cxnChg chg="del">
          <ac:chgData name="김명호" userId="e0d603aa-548e-418b-a070-918475337925" providerId="ADAL" clId="{EDCDCF4F-54F9-4D68-A6FA-31D0F7A0F381}" dt="2023-10-30T11:40:35.558" v="5266" actId="478"/>
          <ac:cxnSpMkLst>
            <pc:docMk/>
            <pc:sldMk cId="650392518" sldId="1235"/>
            <ac:cxnSpMk id="12" creationId="{43CB9F15-9729-B499-F110-B15F67A89561}"/>
          </ac:cxnSpMkLst>
        </pc:cxnChg>
        <pc:cxnChg chg="del">
          <ac:chgData name="김명호" userId="e0d603aa-548e-418b-a070-918475337925" providerId="ADAL" clId="{EDCDCF4F-54F9-4D68-A6FA-31D0F7A0F381}" dt="2023-10-30T11:41:00.056" v="5272" actId="478"/>
          <ac:cxnSpMkLst>
            <pc:docMk/>
            <pc:sldMk cId="650392518" sldId="1235"/>
            <ac:cxnSpMk id="14" creationId="{8644D771-A4B1-D8A2-2D38-2E3BF7208B94}"/>
          </ac:cxnSpMkLst>
        </pc:cxnChg>
      </pc:sldChg>
      <pc:sldChg chg="addSp delSp modSp add mod">
        <pc:chgData name="김명호" userId="e0d603aa-548e-418b-a070-918475337925" providerId="ADAL" clId="{EDCDCF4F-54F9-4D68-A6FA-31D0F7A0F381}" dt="2023-10-30T11:42:37.976" v="5380"/>
        <pc:sldMkLst>
          <pc:docMk/>
          <pc:sldMk cId="865293817" sldId="1236"/>
        </pc:sldMkLst>
        <pc:spChg chg="mod">
          <ac:chgData name="김명호" userId="e0d603aa-548e-418b-a070-918475337925" providerId="ADAL" clId="{EDCDCF4F-54F9-4D68-A6FA-31D0F7A0F381}" dt="2023-10-30T11:42:02.785" v="5360" actId="14100"/>
          <ac:spMkLst>
            <pc:docMk/>
            <pc:sldMk cId="865293817" sldId="1236"/>
            <ac:spMk id="6" creationId="{7BD13C15-5E8A-E87C-1B3D-CEDD3D898D32}"/>
          </ac:spMkLst>
        </pc:spChg>
        <pc:spChg chg="mod">
          <ac:chgData name="김명호" userId="e0d603aa-548e-418b-a070-918475337925" providerId="ADAL" clId="{EDCDCF4F-54F9-4D68-A6FA-31D0F7A0F381}" dt="2023-10-30T11:42:30.879" v="5379"/>
          <ac:spMkLst>
            <pc:docMk/>
            <pc:sldMk cId="865293817" sldId="1236"/>
            <ac:spMk id="7" creationId="{0C81DD60-D84B-4D3C-8F3E-7D0E22E11300}"/>
          </ac:spMkLst>
        </pc:spChg>
        <pc:spChg chg="del">
          <ac:chgData name="김명호" userId="e0d603aa-548e-418b-a070-918475337925" providerId="ADAL" clId="{EDCDCF4F-54F9-4D68-A6FA-31D0F7A0F381}" dt="2023-10-30T11:42:05" v="5361" actId="478"/>
          <ac:spMkLst>
            <pc:docMk/>
            <pc:sldMk cId="865293817" sldId="1236"/>
            <ac:spMk id="13" creationId="{DA1CC933-53CA-1D56-4B10-CA0D2801D68C}"/>
          </ac:spMkLst>
        </pc:spChg>
        <pc:graphicFrameChg chg="mod">
          <ac:chgData name="김명호" userId="e0d603aa-548e-418b-a070-918475337925" providerId="ADAL" clId="{EDCDCF4F-54F9-4D68-A6FA-31D0F7A0F381}" dt="2023-10-30T11:42:37.976" v="5380"/>
          <ac:graphicFrameMkLst>
            <pc:docMk/>
            <pc:sldMk cId="865293817" sldId="1236"/>
            <ac:graphicFrameMk id="3" creationId="{EB5E6BEF-7528-22F3-81D3-C88DBE43847E}"/>
          </ac:graphicFrameMkLst>
        </pc:graphicFrameChg>
        <pc:cxnChg chg="del mod">
          <ac:chgData name="김명호" userId="e0d603aa-548e-418b-a070-918475337925" providerId="ADAL" clId="{EDCDCF4F-54F9-4D68-A6FA-31D0F7A0F381}" dt="2023-10-30T11:42:05.689" v="5362" actId="478"/>
          <ac:cxnSpMkLst>
            <pc:docMk/>
            <pc:sldMk cId="865293817" sldId="1236"/>
            <ac:cxnSpMk id="8" creationId="{BCA48136-B810-D097-9073-1DE909E76DCC}"/>
          </ac:cxnSpMkLst>
        </pc:cxnChg>
        <pc:cxnChg chg="add mod">
          <ac:chgData name="김명호" userId="e0d603aa-548e-418b-a070-918475337925" providerId="ADAL" clId="{EDCDCF4F-54F9-4D68-A6FA-31D0F7A0F381}" dt="2023-10-30T11:42:12.519" v="5364" actId="1076"/>
          <ac:cxnSpMkLst>
            <pc:docMk/>
            <pc:sldMk cId="865293817" sldId="1236"/>
            <ac:cxnSpMk id="9" creationId="{BADBA2A9-9A06-FC86-24F4-CA54F0FA9385}"/>
          </ac:cxnSpMkLst>
        </pc:cxnChg>
      </pc:sldChg>
      <pc:sldChg chg="add">
        <pc:chgData name="김명호" userId="e0d603aa-548e-418b-a070-918475337925" providerId="ADAL" clId="{EDCDCF4F-54F9-4D68-A6FA-31D0F7A0F381}" dt="2023-10-30T11:43:06.069" v="5381"/>
        <pc:sldMkLst>
          <pc:docMk/>
          <pc:sldMk cId="1375060694" sldId="1237"/>
        </pc:sldMkLst>
      </pc:sldChg>
      <pc:sldChg chg="modSp mod">
        <pc:chgData name="김명호" userId="e0d603aa-548e-418b-a070-918475337925" providerId="ADAL" clId="{EDCDCF4F-54F9-4D68-A6FA-31D0F7A0F381}" dt="2023-11-03T09:51:35.459" v="5664"/>
        <pc:sldMkLst>
          <pc:docMk/>
          <pc:sldMk cId="253413563" sldId="1356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253413563" sldId="1356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869366161" sldId="1357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869366161" sldId="1357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EDCDCF4F-54F9-4D68-A6FA-31D0F7A0F381}" dt="2023-11-03T09:52:02.977" v="5733" actId="20577"/>
        <pc:sldMkLst>
          <pc:docMk/>
          <pc:sldMk cId="679591167" sldId="1358"/>
        </pc:sldMkLst>
        <pc:spChg chg="mod">
          <ac:chgData name="김명호" userId="e0d603aa-548e-418b-a070-918475337925" providerId="ADAL" clId="{EDCDCF4F-54F9-4D68-A6FA-31D0F7A0F381}" dt="2023-11-03T09:52:02.977" v="5733" actId="20577"/>
          <ac:spMkLst>
            <pc:docMk/>
            <pc:sldMk cId="679591167" sldId="1358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1266289677" sldId="1368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1266289677" sldId="1368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4080162918" sldId="1369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4080162918" sldId="1369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3035523621" sldId="1370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3035523621" sldId="1370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EDCDCF4F-54F9-4D68-A6FA-31D0F7A0F381}" dt="2023-11-03T09:54:35.276" v="5861" actId="20577"/>
        <pc:sldMkLst>
          <pc:docMk/>
          <pc:sldMk cId="4192994697" sldId="1375"/>
        </pc:sldMkLst>
        <pc:spChg chg="mod">
          <ac:chgData name="김명호" userId="e0d603aa-548e-418b-a070-918475337925" providerId="ADAL" clId="{EDCDCF4F-54F9-4D68-A6FA-31D0F7A0F381}" dt="2023-11-03T09:54:35.276" v="5861" actId="20577"/>
          <ac:spMkLst>
            <pc:docMk/>
            <pc:sldMk cId="4192994697" sldId="1375"/>
            <ac:spMk id="7" creationId="{0C81DD60-D84B-4D3C-8F3E-7D0E22E11300}"/>
          </ac:spMkLst>
        </pc:spChg>
      </pc:sldChg>
      <pc:sldChg chg="modSp">
        <pc:chgData name="김명호" userId="e0d603aa-548e-418b-a070-918475337925" providerId="ADAL" clId="{EDCDCF4F-54F9-4D68-A6FA-31D0F7A0F381}" dt="2023-11-03T09:51:35.459" v="5664"/>
        <pc:sldMkLst>
          <pc:docMk/>
          <pc:sldMk cId="249271227" sldId="1381"/>
        </pc:sldMkLst>
        <pc:spChg chg="mod">
          <ac:chgData name="김명호" userId="e0d603aa-548e-418b-a070-918475337925" providerId="ADAL" clId="{EDCDCF4F-54F9-4D68-A6FA-31D0F7A0F381}" dt="2023-11-03T09:51:35.459" v="5664"/>
          <ac:spMkLst>
            <pc:docMk/>
            <pc:sldMk cId="249271227" sldId="1381"/>
            <ac:spMk id="7" creationId="{0C81DD60-D84B-4D3C-8F3E-7D0E22E11300}"/>
          </ac:spMkLst>
        </pc:spChg>
      </pc:sldChg>
      <pc:sldChg chg="modSp mod">
        <pc:chgData name="김명호" userId="e0d603aa-548e-418b-a070-918475337925" providerId="ADAL" clId="{EDCDCF4F-54F9-4D68-A6FA-31D0F7A0F381}" dt="2023-11-03T09:55:45.722" v="5873" actId="6549"/>
        <pc:sldMkLst>
          <pc:docMk/>
          <pc:sldMk cId="4287194935" sldId="1382"/>
        </pc:sldMkLst>
        <pc:spChg chg="mod">
          <ac:chgData name="김명호" userId="e0d603aa-548e-418b-a070-918475337925" providerId="ADAL" clId="{EDCDCF4F-54F9-4D68-A6FA-31D0F7A0F381}" dt="2023-11-03T09:55:45.722" v="5873" actId="6549"/>
          <ac:spMkLst>
            <pc:docMk/>
            <pc:sldMk cId="4287194935" sldId="1382"/>
            <ac:spMk id="7" creationId="{0C81DD60-D84B-4D3C-8F3E-7D0E22E11300}"/>
          </ac:spMkLst>
        </pc:spChg>
      </pc:sldChg>
      <pc:sldMasterChg chg="modSp mod">
        <pc:chgData name="김명호" userId="e0d603aa-548e-418b-a070-918475337925" providerId="ADAL" clId="{EDCDCF4F-54F9-4D68-A6FA-31D0F7A0F381}" dt="2023-10-30T10:08:18.927" v="228" actId="20577"/>
        <pc:sldMasterMkLst>
          <pc:docMk/>
          <pc:sldMasterMk cId="3730080836" sldId="2147483700"/>
        </pc:sldMasterMkLst>
        <pc:spChg chg="mod">
          <ac:chgData name="김명호" userId="e0d603aa-548e-418b-a070-918475337925" providerId="ADAL" clId="{EDCDCF4F-54F9-4D68-A6FA-31D0F7A0F381}" dt="2023-10-30T10:08:18.927" v="228" actId="20577"/>
          <ac:spMkLst>
            <pc:docMk/>
            <pc:sldMasterMk cId="3730080836" sldId="2147483700"/>
            <ac:spMk id="5" creationId="{49D477C1-B80A-436A-873B-8939B1660757}"/>
          </ac:spMkLst>
        </pc:spChg>
      </pc:sldMasterChg>
    </pc:docChg>
  </pc:docChgLst>
  <pc:docChgLst>
    <pc:chgData name="정지윤" userId="02c42eeb-3573-4fe0-87af-c4a597b73e9f" providerId="ADAL" clId="{9FBACC46-319B-4421-86B7-F535C5B48135}"/>
    <pc:docChg chg="undo custSel addSld delSld modSld sldOrd addSection delSection modSection">
      <pc:chgData name="정지윤" userId="02c42eeb-3573-4fe0-87af-c4a597b73e9f" providerId="ADAL" clId="{9FBACC46-319B-4421-86B7-F535C5B48135}" dt="2023-11-03T07:18:31.872" v="23800" actId="20577"/>
      <pc:docMkLst>
        <pc:docMk/>
      </pc:docMkLst>
      <pc:sldChg chg="modSp mod">
        <pc:chgData name="정지윤" userId="02c42eeb-3573-4fe0-87af-c4a597b73e9f" providerId="ADAL" clId="{9FBACC46-319B-4421-86B7-F535C5B48135}" dt="2023-11-03T04:03:28.746" v="20231" actId="20577"/>
        <pc:sldMkLst>
          <pc:docMk/>
          <pc:sldMk cId="3848526728" sldId="1225"/>
        </pc:sldMkLst>
        <pc:graphicFrameChg chg="mod modGraphic">
          <ac:chgData name="정지윤" userId="02c42eeb-3573-4fe0-87af-c4a597b73e9f" providerId="ADAL" clId="{9FBACC46-319B-4421-86B7-F535C5B48135}" dt="2023-11-03T04:03:28.746" v="20231" actId="20577"/>
          <ac:graphicFrameMkLst>
            <pc:docMk/>
            <pc:sldMk cId="3848526728" sldId="1225"/>
            <ac:graphicFrameMk id="3" creationId="{EB5E6BEF-7528-22F3-81D3-C88DBE43847E}"/>
          </ac:graphicFrameMkLst>
        </pc:graphicFrameChg>
      </pc:sldChg>
      <pc:sldChg chg="addSp delSp modSp add mod modClrScheme chgLayout">
        <pc:chgData name="정지윤" userId="02c42eeb-3573-4fe0-87af-c4a597b73e9f" providerId="ADAL" clId="{9FBACC46-319B-4421-86B7-F535C5B48135}" dt="2023-10-31T02:01:27.628" v="903" actId="20577"/>
        <pc:sldMkLst>
          <pc:docMk/>
          <pc:sldMk cId="3235198309" sldId="1238"/>
        </pc:sldMkLst>
        <pc:spChg chg="mod ord">
          <ac:chgData name="정지윤" userId="02c42eeb-3573-4fe0-87af-c4a597b73e9f" providerId="ADAL" clId="{9FBACC46-319B-4421-86B7-F535C5B48135}" dt="2023-10-31T01:03:21.294" v="12" actId="700"/>
          <ac:spMkLst>
            <pc:docMk/>
            <pc:sldMk cId="3235198309" sldId="1238"/>
            <ac:spMk id="2" creationId="{DC8B0B2E-051C-4693-AC44-65BE8AE195C5}"/>
          </ac:spMkLst>
        </pc:spChg>
        <pc:spChg chg="mod ord">
          <ac:chgData name="정지윤" userId="02c42eeb-3573-4fe0-87af-c4a597b73e9f" providerId="ADAL" clId="{9FBACC46-319B-4421-86B7-F535C5B48135}" dt="2023-10-31T01:23:59.169" v="636" actId="20577"/>
          <ac:spMkLst>
            <pc:docMk/>
            <pc:sldMk cId="3235198309" sldId="1238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1:03:25.548" v="14" actId="478"/>
          <ac:spMkLst>
            <pc:docMk/>
            <pc:sldMk cId="3235198309" sldId="1238"/>
            <ac:spMk id="10" creationId="{71F0F5AC-CBD1-F5B8-6F6D-926297B74232}"/>
          </ac:spMkLst>
        </pc:spChg>
        <pc:spChg chg="add mod">
          <ac:chgData name="정지윤" userId="02c42eeb-3573-4fe0-87af-c4a597b73e9f" providerId="ADAL" clId="{9FBACC46-319B-4421-86B7-F535C5B48135}" dt="2023-10-31T02:01:10.548" v="900" actId="164"/>
          <ac:spMkLst>
            <pc:docMk/>
            <pc:sldMk cId="3235198309" sldId="1238"/>
            <ac:spMk id="16" creationId="{CFC2E74D-FB4E-8A92-BF14-B8CA5C0FF050}"/>
          </ac:spMkLst>
        </pc:spChg>
        <pc:spChg chg="add mod">
          <ac:chgData name="정지윤" userId="02c42eeb-3573-4fe0-87af-c4a597b73e9f" providerId="ADAL" clId="{9FBACC46-319B-4421-86B7-F535C5B48135}" dt="2023-10-31T02:01:10.548" v="900" actId="164"/>
          <ac:spMkLst>
            <pc:docMk/>
            <pc:sldMk cId="3235198309" sldId="1238"/>
            <ac:spMk id="17" creationId="{E604677E-076A-5264-7511-A92CD986AAA4}"/>
          </ac:spMkLst>
        </pc:spChg>
        <pc:spChg chg="add mod">
          <ac:chgData name="정지윤" userId="02c42eeb-3573-4fe0-87af-c4a597b73e9f" providerId="ADAL" clId="{9FBACC46-319B-4421-86B7-F535C5B48135}" dt="2023-10-31T02:01:10.548" v="900" actId="164"/>
          <ac:spMkLst>
            <pc:docMk/>
            <pc:sldMk cId="3235198309" sldId="1238"/>
            <ac:spMk id="18" creationId="{7E4AD932-241A-B4CA-BC0D-D9D8C7C94CB2}"/>
          </ac:spMkLst>
        </pc:spChg>
        <pc:grpChg chg="add mod">
          <ac:chgData name="정지윤" userId="02c42eeb-3573-4fe0-87af-c4a597b73e9f" providerId="ADAL" clId="{9FBACC46-319B-4421-86B7-F535C5B48135}" dt="2023-10-31T02:01:11.842" v="901" actId="1076"/>
          <ac:grpSpMkLst>
            <pc:docMk/>
            <pc:sldMk cId="3235198309" sldId="1238"/>
            <ac:grpSpMk id="23" creationId="{8AC77CC6-5C4D-801D-E19E-52CCF87B734C}"/>
          </ac:grpSpMkLst>
        </pc:grpChg>
        <pc:graphicFrameChg chg="modGraphic">
          <ac:chgData name="정지윤" userId="02c42eeb-3573-4fe0-87af-c4a597b73e9f" providerId="ADAL" clId="{9FBACC46-319B-4421-86B7-F535C5B48135}" dt="2023-10-31T02:01:27.628" v="903" actId="20577"/>
          <ac:graphicFrameMkLst>
            <pc:docMk/>
            <pc:sldMk cId="3235198309" sldId="1238"/>
            <ac:graphicFrameMk id="3" creationId="{EB5E6BEF-7528-22F3-81D3-C88DBE43847E}"/>
          </ac:graphicFrameMkLst>
        </pc:graphicFrameChg>
        <pc:picChg chg="add del">
          <ac:chgData name="정지윤" userId="02c42eeb-3573-4fe0-87af-c4a597b73e9f" providerId="ADAL" clId="{9FBACC46-319B-4421-86B7-F535C5B48135}" dt="2023-10-31T01:03:23.830" v="13" actId="478"/>
          <ac:picMkLst>
            <pc:docMk/>
            <pc:sldMk cId="3235198309" sldId="1238"/>
            <ac:picMk id="5" creationId="{CCFC3E29-1CC9-1E8B-9A9F-DEE1A4016E08}"/>
          </ac:picMkLst>
        </pc:picChg>
        <pc:picChg chg="add del">
          <ac:chgData name="정지윤" userId="02c42eeb-3573-4fe0-87af-c4a597b73e9f" providerId="ADAL" clId="{9FBACC46-319B-4421-86B7-F535C5B48135}" dt="2023-10-31T01:02:58.976" v="7" actId="22"/>
          <ac:picMkLst>
            <pc:docMk/>
            <pc:sldMk cId="3235198309" sldId="1238"/>
            <ac:picMk id="6" creationId="{1F883D2F-5414-62DB-7C85-43F28A4E2773}"/>
          </ac:picMkLst>
        </pc:picChg>
        <pc:picChg chg="add mod modCrop">
          <ac:chgData name="정지윤" userId="02c42eeb-3573-4fe0-87af-c4a597b73e9f" providerId="ADAL" clId="{9FBACC46-319B-4421-86B7-F535C5B48135}" dt="2023-10-31T02:01:10.548" v="900" actId="164"/>
          <ac:picMkLst>
            <pc:docMk/>
            <pc:sldMk cId="3235198309" sldId="1238"/>
            <ac:picMk id="11" creationId="{87B34587-F28F-3087-B131-188F18BF66AE}"/>
          </ac:picMkLst>
        </pc:picChg>
        <pc:picChg chg="add mod modCrop">
          <ac:chgData name="정지윤" userId="02c42eeb-3573-4fe0-87af-c4a597b73e9f" providerId="ADAL" clId="{9FBACC46-319B-4421-86B7-F535C5B48135}" dt="2023-10-31T02:01:10.548" v="900" actId="164"/>
          <ac:picMkLst>
            <pc:docMk/>
            <pc:sldMk cId="3235198309" sldId="1238"/>
            <ac:picMk id="13" creationId="{D7E8D765-AA38-C785-2EE5-54D8CED12DB7}"/>
          </ac:picMkLst>
        </pc:picChg>
        <pc:picChg chg="add mod modCrop">
          <ac:chgData name="정지윤" userId="02c42eeb-3573-4fe0-87af-c4a597b73e9f" providerId="ADAL" clId="{9FBACC46-319B-4421-86B7-F535C5B48135}" dt="2023-10-31T02:01:10.548" v="900" actId="164"/>
          <ac:picMkLst>
            <pc:docMk/>
            <pc:sldMk cId="3235198309" sldId="1238"/>
            <ac:picMk id="15" creationId="{A93B534F-9635-3F4E-7264-1E166EE30833}"/>
          </ac:picMkLst>
        </pc:picChg>
        <pc:cxnChg chg="del">
          <ac:chgData name="정지윤" userId="02c42eeb-3573-4fe0-87af-c4a597b73e9f" providerId="ADAL" clId="{9FBACC46-319B-4421-86B7-F535C5B48135}" dt="2023-10-31T01:03:25.548" v="14" actId="478"/>
          <ac:cxnSpMkLst>
            <pc:docMk/>
            <pc:sldMk cId="3235198309" sldId="1238"/>
            <ac:cxnSpMk id="8" creationId="{3EE34006-DB1F-BD87-847D-94ECF4C32EA5}"/>
          </ac:cxnSpMkLst>
        </pc:cxnChg>
        <pc:cxnChg chg="add mod">
          <ac:chgData name="정지윤" userId="02c42eeb-3573-4fe0-87af-c4a597b73e9f" providerId="ADAL" clId="{9FBACC46-319B-4421-86B7-F535C5B48135}" dt="2023-10-31T02:01:10.548" v="900" actId="164"/>
          <ac:cxnSpMkLst>
            <pc:docMk/>
            <pc:sldMk cId="3235198309" sldId="1238"/>
            <ac:cxnSpMk id="20" creationId="{F0710D32-36AC-84B9-9D64-717B4B16D4DF}"/>
          </ac:cxnSpMkLst>
        </pc:cxnChg>
        <pc:cxnChg chg="add mod">
          <ac:chgData name="정지윤" userId="02c42eeb-3573-4fe0-87af-c4a597b73e9f" providerId="ADAL" clId="{9FBACC46-319B-4421-86B7-F535C5B48135}" dt="2023-10-31T02:01:10.548" v="900" actId="164"/>
          <ac:cxnSpMkLst>
            <pc:docMk/>
            <pc:sldMk cId="3235198309" sldId="1238"/>
            <ac:cxnSpMk id="22" creationId="{44098519-8B9E-9E86-EC1C-905B966663AB}"/>
          </ac:cxnSpMkLst>
        </pc:cxnChg>
      </pc:sldChg>
      <pc:sldChg chg="addSp delSp modSp add mod">
        <pc:chgData name="정지윤" userId="02c42eeb-3573-4fe0-87af-c4a597b73e9f" providerId="ADAL" clId="{9FBACC46-319B-4421-86B7-F535C5B48135}" dt="2023-10-31T01:24:31.255" v="640" actId="20577"/>
        <pc:sldMkLst>
          <pc:docMk/>
          <pc:sldMk cId="3816687852" sldId="1239"/>
        </pc:sldMkLst>
        <pc:spChg chg="mod">
          <ac:chgData name="정지윤" userId="02c42eeb-3573-4fe0-87af-c4a597b73e9f" providerId="ADAL" clId="{9FBACC46-319B-4421-86B7-F535C5B48135}" dt="2023-10-31T01:24:31.255" v="640" actId="20577"/>
          <ac:spMkLst>
            <pc:docMk/>
            <pc:sldMk cId="3816687852" sldId="1239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1:21:20.630" v="568" actId="478"/>
          <ac:spMkLst>
            <pc:docMk/>
            <pc:sldMk cId="3816687852" sldId="1239"/>
            <ac:spMk id="16" creationId="{CFC2E74D-FB4E-8A92-BF14-B8CA5C0FF050}"/>
          </ac:spMkLst>
        </pc:spChg>
        <pc:spChg chg="del">
          <ac:chgData name="정지윤" userId="02c42eeb-3573-4fe0-87af-c4a597b73e9f" providerId="ADAL" clId="{9FBACC46-319B-4421-86B7-F535C5B48135}" dt="2023-10-31T01:21:20.630" v="568" actId="478"/>
          <ac:spMkLst>
            <pc:docMk/>
            <pc:sldMk cId="3816687852" sldId="1239"/>
            <ac:spMk id="17" creationId="{E604677E-076A-5264-7511-A92CD986AAA4}"/>
          </ac:spMkLst>
        </pc:spChg>
        <pc:spChg chg="mod ord">
          <ac:chgData name="정지윤" userId="02c42eeb-3573-4fe0-87af-c4a597b73e9f" providerId="ADAL" clId="{9FBACC46-319B-4421-86B7-F535C5B48135}" dt="2023-10-31T01:21:18.668" v="567" actId="14100"/>
          <ac:spMkLst>
            <pc:docMk/>
            <pc:sldMk cId="3816687852" sldId="1239"/>
            <ac:spMk id="18" creationId="{7E4AD932-241A-B4CA-BC0D-D9D8C7C94CB2}"/>
          </ac:spMkLst>
        </pc:spChg>
        <pc:picChg chg="add mod modCrop">
          <ac:chgData name="정지윤" userId="02c42eeb-3573-4fe0-87af-c4a597b73e9f" providerId="ADAL" clId="{9FBACC46-319B-4421-86B7-F535C5B48135}" dt="2023-10-31T01:21:08.732" v="561" actId="732"/>
          <ac:picMkLst>
            <pc:docMk/>
            <pc:sldMk cId="3816687852" sldId="1239"/>
            <ac:picMk id="5" creationId="{92FCD4D4-ECCC-23C7-43D0-DF1931B7161F}"/>
          </ac:picMkLst>
        </pc:picChg>
        <pc:picChg chg="del">
          <ac:chgData name="정지윤" userId="02c42eeb-3573-4fe0-87af-c4a597b73e9f" providerId="ADAL" clId="{9FBACC46-319B-4421-86B7-F535C5B48135}" dt="2023-10-31T01:21:11.428" v="564" actId="478"/>
          <ac:picMkLst>
            <pc:docMk/>
            <pc:sldMk cId="3816687852" sldId="1239"/>
            <ac:picMk id="11" creationId="{87B34587-F28F-3087-B131-188F18BF66AE}"/>
          </ac:picMkLst>
        </pc:picChg>
        <pc:picChg chg="del">
          <ac:chgData name="정지윤" userId="02c42eeb-3573-4fe0-87af-c4a597b73e9f" providerId="ADAL" clId="{9FBACC46-319B-4421-86B7-F535C5B48135}" dt="2023-10-31T01:21:10.687" v="563" actId="478"/>
          <ac:picMkLst>
            <pc:docMk/>
            <pc:sldMk cId="3816687852" sldId="1239"/>
            <ac:picMk id="13" creationId="{D7E8D765-AA38-C785-2EE5-54D8CED12DB7}"/>
          </ac:picMkLst>
        </pc:picChg>
        <pc:picChg chg="del">
          <ac:chgData name="정지윤" userId="02c42eeb-3573-4fe0-87af-c4a597b73e9f" providerId="ADAL" clId="{9FBACC46-319B-4421-86B7-F535C5B48135}" dt="2023-10-31T01:21:10.414" v="562" actId="478"/>
          <ac:picMkLst>
            <pc:docMk/>
            <pc:sldMk cId="3816687852" sldId="1239"/>
            <ac:picMk id="15" creationId="{A93B534F-9635-3F4E-7264-1E166EE30833}"/>
          </ac:picMkLst>
        </pc:picChg>
        <pc:cxnChg chg="del mod">
          <ac:chgData name="정지윤" userId="02c42eeb-3573-4fe0-87af-c4a597b73e9f" providerId="ADAL" clId="{9FBACC46-319B-4421-86B7-F535C5B48135}" dt="2023-10-31T01:21:20.630" v="568" actId="478"/>
          <ac:cxnSpMkLst>
            <pc:docMk/>
            <pc:sldMk cId="3816687852" sldId="1239"/>
            <ac:cxnSpMk id="20" creationId="{F0710D32-36AC-84B9-9D64-717B4B16D4DF}"/>
          </ac:cxnSpMkLst>
        </pc:cxnChg>
        <pc:cxnChg chg="del mod">
          <ac:chgData name="정지윤" userId="02c42eeb-3573-4fe0-87af-c4a597b73e9f" providerId="ADAL" clId="{9FBACC46-319B-4421-86B7-F535C5B48135}" dt="2023-10-31T01:21:20.630" v="568" actId="478"/>
          <ac:cxnSpMkLst>
            <pc:docMk/>
            <pc:sldMk cId="3816687852" sldId="1239"/>
            <ac:cxnSpMk id="22" creationId="{44098519-8B9E-9E86-EC1C-905B966663AB}"/>
          </ac:cxnSpMkLst>
        </pc:cxnChg>
      </pc:sldChg>
      <pc:sldChg chg="delSp modSp add del mod">
        <pc:chgData name="정지윤" userId="02c42eeb-3573-4fe0-87af-c4a597b73e9f" providerId="ADAL" clId="{9FBACC46-319B-4421-86B7-F535C5B48135}" dt="2023-10-31T02:33:06.057" v="1981" actId="47"/>
        <pc:sldMkLst>
          <pc:docMk/>
          <pc:sldMk cId="77012950" sldId="1240"/>
        </pc:sldMkLst>
        <pc:spChg chg="mod">
          <ac:chgData name="정지윤" userId="02c42eeb-3573-4fe0-87af-c4a597b73e9f" providerId="ADAL" clId="{9FBACC46-319B-4421-86B7-F535C5B48135}" dt="2023-10-31T02:08:00.828" v="1570" actId="20577"/>
          <ac:spMkLst>
            <pc:docMk/>
            <pc:sldMk cId="77012950" sldId="1240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2:08:02.611" v="1572" actId="478"/>
          <ac:spMkLst>
            <pc:docMk/>
            <pc:sldMk cId="77012950" sldId="1240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0-31T02:08:07.090" v="1576" actId="20577"/>
          <ac:graphicFrameMkLst>
            <pc:docMk/>
            <pc:sldMk cId="77012950" sldId="124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08:01.892" v="1571" actId="478"/>
          <ac:picMkLst>
            <pc:docMk/>
            <pc:sldMk cId="77012950" sldId="1240"/>
            <ac:picMk id="5" creationId="{92FCD4D4-ECCC-23C7-43D0-DF1931B7161F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2:01:39.942" v="905" actId="20577"/>
        <pc:sldMkLst>
          <pc:docMk/>
          <pc:sldMk cId="3524124884" sldId="1241"/>
        </pc:sldMkLst>
        <pc:spChg chg="mod">
          <ac:chgData name="정지윤" userId="02c42eeb-3573-4fe0-87af-c4a597b73e9f" providerId="ADAL" clId="{9FBACC46-319B-4421-86B7-F535C5B48135}" dt="2023-10-31T01:51:40.398" v="877" actId="20577"/>
          <ac:spMkLst>
            <pc:docMk/>
            <pc:sldMk cId="3524124884" sldId="124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0-31T01:53:47.066" v="893" actId="1076"/>
          <ac:spMkLst>
            <pc:docMk/>
            <pc:sldMk cId="3524124884" sldId="1241"/>
            <ac:spMk id="10" creationId="{5BE13981-CB9C-7051-D3C8-B813BF090CFE}"/>
          </ac:spMkLst>
        </pc:spChg>
        <pc:spChg chg="add mod">
          <ac:chgData name="정지윤" userId="02c42eeb-3573-4fe0-87af-c4a597b73e9f" providerId="ADAL" clId="{9FBACC46-319B-4421-86B7-F535C5B48135}" dt="2023-10-31T01:53:56.874" v="897" actId="14100"/>
          <ac:spMkLst>
            <pc:docMk/>
            <pc:sldMk cId="3524124884" sldId="1241"/>
            <ac:spMk id="13" creationId="{0D3A752A-5591-55DA-6FDF-89A4E52150FC}"/>
          </ac:spMkLst>
        </pc:spChg>
        <pc:spChg chg="del mod">
          <ac:chgData name="정지윤" userId="02c42eeb-3573-4fe0-87af-c4a597b73e9f" providerId="ADAL" clId="{9FBACC46-319B-4421-86B7-F535C5B48135}" dt="2023-10-31T01:34:32.311" v="678" actId="478"/>
          <ac:spMkLst>
            <pc:docMk/>
            <pc:sldMk cId="3524124884" sldId="1241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0-31T02:01:39.942" v="905" actId="20577"/>
          <ac:graphicFrameMkLst>
            <pc:docMk/>
            <pc:sldMk cId="3524124884" sldId="1241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1:34:26.910" v="676" actId="478"/>
          <ac:picMkLst>
            <pc:docMk/>
            <pc:sldMk cId="3524124884" sldId="1241"/>
            <ac:picMk id="5" creationId="{92FCD4D4-ECCC-23C7-43D0-DF1931B7161F}"/>
          </ac:picMkLst>
        </pc:picChg>
        <pc:picChg chg="add del mod ord modCrop">
          <ac:chgData name="정지윤" userId="02c42eeb-3573-4fe0-87af-c4a597b73e9f" providerId="ADAL" clId="{9FBACC46-319B-4421-86B7-F535C5B48135}" dt="2023-10-31T01:46:20.285" v="714" actId="478"/>
          <ac:picMkLst>
            <pc:docMk/>
            <pc:sldMk cId="3524124884" sldId="1241"/>
            <ac:picMk id="6" creationId="{4446D0EE-EC8A-4254-1944-A95E1142F9A7}"/>
          </ac:picMkLst>
        </pc:picChg>
        <pc:picChg chg="add mod ord modCrop">
          <ac:chgData name="정지윤" userId="02c42eeb-3573-4fe0-87af-c4a597b73e9f" providerId="ADAL" clId="{9FBACC46-319B-4421-86B7-F535C5B48135}" dt="2023-10-31T01:53:47.066" v="893" actId="1076"/>
          <ac:picMkLst>
            <pc:docMk/>
            <pc:sldMk cId="3524124884" sldId="1241"/>
            <ac:picMk id="9" creationId="{66680C0E-9431-2C60-C6F0-80E4AD915249}"/>
          </ac:picMkLst>
        </pc:picChg>
        <pc:picChg chg="add mod modCrop">
          <ac:chgData name="정지윤" userId="02c42eeb-3573-4fe0-87af-c4a597b73e9f" providerId="ADAL" clId="{9FBACC46-319B-4421-86B7-F535C5B48135}" dt="2023-10-31T01:53:49.585" v="894" actId="1076"/>
          <ac:picMkLst>
            <pc:docMk/>
            <pc:sldMk cId="3524124884" sldId="1241"/>
            <ac:picMk id="12" creationId="{7B8C7EC2-59C7-4714-4EBC-0671EFC6BE3B}"/>
          </ac:picMkLst>
        </pc:picChg>
        <pc:cxnChg chg="add">
          <ac:chgData name="정지윤" userId="02c42eeb-3573-4fe0-87af-c4a597b73e9f" providerId="ADAL" clId="{9FBACC46-319B-4421-86B7-F535C5B48135}" dt="2023-10-31T01:54:01.277" v="898" actId="11529"/>
          <ac:cxnSpMkLst>
            <pc:docMk/>
            <pc:sldMk cId="3524124884" sldId="1241"/>
            <ac:cxnSpMk id="15" creationId="{0140A813-BC7B-AB0B-10EA-3F21A03401BE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0-31T02:03:33.802" v="1228"/>
        <pc:sldMkLst>
          <pc:docMk/>
          <pc:sldMk cId="2604348244" sldId="1242"/>
        </pc:sldMkLst>
        <pc:spChg chg="mod">
          <ac:chgData name="정지윤" userId="02c42eeb-3573-4fe0-87af-c4a597b73e9f" providerId="ADAL" clId="{9FBACC46-319B-4421-86B7-F535C5B48135}" dt="2023-10-31T02:03:30.162" v="1226" actId="20577"/>
          <ac:spMkLst>
            <pc:docMk/>
            <pc:sldMk cId="2604348244" sldId="1242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2:02:32.340" v="918" actId="478"/>
          <ac:spMkLst>
            <pc:docMk/>
            <pc:sldMk cId="2604348244" sldId="1242"/>
            <ac:spMk id="10" creationId="{5BE13981-CB9C-7051-D3C8-B813BF090CFE}"/>
          </ac:spMkLst>
        </pc:spChg>
        <pc:spChg chg="mod ord">
          <ac:chgData name="정지윤" userId="02c42eeb-3573-4fe0-87af-c4a597b73e9f" providerId="ADAL" clId="{9FBACC46-319B-4421-86B7-F535C5B48135}" dt="2023-10-31T02:02:39.153" v="921" actId="14100"/>
          <ac:spMkLst>
            <pc:docMk/>
            <pc:sldMk cId="2604348244" sldId="1242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03:16.263" v="1135" actId="20577"/>
          <ac:graphicFrameMkLst>
            <pc:docMk/>
            <pc:sldMk cId="2604348244" sldId="1242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0-31T02:02:27.937" v="914" actId="1076"/>
          <ac:picMkLst>
            <pc:docMk/>
            <pc:sldMk cId="2604348244" sldId="1242"/>
            <ac:picMk id="5" creationId="{0EE33FC2-EB9B-9E9E-50C0-3D06ECA18B7B}"/>
          </ac:picMkLst>
        </pc:picChg>
        <pc:picChg chg="del">
          <ac:chgData name="정지윤" userId="02c42eeb-3573-4fe0-87af-c4a597b73e9f" providerId="ADAL" clId="{9FBACC46-319B-4421-86B7-F535C5B48135}" dt="2023-10-31T02:02:28.955" v="915" actId="478"/>
          <ac:picMkLst>
            <pc:docMk/>
            <pc:sldMk cId="2604348244" sldId="1242"/>
            <ac:picMk id="9" creationId="{66680C0E-9431-2C60-C6F0-80E4AD915249}"/>
          </ac:picMkLst>
        </pc:picChg>
        <pc:picChg chg="del">
          <ac:chgData name="정지윤" userId="02c42eeb-3573-4fe0-87af-c4a597b73e9f" providerId="ADAL" clId="{9FBACC46-319B-4421-86B7-F535C5B48135}" dt="2023-10-31T02:02:29.256" v="916" actId="478"/>
          <ac:picMkLst>
            <pc:docMk/>
            <pc:sldMk cId="2604348244" sldId="1242"/>
            <ac:picMk id="12" creationId="{7B8C7EC2-59C7-4714-4EBC-0671EFC6BE3B}"/>
          </ac:picMkLst>
        </pc:picChg>
        <pc:cxnChg chg="mod">
          <ac:chgData name="정지윤" userId="02c42eeb-3573-4fe0-87af-c4a597b73e9f" providerId="ADAL" clId="{9FBACC46-319B-4421-86B7-F535C5B48135}" dt="2023-10-31T02:02:32.340" v="918" actId="478"/>
          <ac:cxnSpMkLst>
            <pc:docMk/>
            <pc:sldMk cId="2604348244" sldId="1242"/>
            <ac:cxnSpMk id="15" creationId="{0140A813-BC7B-AB0B-10EA-3F21A03401BE}"/>
          </ac:cxnSpMkLst>
        </pc:cxnChg>
      </pc:sldChg>
      <pc:sldChg chg="addSp delSp modSp add mod">
        <pc:chgData name="정지윤" userId="02c42eeb-3573-4fe0-87af-c4a597b73e9f" providerId="ADAL" clId="{9FBACC46-319B-4421-86B7-F535C5B48135}" dt="2023-10-31T02:04:44.910" v="1472" actId="20577"/>
        <pc:sldMkLst>
          <pc:docMk/>
          <pc:sldMk cId="295400668" sldId="1243"/>
        </pc:sldMkLst>
        <pc:spChg chg="mod">
          <ac:chgData name="정지윤" userId="02c42eeb-3573-4fe0-87af-c4a597b73e9f" providerId="ADAL" clId="{9FBACC46-319B-4421-86B7-F535C5B48135}" dt="2023-10-31T02:04:37.439" v="1470" actId="20577"/>
          <ac:spMkLst>
            <pc:docMk/>
            <pc:sldMk cId="295400668" sldId="124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2:04:11.425" v="1240" actId="14100"/>
          <ac:spMkLst>
            <pc:docMk/>
            <pc:sldMk cId="295400668" sldId="1243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04:44.910" v="1472" actId="20577"/>
          <ac:graphicFrameMkLst>
            <pc:docMk/>
            <pc:sldMk cId="295400668" sldId="1243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04:05.502" v="1237" actId="478"/>
          <ac:picMkLst>
            <pc:docMk/>
            <pc:sldMk cId="295400668" sldId="1243"/>
            <ac:picMk id="5" creationId="{0EE33FC2-EB9B-9E9E-50C0-3D06ECA18B7B}"/>
          </ac:picMkLst>
        </pc:picChg>
        <pc:picChg chg="add mod ord modCrop">
          <ac:chgData name="정지윤" userId="02c42eeb-3573-4fe0-87af-c4a597b73e9f" providerId="ADAL" clId="{9FBACC46-319B-4421-86B7-F535C5B48135}" dt="2023-10-31T02:04:04.871" v="1236" actId="167"/>
          <ac:picMkLst>
            <pc:docMk/>
            <pc:sldMk cId="295400668" sldId="1243"/>
            <ac:picMk id="6" creationId="{42CF4D0D-278E-8C12-CAC6-99C7A026C985}"/>
          </ac:picMkLst>
        </pc:picChg>
        <pc:cxnChg chg="del">
          <ac:chgData name="정지윤" userId="02c42eeb-3573-4fe0-87af-c4a597b73e9f" providerId="ADAL" clId="{9FBACC46-319B-4421-86B7-F535C5B48135}" dt="2023-10-31T02:04:07.849" v="1238" actId="478"/>
          <ac:cxnSpMkLst>
            <pc:docMk/>
            <pc:sldMk cId="295400668" sldId="1243"/>
            <ac:cxnSpMk id="15" creationId="{0140A813-BC7B-AB0B-10EA-3F21A03401BE}"/>
          </ac:cxnSpMkLst>
        </pc:cxnChg>
      </pc:sldChg>
      <pc:sldChg chg="addSp delSp modSp add del mod ord">
        <pc:chgData name="정지윤" userId="02c42eeb-3573-4fe0-87af-c4a597b73e9f" providerId="ADAL" clId="{9FBACC46-319B-4421-86B7-F535C5B48135}" dt="2023-10-31T02:40:17.482" v="2071" actId="2696"/>
        <pc:sldMkLst>
          <pc:docMk/>
          <pc:sldMk cId="1724625267" sldId="1244"/>
        </pc:sldMkLst>
        <pc:spChg chg="mod">
          <ac:chgData name="정지윤" userId="02c42eeb-3573-4fe0-87af-c4a597b73e9f" providerId="ADAL" clId="{9FBACC46-319B-4421-86B7-F535C5B48135}" dt="2023-10-31T02:35:34.937" v="2067" actId="20577"/>
          <ac:spMkLst>
            <pc:docMk/>
            <pc:sldMk cId="1724625267" sldId="1244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2:06:50.186" v="1488" actId="478"/>
          <ac:spMkLst>
            <pc:docMk/>
            <pc:sldMk cId="1724625267" sldId="1244"/>
            <ac:spMk id="10" creationId="{5BE13981-CB9C-7051-D3C8-B813BF090CFE}"/>
          </ac:spMkLst>
        </pc:spChg>
        <pc:spChg chg="del">
          <ac:chgData name="정지윤" userId="02c42eeb-3573-4fe0-87af-c4a597b73e9f" providerId="ADAL" clId="{9FBACC46-319B-4421-86B7-F535C5B48135}" dt="2023-10-31T02:06:51.851" v="1490" actId="478"/>
          <ac:spMkLst>
            <pc:docMk/>
            <pc:sldMk cId="1724625267" sldId="1244"/>
            <ac:spMk id="13" creationId="{0D3A752A-5591-55DA-6FDF-89A4E52150FC}"/>
          </ac:spMkLst>
        </pc:spChg>
        <pc:graphicFrameChg chg="mod modGraphic">
          <ac:chgData name="정지윤" userId="02c42eeb-3573-4fe0-87af-c4a597b73e9f" providerId="ADAL" clId="{9FBACC46-319B-4421-86B7-F535C5B48135}" dt="2023-10-31T02:07:16.362" v="1522"/>
          <ac:graphicFrameMkLst>
            <pc:docMk/>
            <pc:sldMk cId="1724625267" sldId="1244"/>
            <ac:graphicFrameMk id="3" creationId="{EB5E6BEF-7528-22F3-81D3-C88DBE43847E}"/>
          </ac:graphicFrameMkLst>
        </pc:graphicFrameChg>
        <pc:picChg chg="add del mod ord modCrop">
          <ac:chgData name="정지윤" userId="02c42eeb-3573-4fe0-87af-c4a597b73e9f" providerId="ADAL" clId="{9FBACC46-319B-4421-86B7-F535C5B48135}" dt="2023-10-31T02:35:36.512" v="2068" actId="478"/>
          <ac:picMkLst>
            <pc:docMk/>
            <pc:sldMk cId="1724625267" sldId="1244"/>
            <ac:picMk id="5" creationId="{7F693D60-5996-47C2-643A-EA06580AFF95}"/>
          </ac:picMkLst>
        </pc:picChg>
        <pc:picChg chg="del">
          <ac:chgData name="정지윤" userId="02c42eeb-3573-4fe0-87af-c4a597b73e9f" providerId="ADAL" clId="{9FBACC46-319B-4421-86B7-F535C5B48135}" dt="2023-10-31T02:06:46.854" v="1484" actId="478"/>
          <ac:picMkLst>
            <pc:docMk/>
            <pc:sldMk cId="1724625267" sldId="1244"/>
            <ac:picMk id="9" creationId="{66680C0E-9431-2C60-C6F0-80E4AD915249}"/>
          </ac:picMkLst>
        </pc:picChg>
        <pc:picChg chg="del">
          <ac:chgData name="정지윤" userId="02c42eeb-3573-4fe0-87af-c4a597b73e9f" providerId="ADAL" clId="{9FBACC46-319B-4421-86B7-F535C5B48135}" dt="2023-10-31T02:06:47.193" v="1485" actId="478"/>
          <ac:picMkLst>
            <pc:docMk/>
            <pc:sldMk cId="1724625267" sldId="1244"/>
            <ac:picMk id="12" creationId="{7B8C7EC2-59C7-4714-4EBC-0671EFC6BE3B}"/>
          </ac:picMkLst>
        </pc:picChg>
        <pc:cxnChg chg="del mod">
          <ac:chgData name="정지윤" userId="02c42eeb-3573-4fe0-87af-c4a597b73e9f" providerId="ADAL" clId="{9FBACC46-319B-4421-86B7-F535C5B48135}" dt="2023-10-31T02:06:54.738" v="1492" actId="478"/>
          <ac:cxnSpMkLst>
            <pc:docMk/>
            <pc:sldMk cId="1724625267" sldId="1244"/>
            <ac:cxnSpMk id="15" creationId="{0140A813-BC7B-AB0B-10EA-3F21A03401BE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0-31T03:09:02.510" v="3143" actId="20577"/>
        <pc:sldMkLst>
          <pc:docMk/>
          <pc:sldMk cId="2380281932" sldId="1245"/>
        </pc:sldMkLst>
        <pc:spChg chg="mod">
          <ac:chgData name="정지윤" userId="02c42eeb-3573-4fe0-87af-c4a597b73e9f" providerId="ADAL" clId="{9FBACC46-319B-4421-86B7-F535C5B48135}" dt="2023-10-31T03:08:28.182" v="3137" actId="20577"/>
          <ac:spMkLst>
            <pc:docMk/>
            <pc:sldMk cId="2380281932" sldId="1245"/>
            <ac:spMk id="7" creationId="{0C81DD60-D84B-4D3C-8F3E-7D0E22E11300}"/>
          </ac:spMkLst>
        </pc:spChg>
        <pc:spChg chg="del mod">
          <ac:chgData name="정지윤" userId="02c42eeb-3573-4fe0-87af-c4a597b73e9f" providerId="ADAL" clId="{9FBACC46-319B-4421-86B7-F535C5B48135}" dt="2023-10-31T03:07:48.614" v="2911" actId="478"/>
          <ac:spMkLst>
            <pc:docMk/>
            <pc:sldMk cId="2380281932" sldId="1245"/>
            <ac:spMk id="13" creationId="{0D3A752A-5591-55DA-6FDF-89A4E52150FC}"/>
          </ac:spMkLst>
        </pc:spChg>
        <pc:spChg chg="add mod">
          <ac:chgData name="정지윤" userId="02c42eeb-3573-4fe0-87af-c4a597b73e9f" providerId="ADAL" clId="{9FBACC46-319B-4421-86B7-F535C5B48135}" dt="2023-10-31T03:08:47.989" v="3141" actId="14100"/>
          <ac:spMkLst>
            <pc:docMk/>
            <pc:sldMk cId="2380281932" sldId="1245"/>
            <ac:spMk id="14" creationId="{4B3C2872-BE28-D300-151F-041BFC97047B}"/>
          </ac:spMkLst>
        </pc:spChg>
        <pc:grpChg chg="add mod">
          <ac:chgData name="정지윤" userId="02c42eeb-3573-4fe0-87af-c4a597b73e9f" providerId="ADAL" clId="{9FBACC46-319B-4421-86B7-F535C5B48135}" dt="2023-10-31T03:07:54.567" v="2915" actId="1076"/>
          <ac:grpSpMkLst>
            <pc:docMk/>
            <pc:sldMk cId="2380281932" sldId="1245"/>
            <ac:grpSpMk id="12" creationId="{71BDCF43-7DB6-CBD7-4700-65BBBDC0FA55}"/>
          </ac:grpSpMkLst>
        </pc:grpChg>
        <pc:graphicFrameChg chg="mod modGraphic">
          <ac:chgData name="정지윤" userId="02c42eeb-3573-4fe0-87af-c4a597b73e9f" providerId="ADAL" clId="{9FBACC46-319B-4421-86B7-F535C5B48135}" dt="2023-10-31T03:09:02.510" v="3143" actId="20577"/>
          <ac:graphicFrameMkLst>
            <pc:docMk/>
            <pc:sldMk cId="2380281932" sldId="1245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13:06.765" v="1786" actId="478"/>
          <ac:picMkLst>
            <pc:docMk/>
            <pc:sldMk cId="2380281932" sldId="1245"/>
            <ac:picMk id="5" creationId="{0EE33FC2-EB9B-9E9E-50C0-3D06ECA18B7B}"/>
          </ac:picMkLst>
        </pc:picChg>
        <pc:picChg chg="add del mod ord modCrop">
          <ac:chgData name="정지윤" userId="02c42eeb-3573-4fe0-87af-c4a597b73e9f" providerId="ADAL" clId="{9FBACC46-319B-4421-86B7-F535C5B48135}" dt="2023-10-31T03:07:45.515" v="2910" actId="478"/>
          <ac:picMkLst>
            <pc:docMk/>
            <pc:sldMk cId="2380281932" sldId="1245"/>
            <ac:picMk id="6" creationId="{7E12370F-AED7-FD7B-5800-C23E53284CD7}"/>
          </ac:picMkLst>
        </pc:picChg>
        <pc:picChg chg="add mod modCrop">
          <ac:chgData name="정지윤" userId="02c42eeb-3573-4fe0-87af-c4a597b73e9f" providerId="ADAL" clId="{9FBACC46-319B-4421-86B7-F535C5B48135}" dt="2023-10-31T03:07:58.421" v="2917" actId="1076"/>
          <ac:picMkLst>
            <pc:docMk/>
            <pc:sldMk cId="2380281932" sldId="1245"/>
            <ac:picMk id="9" creationId="{A9758C07-9A2B-A942-4A02-3117BE6680DF}"/>
          </ac:picMkLst>
        </pc:picChg>
        <pc:picChg chg="add mod modCrop">
          <ac:chgData name="정지윤" userId="02c42eeb-3573-4fe0-87af-c4a597b73e9f" providerId="ADAL" clId="{9FBACC46-319B-4421-86B7-F535C5B48135}" dt="2023-10-31T03:07:56.306" v="2916" actId="1076"/>
          <ac:picMkLst>
            <pc:docMk/>
            <pc:sldMk cId="2380281932" sldId="1245"/>
            <ac:picMk id="11" creationId="{632AAF15-0686-4ACC-E8F5-CDB57692781E}"/>
          </ac:picMkLst>
        </pc:picChg>
        <pc:cxnChg chg="del">
          <ac:chgData name="정지윤" userId="02c42eeb-3573-4fe0-87af-c4a597b73e9f" providerId="ADAL" clId="{9FBACC46-319B-4421-86B7-F535C5B48135}" dt="2023-10-31T02:13:12.428" v="1789" actId="478"/>
          <ac:cxnSpMkLst>
            <pc:docMk/>
            <pc:sldMk cId="2380281932" sldId="1245"/>
            <ac:cxnSpMk id="15" creationId="{0140A813-BC7B-AB0B-10EA-3F21A03401BE}"/>
          </ac:cxnSpMkLst>
        </pc:cxnChg>
        <pc:cxnChg chg="add">
          <ac:chgData name="정지윤" userId="02c42eeb-3573-4fe0-87af-c4a597b73e9f" providerId="ADAL" clId="{9FBACC46-319B-4421-86B7-F535C5B48135}" dt="2023-10-31T03:08:50.392" v="3142" actId="11529"/>
          <ac:cxnSpMkLst>
            <pc:docMk/>
            <pc:sldMk cId="2380281932" sldId="1245"/>
            <ac:cxnSpMk id="17" creationId="{96BC8A46-EBBF-F2B8-2137-1DAC70A19273}"/>
          </ac:cxnSpMkLst>
        </pc:cxnChg>
      </pc:sldChg>
      <pc:sldChg chg="addSp delSp modSp add mod">
        <pc:chgData name="정지윤" userId="02c42eeb-3573-4fe0-87af-c4a597b73e9f" providerId="ADAL" clId="{9FBACC46-319B-4421-86B7-F535C5B48135}" dt="2023-10-31T03:18:44.124" v="3402" actId="1076"/>
        <pc:sldMkLst>
          <pc:docMk/>
          <pc:sldMk cId="2390385797" sldId="1246"/>
        </pc:sldMkLst>
        <pc:spChg chg="mod">
          <ac:chgData name="정지윤" userId="02c42eeb-3573-4fe0-87af-c4a597b73e9f" providerId="ADAL" clId="{9FBACC46-319B-4421-86B7-F535C5B48135}" dt="2023-10-31T02:19:27.895" v="1971"/>
          <ac:spMkLst>
            <pc:docMk/>
            <pc:sldMk cId="2390385797" sldId="1246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0-31T03:18:35.692" v="3398" actId="1076"/>
          <ac:spMkLst>
            <pc:docMk/>
            <pc:sldMk cId="2390385797" sldId="1246"/>
            <ac:spMk id="8" creationId="{792C2419-16CA-5F1D-EAA5-A2716115961B}"/>
          </ac:spMkLst>
        </pc:spChg>
        <pc:spChg chg="add mod">
          <ac:chgData name="정지윤" userId="02c42eeb-3573-4fe0-87af-c4a597b73e9f" providerId="ADAL" clId="{9FBACC46-319B-4421-86B7-F535C5B48135}" dt="2023-10-31T03:18:41.724" v="3401" actId="14100"/>
          <ac:spMkLst>
            <pc:docMk/>
            <pc:sldMk cId="2390385797" sldId="1246"/>
            <ac:spMk id="10" creationId="{7456A50E-FF2B-BEE9-76CD-D38847196946}"/>
          </ac:spMkLst>
        </pc:spChg>
        <pc:spChg chg="mod">
          <ac:chgData name="정지윤" userId="02c42eeb-3573-4fe0-87af-c4a597b73e9f" providerId="ADAL" clId="{9FBACC46-319B-4421-86B7-F535C5B48135}" dt="2023-10-31T03:18:44.124" v="3402" actId="1076"/>
          <ac:spMkLst>
            <pc:docMk/>
            <pc:sldMk cId="2390385797" sldId="1246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19:36.496" v="1973" actId="20577"/>
          <ac:graphicFrameMkLst>
            <pc:docMk/>
            <pc:sldMk cId="2390385797" sldId="1246"/>
            <ac:graphicFrameMk id="3" creationId="{EB5E6BEF-7528-22F3-81D3-C88DBE43847E}"/>
          </ac:graphicFrameMkLst>
        </pc:graphicFrameChg>
        <pc:picChg chg="add del mod ord modCrop">
          <ac:chgData name="정지윤" userId="02c42eeb-3573-4fe0-87af-c4a597b73e9f" providerId="ADAL" clId="{9FBACC46-319B-4421-86B7-F535C5B48135}" dt="2023-10-31T03:18:31.194" v="3397" actId="478"/>
          <ac:picMkLst>
            <pc:docMk/>
            <pc:sldMk cId="2390385797" sldId="1246"/>
            <ac:picMk id="5" creationId="{662F9E8E-B242-0DB8-00E7-CE8E20A88431}"/>
          </ac:picMkLst>
        </pc:picChg>
        <pc:picChg chg="del">
          <ac:chgData name="정지윤" userId="02c42eeb-3573-4fe0-87af-c4a597b73e9f" providerId="ADAL" clId="{9FBACC46-319B-4421-86B7-F535C5B48135}" dt="2023-10-31T02:18:39.658" v="1804" actId="478"/>
          <ac:picMkLst>
            <pc:docMk/>
            <pc:sldMk cId="2390385797" sldId="1246"/>
            <ac:picMk id="6" creationId="{7E12370F-AED7-FD7B-5800-C23E53284CD7}"/>
          </ac:picMkLst>
        </pc:picChg>
        <pc:picChg chg="add mod ord">
          <ac:chgData name="정지윤" userId="02c42eeb-3573-4fe0-87af-c4a597b73e9f" providerId="ADAL" clId="{9FBACC46-319B-4421-86B7-F535C5B48135}" dt="2023-10-31T03:18:30.620" v="3396" actId="167"/>
          <ac:picMkLst>
            <pc:docMk/>
            <pc:sldMk cId="2390385797" sldId="1246"/>
            <ac:picMk id="9" creationId="{8481CF45-2E06-9DD5-1BDC-A4C9F123732D}"/>
          </ac:picMkLst>
        </pc:picChg>
      </pc:sldChg>
      <pc:sldChg chg="addSp delSp modSp add mod ord">
        <pc:chgData name="정지윤" userId="02c42eeb-3573-4fe0-87af-c4a597b73e9f" providerId="ADAL" clId="{9FBACC46-319B-4421-86B7-F535C5B48135}" dt="2023-10-31T03:20:22.884" v="3624" actId="20577"/>
        <pc:sldMkLst>
          <pc:docMk/>
          <pc:sldMk cId="1941828152" sldId="1247"/>
        </pc:sldMkLst>
        <pc:spChg chg="mod">
          <ac:chgData name="정지윤" userId="02c42eeb-3573-4fe0-87af-c4a597b73e9f" providerId="ADAL" clId="{9FBACC46-319B-4421-86B7-F535C5B48135}" dt="2023-10-31T03:20:10.915" v="3622" actId="20577"/>
          <ac:spMkLst>
            <pc:docMk/>
            <pc:sldMk cId="1941828152" sldId="124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3:19:33.964" v="3422" actId="14100"/>
          <ac:spMkLst>
            <pc:docMk/>
            <pc:sldMk cId="1941828152" sldId="1247"/>
            <ac:spMk id="8" creationId="{792C2419-16CA-5F1D-EAA5-A2716115961B}"/>
          </ac:spMkLst>
        </pc:spChg>
        <pc:spChg chg="add mod">
          <ac:chgData name="정지윤" userId="02c42eeb-3573-4fe0-87af-c4a597b73e9f" providerId="ADAL" clId="{9FBACC46-319B-4421-86B7-F535C5B48135}" dt="2023-10-31T03:19:36.650" v="3423" actId="571"/>
          <ac:spMkLst>
            <pc:docMk/>
            <pc:sldMk cId="1941828152" sldId="1247"/>
            <ac:spMk id="12" creationId="{C0D6D383-77F7-0EE1-F85E-56D5405D3CDD}"/>
          </ac:spMkLst>
        </pc:spChg>
        <pc:spChg chg="del">
          <ac:chgData name="정지윤" userId="02c42eeb-3573-4fe0-87af-c4a597b73e9f" providerId="ADAL" clId="{9FBACC46-319B-4421-86B7-F535C5B48135}" dt="2023-10-31T02:21:26.984" v="1980" actId="478"/>
          <ac:spMkLst>
            <pc:docMk/>
            <pc:sldMk cId="1941828152" sldId="1247"/>
            <ac:spMk id="13" creationId="{0D3A752A-5591-55DA-6FDF-89A4E52150FC}"/>
          </ac:spMkLst>
        </pc:spChg>
        <pc:spChg chg="add mod">
          <ac:chgData name="정지윤" userId="02c42eeb-3573-4fe0-87af-c4a597b73e9f" providerId="ADAL" clId="{9FBACC46-319B-4421-86B7-F535C5B48135}" dt="2023-10-31T03:19:39.159" v="3424" actId="571"/>
          <ac:spMkLst>
            <pc:docMk/>
            <pc:sldMk cId="1941828152" sldId="1247"/>
            <ac:spMk id="14" creationId="{EEC7C31E-50B7-4FD2-FF7F-55147C8B62D6}"/>
          </ac:spMkLst>
        </pc:spChg>
        <pc:spChg chg="add mod">
          <ac:chgData name="정지윤" userId="02c42eeb-3573-4fe0-87af-c4a597b73e9f" providerId="ADAL" clId="{9FBACC46-319B-4421-86B7-F535C5B48135}" dt="2023-10-31T03:19:40.497" v="3426" actId="571"/>
          <ac:spMkLst>
            <pc:docMk/>
            <pc:sldMk cId="1941828152" sldId="1247"/>
            <ac:spMk id="16" creationId="{275094EB-0888-A79D-B7FF-B9F65E0598FF}"/>
          </ac:spMkLst>
        </pc:spChg>
        <pc:spChg chg="add mod">
          <ac:chgData name="정지윤" userId="02c42eeb-3573-4fe0-87af-c4a597b73e9f" providerId="ADAL" clId="{9FBACC46-319B-4421-86B7-F535C5B48135}" dt="2023-10-31T03:19:46.436" v="3427" actId="571"/>
          <ac:spMkLst>
            <pc:docMk/>
            <pc:sldMk cId="1941828152" sldId="1247"/>
            <ac:spMk id="17" creationId="{BD277BEB-9193-6B38-E7D6-92CAA3A16323}"/>
          </ac:spMkLst>
        </pc:spChg>
        <pc:spChg chg="add mod">
          <ac:chgData name="정지윤" userId="02c42eeb-3573-4fe0-87af-c4a597b73e9f" providerId="ADAL" clId="{9FBACC46-319B-4421-86B7-F535C5B48135}" dt="2023-10-31T03:19:46.436" v="3427" actId="571"/>
          <ac:spMkLst>
            <pc:docMk/>
            <pc:sldMk cId="1941828152" sldId="1247"/>
            <ac:spMk id="18" creationId="{248CC90B-E513-6374-8757-FD746F34CA40}"/>
          </ac:spMkLst>
        </pc:spChg>
        <pc:graphicFrameChg chg="modGraphic">
          <ac:chgData name="정지윤" userId="02c42eeb-3573-4fe0-87af-c4a597b73e9f" providerId="ADAL" clId="{9FBACC46-319B-4421-86B7-F535C5B48135}" dt="2023-10-31T03:20:22.884" v="3624" actId="20577"/>
          <ac:graphicFrameMkLst>
            <pc:docMk/>
            <pc:sldMk cId="1941828152" sldId="1247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3:18:07.996" v="3388" actId="478"/>
          <ac:picMkLst>
            <pc:docMk/>
            <pc:sldMk cId="1941828152" sldId="1247"/>
            <ac:picMk id="5" creationId="{662F9E8E-B242-0DB8-00E7-CE8E20A88431}"/>
          </ac:picMkLst>
        </pc:picChg>
        <pc:picChg chg="add del mod ord modCrop">
          <ac:chgData name="정지윤" userId="02c42eeb-3573-4fe0-87af-c4a597b73e9f" providerId="ADAL" clId="{9FBACC46-319B-4421-86B7-F535C5B48135}" dt="2023-10-31T03:19:13.246" v="3410" actId="478"/>
          <ac:picMkLst>
            <pc:docMk/>
            <pc:sldMk cId="1941828152" sldId="1247"/>
            <ac:picMk id="6" creationId="{3B02BC40-6A92-BC02-0C4B-C6A62AA7DDE3}"/>
          </ac:picMkLst>
        </pc:picChg>
        <pc:picChg chg="add mod ord modCrop">
          <ac:chgData name="정지윤" userId="02c42eeb-3573-4fe0-87af-c4a597b73e9f" providerId="ADAL" clId="{9FBACC46-319B-4421-86B7-F535C5B48135}" dt="2023-10-31T03:19:28.861" v="3420" actId="167"/>
          <ac:picMkLst>
            <pc:docMk/>
            <pc:sldMk cId="1941828152" sldId="1247"/>
            <ac:picMk id="10" creationId="{CCF1F3B3-A7C3-1455-3EC0-4D12EFA6D5B8}"/>
          </ac:picMkLst>
        </pc:picChg>
        <pc:picChg chg="add del mod">
          <ac:chgData name="정지윤" userId="02c42eeb-3573-4fe0-87af-c4a597b73e9f" providerId="ADAL" clId="{9FBACC46-319B-4421-86B7-F535C5B48135}" dt="2023-10-31T03:19:26.875" v="3419" actId="478"/>
          <ac:picMkLst>
            <pc:docMk/>
            <pc:sldMk cId="1941828152" sldId="1247"/>
            <ac:picMk id="11" creationId="{431AD2FC-2C9E-C025-972C-53419F448C0C}"/>
          </ac:picMkLst>
        </pc:picChg>
        <pc:picChg chg="add mod">
          <ac:chgData name="정지윤" userId="02c42eeb-3573-4fe0-87af-c4a597b73e9f" providerId="ADAL" clId="{9FBACC46-319B-4421-86B7-F535C5B48135}" dt="2023-10-31T03:19:40.497" v="3426" actId="571"/>
          <ac:picMkLst>
            <pc:docMk/>
            <pc:sldMk cId="1941828152" sldId="1247"/>
            <ac:picMk id="15" creationId="{A706BB9D-2002-580C-4965-E75B1A796BF5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2:45:35.054" v="2206" actId="20577"/>
        <pc:sldMkLst>
          <pc:docMk/>
          <pc:sldMk cId="4082353331" sldId="1248"/>
        </pc:sldMkLst>
        <pc:spChg chg="mod">
          <ac:chgData name="정지윤" userId="02c42eeb-3573-4fe0-87af-c4a597b73e9f" providerId="ADAL" clId="{9FBACC46-319B-4421-86B7-F535C5B48135}" dt="2023-10-31T02:45:35.054" v="2206" actId="20577"/>
          <ac:spMkLst>
            <pc:docMk/>
            <pc:sldMk cId="4082353331" sldId="1248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2:45:13.079" v="2103" actId="1076"/>
          <ac:spMkLst>
            <pc:docMk/>
            <pc:sldMk cId="4082353331" sldId="1248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0-31T02:44:30.568" v="2089"/>
          <ac:graphicFrameMkLst>
            <pc:docMk/>
            <pc:sldMk cId="4082353331" sldId="1248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0-31T02:45:10.475" v="2102" actId="478"/>
          <ac:picMkLst>
            <pc:docMk/>
            <pc:sldMk cId="4082353331" sldId="1248"/>
            <ac:picMk id="5" creationId="{92FCD4D4-ECCC-23C7-43D0-DF1931B7161F}"/>
          </ac:picMkLst>
        </pc:picChg>
        <pc:picChg chg="add mod ord modCrop">
          <ac:chgData name="정지윤" userId="02c42eeb-3573-4fe0-87af-c4a597b73e9f" providerId="ADAL" clId="{9FBACC46-319B-4421-86B7-F535C5B48135}" dt="2023-10-31T02:45:09.348" v="2101" actId="167"/>
          <ac:picMkLst>
            <pc:docMk/>
            <pc:sldMk cId="4082353331" sldId="1248"/>
            <ac:picMk id="6" creationId="{4B8EA4B5-6C7F-1826-E502-BCDD3966238E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2:50:27.798" v="2411" actId="20577"/>
        <pc:sldMkLst>
          <pc:docMk/>
          <pc:sldMk cId="2322667942" sldId="1249"/>
        </pc:sldMkLst>
        <pc:spChg chg="mod">
          <ac:chgData name="정지윤" userId="02c42eeb-3573-4fe0-87af-c4a597b73e9f" providerId="ADAL" clId="{9FBACC46-319B-4421-86B7-F535C5B48135}" dt="2023-10-31T02:46:59.224" v="2335" actId="20577"/>
          <ac:spMkLst>
            <pc:docMk/>
            <pc:sldMk cId="2322667942" sldId="124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2:46:42.263" v="2220" actId="14100"/>
          <ac:spMkLst>
            <pc:docMk/>
            <pc:sldMk cId="2322667942" sldId="1249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50:27.798" v="2411" actId="20577"/>
          <ac:graphicFrameMkLst>
            <pc:docMk/>
            <pc:sldMk cId="2322667942" sldId="1249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0-31T02:46:37.965" v="2217" actId="167"/>
          <ac:picMkLst>
            <pc:docMk/>
            <pc:sldMk cId="2322667942" sldId="1249"/>
            <ac:picMk id="5" creationId="{A8447956-CD93-22F6-83DE-ED34C60EFCA4}"/>
          </ac:picMkLst>
        </pc:picChg>
        <pc:picChg chg="del">
          <ac:chgData name="정지윤" userId="02c42eeb-3573-4fe0-87af-c4a597b73e9f" providerId="ADAL" clId="{9FBACC46-319B-4421-86B7-F535C5B48135}" dt="2023-10-31T02:46:38.487" v="2218" actId="478"/>
          <ac:picMkLst>
            <pc:docMk/>
            <pc:sldMk cId="2322667942" sldId="1249"/>
            <ac:picMk id="6" creationId="{42CF4D0D-278E-8C12-CAC6-99C7A026C985}"/>
          </ac:picMkLst>
        </pc:picChg>
      </pc:sldChg>
      <pc:sldChg chg="addSp delSp modSp add mod ord">
        <pc:chgData name="정지윤" userId="02c42eeb-3573-4fe0-87af-c4a597b73e9f" providerId="ADAL" clId="{9FBACC46-319B-4421-86B7-F535C5B48135}" dt="2023-10-31T02:50:42.806" v="2414" actId="20577"/>
        <pc:sldMkLst>
          <pc:docMk/>
          <pc:sldMk cId="4216325724" sldId="1250"/>
        </pc:sldMkLst>
        <pc:spChg chg="mod">
          <ac:chgData name="정지윤" userId="02c42eeb-3573-4fe0-87af-c4a597b73e9f" providerId="ADAL" clId="{9FBACC46-319B-4421-86B7-F535C5B48135}" dt="2023-10-31T02:47:47.769" v="2403" actId="20577"/>
          <ac:spMkLst>
            <pc:docMk/>
            <pc:sldMk cId="4216325724" sldId="1250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2:47:27.943" v="2347" actId="14100"/>
          <ac:spMkLst>
            <pc:docMk/>
            <pc:sldMk cId="4216325724" sldId="1250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2:50:42.806" v="2414" actId="20577"/>
          <ac:graphicFrameMkLst>
            <pc:docMk/>
            <pc:sldMk cId="4216325724" sldId="125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47:17.223" v="2345" actId="478"/>
          <ac:picMkLst>
            <pc:docMk/>
            <pc:sldMk cId="4216325724" sldId="1250"/>
            <ac:picMk id="5" creationId="{A8447956-CD93-22F6-83DE-ED34C60EFCA4}"/>
          </ac:picMkLst>
        </pc:picChg>
        <pc:picChg chg="add mod ord modCrop">
          <ac:chgData name="정지윤" userId="02c42eeb-3573-4fe0-87af-c4a597b73e9f" providerId="ADAL" clId="{9FBACC46-319B-4421-86B7-F535C5B48135}" dt="2023-10-31T02:47:16.676" v="2344" actId="167"/>
          <ac:picMkLst>
            <pc:docMk/>
            <pc:sldMk cId="4216325724" sldId="1250"/>
            <ac:picMk id="6" creationId="{F4DCC517-588D-B8BD-0242-83F6DFBD374B}"/>
          </ac:picMkLst>
        </pc:picChg>
      </pc:sldChg>
      <pc:sldChg chg="add del">
        <pc:chgData name="정지윤" userId="02c42eeb-3573-4fe0-87af-c4a597b73e9f" providerId="ADAL" clId="{9FBACC46-319B-4421-86B7-F535C5B48135}" dt="2023-10-31T02:50:52.819" v="2418" actId="47"/>
        <pc:sldMkLst>
          <pc:docMk/>
          <pc:sldMk cId="1713172855" sldId="1251"/>
        </pc:sldMkLst>
      </pc:sldChg>
      <pc:sldChg chg="addSp delSp modSp add mod">
        <pc:chgData name="정지윤" userId="02c42eeb-3573-4fe0-87af-c4a597b73e9f" providerId="ADAL" clId="{9FBACC46-319B-4421-86B7-F535C5B48135}" dt="2023-10-31T02:52:59.810" v="2435" actId="478"/>
        <pc:sldMkLst>
          <pc:docMk/>
          <pc:sldMk cId="1011153317" sldId="1252"/>
        </pc:sldMkLst>
        <pc:graphicFrameChg chg="mod">
          <ac:chgData name="정지윤" userId="02c42eeb-3573-4fe0-87af-c4a597b73e9f" providerId="ADAL" clId="{9FBACC46-319B-4421-86B7-F535C5B48135}" dt="2023-10-31T02:50:49.857" v="2416"/>
          <ac:graphicFrameMkLst>
            <pc:docMk/>
            <pc:sldMk cId="1011153317" sldId="1252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52:59.810" v="2435" actId="478"/>
          <ac:picMkLst>
            <pc:docMk/>
            <pc:sldMk cId="1011153317" sldId="1252"/>
            <ac:picMk id="5" creationId="{A8447956-CD93-22F6-83DE-ED34C60EFCA4}"/>
          </ac:picMkLst>
        </pc:picChg>
        <pc:picChg chg="add mod ord modCrop">
          <ac:chgData name="정지윤" userId="02c42eeb-3573-4fe0-87af-c4a597b73e9f" providerId="ADAL" clId="{9FBACC46-319B-4421-86B7-F535C5B48135}" dt="2023-10-31T02:52:59.221" v="2434" actId="167"/>
          <ac:picMkLst>
            <pc:docMk/>
            <pc:sldMk cId="1011153317" sldId="1252"/>
            <ac:picMk id="6" creationId="{5117AA0A-8B6C-0AB0-8A74-B766D081A541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2:53:19.967" v="2445" actId="478"/>
        <pc:sldMkLst>
          <pc:docMk/>
          <pc:sldMk cId="3776829970" sldId="1253"/>
        </pc:sldMkLst>
        <pc:graphicFrameChg chg="mod">
          <ac:chgData name="정지윤" userId="02c42eeb-3573-4fe0-87af-c4a597b73e9f" providerId="ADAL" clId="{9FBACC46-319B-4421-86B7-F535C5B48135}" dt="2023-10-31T02:50:51.727" v="2417"/>
          <ac:graphicFrameMkLst>
            <pc:docMk/>
            <pc:sldMk cId="3776829970" sldId="125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0-31T02:53:19.398" v="2444" actId="167"/>
          <ac:picMkLst>
            <pc:docMk/>
            <pc:sldMk cId="3776829970" sldId="1253"/>
            <ac:picMk id="5" creationId="{DB0F628E-ACA9-E1FC-8C73-B29B1B51D898}"/>
          </ac:picMkLst>
        </pc:picChg>
        <pc:picChg chg="del">
          <ac:chgData name="정지윤" userId="02c42eeb-3573-4fe0-87af-c4a597b73e9f" providerId="ADAL" clId="{9FBACC46-319B-4421-86B7-F535C5B48135}" dt="2023-10-31T02:53:19.967" v="2445" actId="478"/>
          <ac:picMkLst>
            <pc:docMk/>
            <pc:sldMk cId="3776829970" sldId="1253"/>
            <ac:picMk id="6" creationId="{F4DCC517-588D-B8BD-0242-83F6DFBD374B}"/>
          </ac:picMkLst>
        </pc:picChg>
      </pc:sldChg>
      <pc:sldChg chg="addSp delSp modSp add mod ord">
        <pc:chgData name="정지윤" userId="02c42eeb-3573-4fe0-87af-c4a597b73e9f" providerId="ADAL" clId="{9FBACC46-319B-4421-86B7-F535C5B48135}" dt="2023-10-31T03:17:25.269" v="3379"/>
        <pc:sldMkLst>
          <pc:docMk/>
          <pc:sldMk cId="490664316" sldId="1254"/>
        </pc:sldMkLst>
        <pc:spChg chg="mod">
          <ac:chgData name="정지윤" userId="02c42eeb-3573-4fe0-87af-c4a597b73e9f" providerId="ADAL" clId="{9FBACC46-319B-4421-86B7-F535C5B48135}" dt="2023-10-31T03:17:09.724" v="3353" actId="20577"/>
          <ac:spMkLst>
            <pc:docMk/>
            <pc:sldMk cId="490664316" sldId="1254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3:17:16.468" v="3354" actId="1076"/>
          <ac:spMkLst>
            <pc:docMk/>
            <pc:sldMk cId="490664316" sldId="1254"/>
            <ac:spMk id="13" creationId="{0D3A752A-5591-55DA-6FDF-89A4E52150FC}"/>
          </ac:spMkLst>
        </pc:spChg>
        <pc:graphicFrameChg chg="mod modGraphic">
          <ac:chgData name="정지윤" userId="02c42eeb-3573-4fe0-87af-c4a597b73e9f" providerId="ADAL" clId="{9FBACC46-319B-4421-86B7-F535C5B48135}" dt="2023-10-31T03:17:25.269" v="3379"/>
          <ac:graphicFrameMkLst>
            <pc:docMk/>
            <pc:sldMk cId="490664316" sldId="1254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2:58:01.442" v="2485" actId="478"/>
          <ac:picMkLst>
            <pc:docMk/>
            <pc:sldMk cId="490664316" sldId="1254"/>
            <ac:picMk id="5" creationId="{DB0F628E-ACA9-E1FC-8C73-B29B1B51D898}"/>
          </ac:picMkLst>
        </pc:picChg>
        <pc:picChg chg="add del mod ord modCrop">
          <ac:chgData name="정지윤" userId="02c42eeb-3573-4fe0-87af-c4a597b73e9f" providerId="ADAL" clId="{9FBACC46-319B-4421-86B7-F535C5B48135}" dt="2023-10-31T02:59:47.190" v="2502" actId="478"/>
          <ac:picMkLst>
            <pc:docMk/>
            <pc:sldMk cId="490664316" sldId="1254"/>
            <ac:picMk id="6" creationId="{2A941A12-6B25-4CB0-4810-A561B5DCF119}"/>
          </ac:picMkLst>
        </pc:picChg>
        <pc:picChg chg="add del mod ord modCrop">
          <ac:chgData name="정지윤" userId="02c42eeb-3573-4fe0-87af-c4a597b73e9f" providerId="ADAL" clId="{9FBACC46-319B-4421-86B7-F535C5B48135}" dt="2023-10-31T03:16:59.506" v="3299" actId="478"/>
          <ac:picMkLst>
            <pc:docMk/>
            <pc:sldMk cId="490664316" sldId="1254"/>
            <ac:picMk id="9" creationId="{DFEBEFD3-3E13-E33C-59DB-7F88F230FBF0}"/>
          </ac:picMkLst>
        </pc:picChg>
        <pc:picChg chg="add mod ord modCrop">
          <ac:chgData name="정지윤" userId="02c42eeb-3573-4fe0-87af-c4a597b73e9f" providerId="ADAL" clId="{9FBACC46-319B-4421-86B7-F535C5B48135}" dt="2023-10-31T03:16:59.027" v="3298" actId="167"/>
          <ac:picMkLst>
            <pc:docMk/>
            <pc:sldMk cId="490664316" sldId="1254"/>
            <ac:picMk id="11" creationId="{E99B7D8D-45F9-9204-3713-ED617E436A1D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3:03:32.080" v="2875" actId="20577"/>
        <pc:sldMkLst>
          <pc:docMk/>
          <pc:sldMk cId="3400578088" sldId="1255"/>
        </pc:sldMkLst>
        <pc:spChg chg="mod">
          <ac:chgData name="정지윤" userId="02c42eeb-3573-4fe0-87af-c4a597b73e9f" providerId="ADAL" clId="{9FBACC46-319B-4421-86B7-F535C5B48135}" dt="2023-10-31T03:03:19.955" v="2873" actId="20577"/>
          <ac:spMkLst>
            <pc:docMk/>
            <pc:sldMk cId="3400578088" sldId="125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3:02:44.870" v="2653" actId="14100"/>
          <ac:spMkLst>
            <pc:docMk/>
            <pc:sldMk cId="3400578088" sldId="1255"/>
            <ac:spMk id="13" creationId="{0D3A752A-5591-55DA-6FDF-89A4E52150FC}"/>
          </ac:spMkLst>
        </pc:spChg>
        <pc:graphicFrameChg chg="mod modGraphic">
          <ac:chgData name="정지윤" userId="02c42eeb-3573-4fe0-87af-c4a597b73e9f" providerId="ADAL" clId="{9FBACC46-319B-4421-86B7-F535C5B48135}" dt="2023-10-31T03:03:32.080" v="2875" actId="20577"/>
          <ac:graphicFrameMkLst>
            <pc:docMk/>
            <pc:sldMk cId="3400578088" sldId="125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0-31T03:02:39.427" v="2650" actId="167"/>
          <ac:picMkLst>
            <pc:docMk/>
            <pc:sldMk cId="3400578088" sldId="1255"/>
            <ac:picMk id="5" creationId="{5AFCB497-8C80-645C-F9DD-E69D80A56656}"/>
          </ac:picMkLst>
        </pc:picChg>
        <pc:picChg chg="del">
          <ac:chgData name="정지윤" userId="02c42eeb-3573-4fe0-87af-c4a597b73e9f" providerId="ADAL" clId="{9FBACC46-319B-4421-86B7-F535C5B48135}" dt="2023-10-31T03:02:39.901" v="2651" actId="478"/>
          <ac:picMkLst>
            <pc:docMk/>
            <pc:sldMk cId="3400578088" sldId="1255"/>
            <ac:picMk id="9" creationId="{DFEBEFD3-3E13-E33C-59DB-7F88F230FBF0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3:47:20.918" v="4234" actId="20577"/>
        <pc:sldMkLst>
          <pc:docMk/>
          <pc:sldMk cId="1380200255" sldId="1256"/>
        </pc:sldMkLst>
        <pc:spChg chg="mod">
          <ac:chgData name="정지윤" userId="02c42eeb-3573-4fe0-87af-c4a597b73e9f" providerId="ADAL" clId="{9FBACC46-319B-4421-86B7-F535C5B48135}" dt="2023-10-31T03:47:20.918" v="4234" actId="20577"/>
          <ac:spMkLst>
            <pc:docMk/>
            <pc:sldMk cId="1380200255" sldId="125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0-31T03:28:25.835" v="3638" actId="14100"/>
          <ac:spMkLst>
            <pc:docMk/>
            <pc:sldMk cId="1380200255" sldId="1256"/>
            <ac:spMk id="8" creationId="{792C2419-16CA-5F1D-EAA5-A2716115961B}"/>
          </ac:spMkLst>
        </pc:spChg>
        <pc:spChg chg="add mod">
          <ac:chgData name="정지윤" userId="02c42eeb-3573-4fe0-87af-c4a597b73e9f" providerId="ADAL" clId="{9FBACC46-319B-4421-86B7-F535C5B48135}" dt="2023-10-31T03:28:27.982" v="3639" actId="571"/>
          <ac:spMkLst>
            <pc:docMk/>
            <pc:sldMk cId="1380200255" sldId="1256"/>
            <ac:spMk id="9" creationId="{1F806A6D-633D-E5A3-19F3-F8946A2C1A02}"/>
          </ac:spMkLst>
        </pc:spChg>
        <pc:spChg chg="del">
          <ac:chgData name="정지윤" userId="02c42eeb-3573-4fe0-87af-c4a597b73e9f" providerId="ADAL" clId="{9FBACC46-319B-4421-86B7-F535C5B48135}" dt="2023-10-31T03:28:29.557" v="3640" actId="478"/>
          <ac:spMkLst>
            <pc:docMk/>
            <pc:sldMk cId="1380200255" sldId="1256"/>
            <ac:spMk id="13" creationId="{0D3A752A-5591-55DA-6FDF-89A4E52150FC}"/>
          </ac:spMkLst>
        </pc:spChg>
        <pc:graphicFrameChg chg="modGraphic">
          <ac:chgData name="정지윤" userId="02c42eeb-3573-4fe0-87af-c4a597b73e9f" providerId="ADAL" clId="{9FBACC46-319B-4421-86B7-F535C5B48135}" dt="2023-10-31T03:29:10.732" v="3826" actId="6549"/>
          <ac:graphicFrameMkLst>
            <pc:docMk/>
            <pc:sldMk cId="1380200255" sldId="125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3:28:20.038" v="3636" actId="478"/>
          <ac:picMkLst>
            <pc:docMk/>
            <pc:sldMk cId="1380200255" sldId="1256"/>
            <ac:picMk id="5" creationId="{662F9E8E-B242-0DB8-00E7-CE8E20A88431}"/>
          </ac:picMkLst>
        </pc:picChg>
        <pc:picChg chg="add mod ord modCrop">
          <ac:chgData name="정지윤" userId="02c42eeb-3573-4fe0-87af-c4a597b73e9f" providerId="ADAL" clId="{9FBACC46-319B-4421-86B7-F535C5B48135}" dt="2023-10-31T03:28:19.362" v="3635" actId="167"/>
          <ac:picMkLst>
            <pc:docMk/>
            <pc:sldMk cId="1380200255" sldId="1256"/>
            <ac:picMk id="6" creationId="{230E6505-595C-596D-1E6D-E488940D0E7A}"/>
          </ac:picMkLst>
        </pc:picChg>
      </pc:sldChg>
      <pc:sldChg chg="add del">
        <pc:chgData name="정지윤" userId="02c42eeb-3573-4fe0-87af-c4a597b73e9f" providerId="ADAL" clId="{9FBACC46-319B-4421-86B7-F535C5B48135}" dt="2023-10-31T03:16:37.212" v="3290" actId="47"/>
        <pc:sldMkLst>
          <pc:docMk/>
          <pc:sldMk cId="328749907" sldId="1257"/>
        </pc:sldMkLst>
      </pc:sldChg>
      <pc:sldChg chg="addSp delSp modSp add del mod ord">
        <pc:chgData name="정지윤" userId="02c42eeb-3573-4fe0-87af-c4a597b73e9f" providerId="ADAL" clId="{9FBACC46-319B-4421-86B7-F535C5B48135}" dt="2023-10-31T03:45:22.450" v="4193" actId="47"/>
        <pc:sldMkLst>
          <pc:docMk/>
          <pc:sldMk cId="1395055392" sldId="1257"/>
        </pc:sldMkLst>
        <pc:spChg chg="mod">
          <ac:chgData name="정지윤" userId="02c42eeb-3573-4fe0-87af-c4a597b73e9f" providerId="ADAL" clId="{9FBACC46-319B-4421-86B7-F535C5B48135}" dt="2023-10-31T03:39:21.155" v="4096" actId="6549"/>
          <ac:spMkLst>
            <pc:docMk/>
            <pc:sldMk cId="1395055392" sldId="1257"/>
            <ac:spMk id="7" creationId="{0C81DD60-D84B-4D3C-8F3E-7D0E22E11300}"/>
          </ac:spMkLst>
        </pc:spChg>
        <pc:spChg chg="del mod ord">
          <ac:chgData name="정지윤" userId="02c42eeb-3573-4fe0-87af-c4a597b73e9f" providerId="ADAL" clId="{9FBACC46-319B-4421-86B7-F535C5B48135}" dt="2023-10-31T03:38:45.248" v="3993" actId="478"/>
          <ac:spMkLst>
            <pc:docMk/>
            <pc:sldMk cId="1395055392" sldId="1257"/>
            <ac:spMk id="8" creationId="{792C2419-16CA-5F1D-EAA5-A2716115961B}"/>
          </ac:spMkLst>
        </pc:spChg>
        <pc:spChg chg="del">
          <ac:chgData name="정지윤" userId="02c42eeb-3573-4fe0-87af-c4a597b73e9f" providerId="ADAL" clId="{9FBACC46-319B-4421-86B7-F535C5B48135}" dt="2023-10-31T03:30:39.329" v="3960" actId="478"/>
          <ac:spMkLst>
            <pc:docMk/>
            <pc:sldMk cId="1395055392" sldId="1257"/>
            <ac:spMk id="9" creationId="{1F806A6D-633D-E5A3-19F3-F8946A2C1A02}"/>
          </ac:spMkLst>
        </pc:spChg>
        <pc:spChg chg="add mod">
          <ac:chgData name="정지윤" userId="02c42eeb-3573-4fe0-87af-c4a597b73e9f" providerId="ADAL" clId="{9FBACC46-319B-4421-86B7-F535C5B48135}" dt="2023-10-31T03:38:44.155" v="3992" actId="14100"/>
          <ac:spMkLst>
            <pc:docMk/>
            <pc:sldMk cId="1395055392" sldId="1257"/>
            <ac:spMk id="12" creationId="{A5D37FE1-8B07-0890-7BCA-F5705334B2AF}"/>
          </ac:spMkLst>
        </pc:spChg>
        <pc:graphicFrameChg chg="modGraphic">
          <ac:chgData name="정지윤" userId="02c42eeb-3573-4fe0-87af-c4a597b73e9f" providerId="ADAL" clId="{9FBACC46-319B-4421-86B7-F535C5B48135}" dt="2023-10-31T03:39:06.193" v="4070" actId="20577"/>
          <ac:graphicFrameMkLst>
            <pc:docMk/>
            <pc:sldMk cId="1395055392" sldId="1257"/>
            <ac:graphicFrameMk id="3" creationId="{EB5E6BEF-7528-22F3-81D3-C88DBE43847E}"/>
          </ac:graphicFrameMkLst>
        </pc:graphicFrameChg>
        <pc:picChg chg="add del mod ord modCrop">
          <ac:chgData name="정지윤" userId="02c42eeb-3573-4fe0-87af-c4a597b73e9f" providerId="ADAL" clId="{9FBACC46-319B-4421-86B7-F535C5B48135}" dt="2023-10-31T03:38:18.378" v="3977" actId="478"/>
          <ac:picMkLst>
            <pc:docMk/>
            <pc:sldMk cId="1395055392" sldId="1257"/>
            <ac:picMk id="5" creationId="{3D9E02B4-F5E9-FAE9-1BE8-B6A94C6F735A}"/>
          </ac:picMkLst>
        </pc:picChg>
        <pc:picChg chg="del">
          <ac:chgData name="정지윤" userId="02c42eeb-3573-4fe0-87af-c4a597b73e9f" providerId="ADAL" clId="{9FBACC46-319B-4421-86B7-F535C5B48135}" dt="2023-10-31T03:30:11.257" v="3947" actId="478"/>
          <ac:picMkLst>
            <pc:docMk/>
            <pc:sldMk cId="1395055392" sldId="1257"/>
            <ac:picMk id="6" creationId="{230E6505-595C-596D-1E6D-E488940D0E7A}"/>
          </ac:picMkLst>
        </pc:picChg>
        <pc:picChg chg="add del mod ord modCrop">
          <ac:chgData name="정지윤" userId="02c42eeb-3573-4fe0-87af-c4a597b73e9f" providerId="ADAL" clId="{9FBACC46-319B-4421-86B7-F535C5B48135}" dt="2023-10-31T03:38:27.043" v="3983" actId="478"/>
          <ac:picMkLst>
            <pc:docMk/>
            <pc:sldMk cId="1395055392" sldId="1257"/>
            <ac:picMk id="11" creationId="{C809B030-64B0-B6F8-174E-FD1EB3F069DE}"/>
          </ac:picMkLst>
        </pc:picChg>
        <pc:picChg chg="add mod ord modCrop">
          <ac:chgData name="정지윤" userId="02c42eeb-3573-4fe0-87af-c4a597b73e9f" providerId="ADAL" clId="{9FBACC46-319B-4421-86B7-F535C5B48135}" dt="2023-10-31T03:38:39.410" v="3989" actId="167"/>
          <ac:picMkLst>
            <pc:docMk/>
            <pc:sldMk cId="1395055392" sldId="1257"/>
            <ac:picMk id="14" creationId="{7E72C4B3-ADAF-6E6A-B5C3-54231EEC12B2}"/>
          </ac:picMkLst>
        </pc:picChg>
        <pc:picChg chg="add del mod">
          <ac:chgData name="정지윤" userId="02c42eeb-3573-4fe0-87af-c4a597b73e9f" providerId="ADAL" clId="{9FBACC46-319B-4421-86B7-F535C5B48135}" dt="2023-10-31T03:38:40.037" v="3990" actId="478"/>
          <ac:picMkLst>
            <pc:docMk/>
            <pc:sldMk cId="1395055392" sldId="1257"/>
            <ac:picMk id="15" creationId="{C5EC8FD5-8A2B-A911-FAE0-EA3F855DF654}"/>
          </ac:picMkLst>
        </pc:picChg>
      </pc:sldChg>
      <pc:sldChg chg="delSp modSp add mod">
        <pc:chgData name="정지윤" userId="02c42eeb-3573-4fe0-87af-c4a597b73e9f" providerId="ADAL" clId="{9FBACC46-319B-4421-86B7-F535C5B48135}" dt="2023-10-31T03:42:56.633" v="4184" actId="20577"/>
        <pc:sldMkLst>
          <pc:docMk/>
          <pc:sldMk cId="1232027689" sldId="1258"/>
        </pc:sldMkLst>
        <pc:spChg chg="mod">
          <ac:chgData name="정지윤" userId="02c42eeb-3573-4fe0-87af-c4a597b73e9f" providerId="ADAL" clId="{9FBACC46-319B-4421-86B7-F535C5B48135}" dt="2023-10-31T03:42:52.617" v="4180" actId="20577"/>
          <ac:spMkLst>
            <pc:docMk/>
            <pc:sldMk cId="1232027689" sldId="1258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0-31T03:42:45.947" v="4143" actId="478"/>
          <ac:spMkLst>
            <pc:docMk/>
            <pc:sldMk cId="1232027689" sldId="1258"/>
            <ac:spMk id="12" creationId="{A5D37FE1-8B07-0890-7BCA-F5705334B2AF}"/>
          </ac:spMkLst>
        </pc:spChg>
        <pc:graphicFrameChg chg="mod modGraphic">
          <ac:chgData name="정지윤" userId="02c42eeb-3573-4fe0-87af-c4a597b73e9f" providerId="ADAL" clId="{9FBACC46-319B-4421-86B7-F535C5B48135}" dt="2023-10-31T03:42:56.633" v="4184" actId="20577"/>
          <ac:graphicFrameMkLst>
            <pc:docMk/>
            <pc:sldMk cId="1232027689" sldId="1258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0-31T03:42:44.927" v="4142" actId="478"/>
          <ac:picMkLst>
            <pc:docMk/>
            <pc:sldMk cId="1232027689" sldId="1258"/>
            <ac:picMk id="14" creationId="{7E72C4B3-ADAF-6E6A-B5C3-54231EEC12B2}"/>
          </ac:picMkLst>
        </pc:picChg>
      </pc:sldChg>
      <pc:sldChg chg="addSp delSp modSp add mod">
        <pc:chgData name="정지윤" userId="02c42eeb-3573-4fe0-87af-c4a597b73e9f" providerId="ADAL" clId="{9FBACC46-319B-4421-86B7-F535C5B48135}" dt="2023-10-31T03:47:34.889" v="4252" actId="6549"/>
        <pc:sldMkLst>
          <pc:docMk/>
          <pc:sldMk cId="3647339958" sldId="1259"/>
        </pc:sldMkLst>
        <pc:spChg chg="mod">
          <ac:chgData name="정지윤" userId="02c42eeb-3573-4fe0-87af-c4a597b73e9f" providerId="ADAL" clId="{9FBACC46-319B-4421-86B7-F535C5B48135}" dt="2023-10-31T03:47:34.889" v="4252" actId="6549"/>
          <ac:spMkLst>
            <pc:docMk/>
            <pc:sldMk cId="3647339958" sldId="1259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0-31T03:46:19.583" v="4196" actId="20577"/>
          <ac:graphicFrameMkLst>
            <pc:docMk/>
            <pc:sldMk cId="3647339958" sldId="1259"/>
            <ac:graphicFrameMk id="3" creationId="{EB5E6BEF-7528-22F3-81D3-C88DBE43847E}"/>
          </ac:graphicFrameMkLst>
        </pc:graphicFrameChg>
        <pc:picChg chg="add mod">
          <ac:chgData name="정지윤" userId="02c42eeb-3573-4fe0-87af-c4a597b73e9f" providerId="ADAL" clId="{9FBACC46-319B-4421-86B7-F535C5B48135}" dt="2023-10-31T03:46:37.407" v="4197"/>
          <ac:picMkLst>
            <pc:docMk/>
            <pc:sldMk cId="3647339958" sldId="1259"/>
            <ac:picMk id="4" creationId="{18AD7C10-08BF-9996-2838-69B18B5EC9A0}"/>
          </ac:picMkLst>
        </pc:picChg>
        <pc:picChg chg="add del mod ord modCrop">
          <ac:chgData name="정지윤" userId="02c42eeb-3573-4fe0-87af-c4a597b73e9f" providerId="ADAL" clId="{9FBACC46-319B-4421-86B7-F535C5B48135}" dt="2023-10-31T03:46:52.837" v="4206" actId="478"/>
          <ac:picMkLst>
            <pc:docMk/>
            <pc:sldMk cId="3647339958" sldId="1259"/>
            <ac:picMk id="6" creationId="{476B5AC2-A3E2-2E31-7BF8-DF2CF5487531}"/>
          </ac:picMkLst>
        </pc:picChg>
      </pc:sldChg>
      <pc:sldChg chg="modSp add mod">
        <pc:chgData name="정지윤" userId="02c42eeb-3573-4fe0-87af-c4a597b73e9f" providerId="ADAL" clId="{9FBACC46-319B-4421-86B7-F535C5B48135}" dt="2023-10-31T03:49:10.050" v="4299" actId="6549"/>
        <pc:sldMkLst>
          <pc:docMk/>
          <pc:sldMk cId="4272561208" sldId="1260"/>
        </pc:sldMkLst>
        <pc:graphicFrameChg chg="mod modGraphic">
          <ac:chgData name="정지윤" userId="02c42eeb-3573-4fe0-87af-c4a597b73e9f" providerId="ADAL" clId="{9FBACC46-319B-4421-86B7-F535C5B48135}" dt="2023-10-31T03:49:10.050" v="4299" actId="6549"/>
          <ac:graphicFrameMkLst>
            <pc:docMk/>
            <pc:sldMk cId="4272561208" sldId="1260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0-31T03:53:04.868" v="4488" actId="20577"/>
        <pc:sldMkLst>
          <pc:docMk/>
          <pc:sldMk cId="1736143798" sldId="1261"/>
        </pc:sldMkLst>
        <pc:spChg chg="mod">
          <ac:chgData name="정지윤" userId="02c42eeb-3573-4fe0-87af-c4a597b73e9f" providerId="ADAL" clId="{9FBACC46-319B-4421-86B7-F535C5B48135}" dt="2023-10-31T03:52:50.983" v="4486" actId="20577"/>
          <ac:spMkLst>
            <pc:docMk/>
            <pc:sldMk cId="1736143798" sldId="126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0-31T03:52:24.890" v="4339" actId="14100"/>
          <ac:spMkLst>
            <pc:docMk/>
            <pc:sldMk cId="1736143798" sldId="1261"/>
            <ac:spMk id="8" creationId="{B5B112B8-C296-E03A-F0D0-DEC2042E7585}"/>
          </ac:spMkLst>
        </pc:spChg>
        <pc:graphicFrameChg chg="mod modGraphic">
          <ac:chgData name="정지윤" userId="02c42eeb-3573-4fe0-87af-c4a597b73e9f" providerId="ADAL" clId="{9FBACC46-319B-4421-86B7-F535C5B48135}" dt="2023-10-31T03:53:04.868" v="4488" actId="20577"/>
          <ac:graphicFrameMkLst>
            <pc:docMk/>
            <pc:sldMk cId="1736143798" sldId="1261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0-31T03:52:27.586" v="4340" actId="1076"/>
          <ac:picMkLst>
            <pc:docMk/>
            <pc:sldMk cId="1736143798" sldId="1261"/>
            <ac:picMk id="5" creationId="{C2B619D8-1D5C-9397-CEF0-FFE0C5D4B3B4}"/>
          </ac:picMkLst>
        </pc:picChg>
        <pc:picChg chg="add del mod">
          <ac:chgData name="정지윤" userId="02c42eeb-3573-4fe0-87af-c4a597b73e9f" providerId="ADAL" clId="{9FBACC46-319B-4421-86B7-F535C5B48135}" dt="2023-10-31T03:52:02.069" v="4335" actId="478"/>
          <ac:picMkLst>
            <pc:docMk/>
            <pc:sldMk cId="1736143798" sldId="1261"/>
            <ac:picMk id="6" creationId="{D7E246B6-4AC4-ABDF-BD71-7DAFF93A55F7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1T01:31:04.891" v="4716" actId="20577"/>
        <pc:sldMkLst>
          <pc:docMk/>
          <pc:sldMk cId="4292174035" sldId="1265"/>
        </pc:sldMkLst>
        <pc:spChg chg="mod">
          <ac:chgData name="정지윤" userId="02c42eeb-3573-4fe0-87af-c4a597b73e9f" providerId="ADAL" clId="{9FBACC46-319B-4421-86B7-F535C5B48135}" dt="2023-11-01T01:26:44.931" v="4529" actId="14100"/>
          <ac:spMkLst>
            <pc:docMk/>
            <pc:sldMk cId="4292174035" sldId="1265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1:29:49.685" v="4713" actId="20577"/>
          <ac:spMkLst>
            <pc:docMk/>
            <pc:sldMk cId="4292174035" sldId="1265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1T01:31:04.891" v="4716" actId="20577"/>
          <ac:graphicFrameMkLst>
            <pc:docMk/>
            <pc:sldMk cId="4292174035" sldId="126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1:26:37.505" v="4525" actId="167"/>
          <ac:picMkLst>
            <pc:docMk/>
            <pc:sldMk cId="4292174035" sldId="1265"/>
            <ac:picMk id="8" creationId="{E3FBDC47-E50A-05AD-D8B6-B6BEF5AC3D50}"/>
          </ac:picMkLst>
        </pc:picChg>
        <pc:picChg chg="del">
          <ac:chgData name="정지윤" userId="02c42eeb-3573-4fe0-87af-c4a597b73e9f" providerId="ADAL" clId="{9FBACC46-319B-4421-86B7-F535C5B48135}" dt="2023-11-01T01:26:38.078" v="4526" actId="478"/>
          <ac:picMkLst>
            <pc:docMk/>
            <pc:sldMk cId="4292174035" sldId="1265"/>
            <ac:picMk id="10" creationId="{CCF1F3B3-A7C3-1455-3EC0-4D12EFA6D5B8}"/>
          </ac:picMkLst>
        </pc:picChg>
        <pc:cxnChg chg="mod">
          <ac:chgData name="정지윤" userId="02c42eeb-3573-4fe0-87af-c4a597b73e9f" providerId="ADAL" clId="{9FBACC46-319B-4421-86B7-F535C5B48135}" dt="2023-11-01T01:26:49.931" v="4530" actId="1076"/>
          <ac:cxnSpMkLst>
            <pc:docMk/>
            <pc:sldMk cId="4292174035" sldId="1265"/>
            <ac:cxnSpMk id="4" creationId="{BAD265E0-6064-B537-75F7-319A344A8E86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1:36:11.754" v="4835" actId="13926"/>
        <pc:sldMkLst>
          <pc:docMk/>
          <pc:sldMk cId="459671750" sldId="1266"/>
        </pc:sldMkLst>
        <pc:spChg chg="mod">
          <ac:chgData name="정지윤" userId="02c42eeb-3573-4fe0-87af-c4a597b73e9f" providerId="ADAL" clId="{9FBACC46-319B-4421-86B7-F535C5B48135}" dt="2023-11-01T01:35:14.267" v="4745" actId="14100"/>
          <ac:spMkLst>
            <pc:docMk/>
            <pc:sldMk cId="459671750" sldId="1266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1:36:11.754" v="4835" actId="13926"/>
          <ac:spMkLst>
            <pc:docMk/>
            <pc:sldMk cId="459671750" sldId="1266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1T01:29:36.605" v="4627"/>
          <ac:graphicFrameMkLst>
            <pc:docMk/>
            <pc:sldMk cId="459671750" sldId="126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1:33:46.989" v="4725" actId="478"/>
          <ac:picMkLst>
            <pc:docMk/>
            <pc:sldMk cId="459671750" sldId="1266"/>
            <ac:picMk id="8" creationId="{E3FBDC47-E50A-05AD-D8B6-B6BEF5AC3D50}"/>
          </ac:picMkLst>
        </pc:picChg>
        <pc:picChg chg="add del mod ord modCrop">
          <ac:chgData name="정지윤" userId="02c42eeb-3573-4fe0-87af-c4a597b73e9f" providerId="ADAL" clId="{9FBACC46-319B-4421-86B7-F535C5B48135}" dt="2023-11-01T01:34:46.927" v="4738" actId="478"/>
          <ac:picMkLst>
            <pc:docMk/>
            <pc:sldMk cId="459671750" sldId="1266"/>
            <ac:picMk id="9" creationId="{F633BEAF-9D3C-82D3-F05E-7FAACD8C3158}"/>
          </ac:picMkLst>
        </pc:picChg>
        <pc:picChg chg="add mod ord modCrop">
          <ac:chgData name="정지윤" userId="02c42eeb-3573-4fe0-87af-c4a597b73e9f" providerId="ADAL" clId="{9FBACC46-319B-4421-86B7-F535C5B48135}" dt="2023-11-01T01:34:46.267" v="4737" actId="167"/>
          <ac:picMkLst>
            <pc:docMk/>
            <pc:sldMk cId="459671750" sldId="1266"/>
            <ac:picMk id="11" creationId="{BC392BAB-839B-3469-EC8D-CF196DC80381}"/>
          </ac:picMkLst>
        </pc:picChg>
        <pc:cxnChg chg="del mod">
          <ac:chgData name="정지윤" userId="02c42eeb-3573-4fe0-87af-c4a597b73e9f" providerId="ADAL" clId="{9FBACC46-319B-4421-86B7-F535C5B48135}" dt="2023-11-01T01:35:10.026" v="4743" actId="478"/>
          <ac:cxnSpMkLst>
            <pc:docMk/>
            <pc:sldMk cId="459671750" sldId="1266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1:35:12.387" v="4744" actId="1076"/>
          <ac:cxnSpMkLst>
            <pc:docMk/>
            <pc:sldMk cId="459671750" sldId="1266"/>
            <ac:cxnSpMk id="13" creationId="{57F519F1-CD0E-3266-3850-80E5FAA80F53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1:53:21.802" v="5660" actId="20577"/>
        <pc:sldMkLst>
          <pc:docMk/>
          <pc:sldMk cId="3253917228" sldId="1267"/>
        </pc:sldMkLst>
        <pc:spChg chg="mod">
          <ac:chgData name="정지윤" userId="02c42eeb-3573-4fe0-87af-c4a597b73e9f" providerId="ADAL" clId="{9FBACC46-319B-4421-86B7-F535C5B48135}" dt="2023-11-01T01:52:56.169" v="5658" actId="13926"/>
          <ac:spMkLst>
            <pc:docMk/>
            <pc:sldMk cId="3253917228" sldId="126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1:51:39.945" v="5360" actId="14100"/>
          <ac:spMkLst>
            <pc:docMk/>
            <pc:sldMk cId="3253917228" sldId="1267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1-01T01:53:21.802" v="5660" actId="20577"/>
          <ac:graphicFrameMkLst>
            <pc:docMk/>
            <pc:sldMk cId="3253917228" sldId="1267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1:51:29.035" v="5355" actId="478"/>
          <ac:picMkLst>
            <pc:docMk/>
            <pc:sldMk cId="3253917228" sldId="1267"/>
            <ac:picMk id="5" creationId="{92FCD4D4-ECCC-23C7-43D0-DF1931B7161F}"/>
          </ac:picMkLst>
        </pc:picChg>
        <pc:picChg chg="add mod ord modCrop">
          <ac:chgData name="정지윤" userId="02c42eeb-3573-4fe0-87af-c4a597b73e9f" providerId="ADAL" clId="{9FBACC46-319B-4421-86B7-F535C5B48135}" dt="2023-11-01T01:51:34.907" v="5358" actId="167"/>
          <ac:picMkLst>
            <pc:docMk/>
            <pc:sldMk cId="3253917228" sldId="1267"/>
            <ac:picMk id="8" creationId="{CF3F7E23-8FCD-893C-206E-13A08B3A258F}"/>
          </ac:picMkLst>
        </pc:picChg>
        <pc:cxnChg chg="mod">
          <ac:chgData name="정지윤" userId="02c42eeb-3573-4fe0-87af-c4a597b73e9f" providerId="ADAL" clId="{9FBACC46-319B-4421-86B7-F535C5B48135}" dt="2023-11-01T01:51:42.265" v="5361" actId="1076"/>
          <ac:cxnSpMkLst>
            <pc:docMk/>
            <pc:sldMk cId="3253917228" sldId="1267"/>
            <ac:cxnSpMk id="4" creationId="{445AAD6B-76B0-687C-9875-C138E969C392}"/>
          </ac:cxnSpMkLst>
        </pc:cxnChg>
      </pc:sldChg>
      <pc:sldChg chg="modSp add mod">
        <pc:chgData name="정지윤" userId="02c42eeb-3573-4fe0-87af-c4a597b73e9f" providerId="ADAL" clId="{9FBACC46-319B-4421-86B7-F535C5B48135}" dt="2023-11-01T01:53:29.548" v="5662" actId="5793"/>
        <pc:sldMkLst>
          <pc:docMk/>
          <pc:sldMk cId="2890604414" sldId="1268"/>
        </pc:sldMkLst>
        <pc:spChg chg="mod">
          <ac:chgData name="정지윤" userId="02c42eeb-3573-4fe0-87af-c4a597b73e9f" providerId="ADAL" clId="{9FBACC46-319B-4421-86B7-F535C5B48135}" dt="2023-11-01T01:53:29.548" v="5662" actId="5793"/>
          <ac:spMkLst>
            <pc:docMk/>
            <pc:sldMk cId="2890604414" sldId="1268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1T01:35:37.055" v="4771" actId="20577"/>
          <ac:graphicFrameMkLst>
            <pc:docMk/>
            <pc:sldMk cId="2890604414" sldId="1268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1T01:46:31.323" v="5200" actId="20577"/>
        <pc:sldMkLst>
          <pc:docMk/>
          <pc:sldMk cId="2712149510" sldId="1269"/>
        </pc:sldMkLst>
        <pc:spChg chg="mod ord">
          <ac:chgData name="정지윤" userId="02c42eeb-3573-4fe0-87af-c4a597b73e9f" providerId="ADAL" clId="{9FBACC46-319B-4421-86B7-F535C5B48135}" dt="2023-11-01T01:43:01.792" v="5141" actId="164"/>
          <ac:spMkLst>
            <pc:docMk/>
            <pc:sldMk cId="2712149510" sldId="1269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1:46:31.323" v="5200" actId="20577"/>
          <ac:spMkLst>
            <pc:docMk/>
            <pc:sldMk cId="2712149510" sldId="1269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1:42:55.256" v="5139" actId="164"/>
          <ac:spMkLst>
            <pc:docMk/>
            <pc:sldMk cId="2712149510" sldId="1269"/>
            <ac:spMk id="14" creationId="{4ACEDF0B-A4D6-6EA7-5D26-3EBDA2D9171D}"/>
          </ac:spMkLst>
        </pc:spChg>
        <pc:spChg chg="add del mod">
          <ac:chgData name="정지윤" userId="02c42eeb-3573-4fe0-87af-c4a597b73e9f" providerId="ADAL" clId="{9FBACC46-319B-4421-86B7-F535C5B48135}" dt="2023-11-01T01:42:24.825" v="5125" actId="478"/>
          <ac:spMkLst>
            <pc:docMk/>
            <pc:sldMk cId="2712149510" sldId="1269"/>
            <ac:spMk id="15" creationId="{E0C740DB-CDC3-54F8-1FDB-1730523A1A20}"/>
          </ac:spMkLst>
        </pc:spChg>
        <pc:spChg chg="add mod">
          <ac:chgData name="정지윤" userId="02c42eeb-3573-4fe0-87af-c4a597b73e9f" providerId="ADAL" clId="{9FBACC46-319B-4421-86B7-F535C5B48135}" dt="2023-11-01T01:43:11.385" v="5146" actId="1076"/>
          <ac:spMkLst>
            <pc:docMk/>
            <pc:sldMk cId="2712149510" sldId="1269"/>
            <ac:spMk id="18" creationId="{AA4CB3E6-0629-966A-BE22-2FE56FE257A0}"/>
          </ac:spMkLst>
        </pc:spChg>
        <pc:spChg chg="add mod">
          <ac:chgData name="정지윤" userId="02c42eeb-3573-4fe0-87af-c4a597b73e9f" providerId="ADAL" clId="{9FBACC46-319B-4421-86B7-F535C5B48135}" dt="2023-11-01T01:44:02.442" v="5175"/>
          <ac:spMkLst>
            <pc:docMk/>
            <pc:sldMk cId="2712149510" sldId="1269"/>
            <ac:spMk id="24" creationId="{C2C0BDB5-B99E-3FF8-2193-D0D732F7C7C8}"/>
          </ac:spMkLst>
        </pc:spChg>
        <pc:spChg chg="add mod">
          <ac:chgData name="정지윤" userId="02c42eeb-3573-4fe0-87af-c4a597b73e9f" providerId="ADAL" clId="{9FBACC46-319B-4421-86B7-F535C5B48135}" dt="2023-11-01T01:44:43.834" v="5181" actId="164"/>
          <ac:spMkLst>
            <pc:docMk/>
            <pc:sldMk cId="2712149510" sldId="1269"/>
            <ac:spMk id="25" creationId="{3F5EA4BE-2C06-545E-A79E-D053FA08EA8D}"/>
          </ac:spMkLst>
        </pc:spChg>
        <pc:grpChg chg="add mod">
          <ac:chgData name="정지윤" userId="02c42eeb-3573-4fe0-87af-c4a597b73e9f" providerId="ADAL" clId="{9FBACC46-319B-4421-86B7-F535C5B48135}" dt="2023-11-01T01:43:18.690" v="5147" actId="164"/>
          <ac:grpSpMkLst>
            <pc:docMk/>
            <pc:sldMk cId="2712149510" sldId="1269"/>
            <ac:grpSpMk id="19" creationId="{A0F493AC-B7D2-61B3-6020-9BDBC85A5EE1}"/>
          </ac:grpSpMkLst>
        </pc:grpChg>
        <pc:grpChg chg="add mod">
          <ac:chgData name="정지윤" userId="02c42eeb-3573-4fe0-87af-c4a597b73e9f" providerId="ADAL" clId="{9FBACC46-319B-4421-86B7-F535C5B48135}" dt="2023-11-01T01:43:20.512" v="5148" actId="164"/>
          <ac:grpSpMkLst>
            <pc:docMk/>
            <pc:sldMk cId="2712149510" sldId="1269"/>
            <ac:grpSpMk id="20" creationId="{8536B782-41E8-14FF-E496-D0C1B08714ED}"/>
          </ac:grpSpMkLst>
        </pc:grpChg>
        <pc:grpChg chg="add mod">
          <ac:chgData name="정지윤" userId="02c42eeb-3573-4fe0-87af-c4a597b73e9f" providerId="ADAL" clId="{9FBACC46-319B-4421-86B7-F535C5B48135}" dt="2023-11-01T01:43:39.849" v="5154" actId="1076"/>
          <ac:grpSpMkLst>
            <pc:docMk/>
            <pc:sldMk cId="2712149510" sldId="1269"/>
            <ac:grpSpMk id="21" creationId="{E1F3EA88-47AF-86AF-3737-D5E2940F228E}"/>
          </ac:grpSpMkLst>
        </pc:grpChg>
        <pc:grpChg chg="add mod">
          <ac:chgData name="정지윤" userId="02c42eeb-3573-4fe0-87af-c4a597b73e9f" providerId="ADAL" clId="{9FBACC46-319B-4421-86B7-F535C5B48135}" dt="2023-11-01T01:43:39.849" v="5154" actId="1076"/>
          <ac:grpSpMkLst>
            <pc:docMk/>
            <pc:sldMk cId="2712149510" sldId="1269"/>
            <ac:grpSpMk id="22" creationId="{E286847C-88D6-7C7F-8FBF-3184C7838820}"/>
          </ac:grpSpMkLst>
        </pc:grpChg>
        <pc:grpChg chg="add mod">
          <ac:chgData name="정지윤" userId="02c42eeb-3573-4fe0-87af-c4a597b73e9f" providerId="ADAL" clId="{9FBACC46-319B-4421-86B7-F535C5B48135}" dt="2023-11-01T01:44:43.834" v="5181" actId="164"/>
          <ac:grpSpMkLst>
            <pc:docMk/>
            <pc:sldMk cId="2712149510" sldId="1269"/>
            <ac:grpSpMk id="26" creationId="{D1104EEC-412C-6CAA-CFFF-AE396B79C4AD}"/>
          </ac:grpSpMkLst>
        </pc:grpChg>
        <pc:graphicFrameChg chg="mod modGraphic">
          <ac:chgData name="정지윤" userId="02c42eeb-3573-4fe0-87af-c4a597b73e9f" providerId="ADAL" clId="{9FBACC46-319B-4421-86B7-F535C5B48135}" dt="2023-11-01T01:40:21.415" v="5020" actId="6549"/>
          <ac:graphicFrameMkLst>
            <pc:docMk/>
            <pc:sldMk cId="2712149510" sldId="1269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1T01:43:01.792" v="5141" actId="164"/>
          <ac:picMkLst>
            <pc:docMk/>
            <pc:sldMk cId="2712149510" sldId="1269"/>
            <ac:picMk id="8" creationId="{D684233C-19F8-DB34-7594-05E5E7B0236C}"/>
          </ac:picMkLst>
        </pc:picChg>
        <pc:picChg chg="del">
          <ac:chgData name="정지윤" userId="02c42eeb-3573-4fe0-87af-c4a597b73e9f" providerId="ADAL" clId="{9FBACC46-319B-4421-86B7-F535C5B48135}" dt="2023-11-01T01:38:27.231" v="4910" actId="478"/>
          <ac:picMkLst>
            <pc:docMk/>
            <pc:sldMk cId="2712149510" sldId="1269"/>
            <ac:picMk id="9" creationId="{F633BEAF-9D3C-82D3-F05E-7FAACD8C3158}"/>
          </ac:picMkLst>
        </pc:picChg>
        <pc:picChg chg="add mod modCrop">
          <ac:chgData name="정지윤" userId="02c42eeb-3573-4fe0-87af-c4a597b73e9f" providerId="ADAL" clId="{9FBACC46-319B-4421-86B7-F535C5B48135}" dt="2023-11-01T01:42:55.256" v="5139" actId="164"/>
          <ac:picMkLst>
            <pc:docMk/>
            <pc:sldMk cId="2712149510" sldId="1269"/>
            <ac:picMk id="11" creationId="{073D60BF-4162-E7A7-8432-091BBAEF2351}"/>
          </ac:picMkLst>
        </pc:picChg>
        <pc:picChg chg="add del mod ord modCrop">
          <ac:chgData name="정지윤" userId="02c42eeb-3573-4fe0-87af-c4a597b73e9f" providerId="ADAL" clId="{9FBACC46-319B-4421-86B7-F535C5B48135}" dt="2023-11-01T01:42:24.825" v="5125" actId="478"/>
          <ac:picMkLst>
            <pc:docMk/>
            <pc:sldMk cId="2712149510" sldId="1269"/>
            <ac:picMk id="13" creationId="{0C966EAA-E2F8-A183-03CB-7698702BF35C}"/>
          </ac:picMkLst>
        </pc:picChg>
        <pc:picChg chg="add mod modCrop">
          <ac:chgData name="정지윤" userId="02c42eeb-3573-4fe0-87af-c4a597b73e9f" providerId="ADAL" clId="{9FBACC46-319B-4421-86B7-F535C5B48135}" dt="2023-11-01T01:44:43.834" v="5181" actId="164"/>
          <ac:picMkLst>
            <pc:docMk/>
            <pc:sldMk cId="2712149510" sldId="1269"/>
            <ac:picMk id="23" creationId="{A243A646-1F6C-0159-BB75-53070697C0E1}"/>
          </ac:picMkLst>
        </pc:picChg>
        <pc:cxnChg chg="del mod">
          <ac:chgData name="정지윤" userId="02c42eeb-3573-4fe0-87af-c4a597b73e9f" providerId="ADAL" clId="{9FBACC46-319B-4421-86B7-F535C5B48135}" dt="2023-11-01T01:42:24.825" v="5125" actId="478"/>
          <ac:cxnSpMkLst>
            <pc:docMk/>
            <pc:sldMk cId="2712149510" sldId="1269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1:43:18.690" v="5147" actId="164"/>
          <ac:cxnSpMkLst>
            <pc:docMk/>
            <pc:sldMk cId="2712149510" sldId="1269"/>
            <ac:cxnSpMk id="16" creationId="{7A8E9E8C-EEA5-F8E5-40B7-D03635489CEC}"/>
          </ac:cxnSpMkLst>
        </pc:cxnChg>
        <pc:cxnChg chg="add mod">
          <ac:chgData name="정지윤" userId="02c42eeb-3573-4fe0-87af-c4a597b73e9f" providerId="ADAL" clId="{9FBACC46-319B-4421-86B7-F535C5B48135}" dt="2023-11-01T01:43:20.512" v="5148" actId="164"/>
          <ac:cxnSpMkLst>
            <pc:docMk/>
            <pc:sldMk cId="2712149510" sldId="1269"/>
            <ac:cxnSpMk id="17" creationId="{F66FBC8A-A6FE-0531-F59C-97293162881E}"/>
          </ac:cxnSpMkLst>
        </pc:cxnChg>
      </pc:sldChg>
      <pc:sldChg chg="modSp add mod">
        <pc:chgData name="정지윤" userId="02c42eeb-3573-4fe0-87af-c4a597b73e9f" providerId="ADAL" clId="{9FBACC46-319B-4421-86B7-F535C5B48135}" dt="2023-11-01T01:50:15.865" v="5322" actId="5793"/>
        <pc:sldMkLst>
          <pc:docMk/>
          <pc:sldMk cId="2738274887" sldId="1270"/>
        </pc:sldMkLst>
        <pc:spChg chg="mod">
          <ac:chgData name="정지윤" userId="02c42eeb-3573-4fe0-87af-c4a597b73e9f" providerId="ADAL" clId="{9FBACC46-319B-4421-86B7-F535C5B48135}" dt="2023-11-01T01:50:15.865" v="5322" actId="5793"/>
          <ac:spMkLst>
            <pc:docMk/>
            <pc:sldMk cId="2738274887" sldId="1270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1T01:47:32.658" v="5218"/>
          <ac:graphicFrameMkLst>
            <pc:docMk/>
            <pc:sldMk cId="2738274887" sldId="1270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1T01:49:53.550" v="5320" actId="20577"/>
        <pc:sldMkLst>
          <pc:docMk/>
          <pc:sldMk cId="2281295991" sldId="1271"/>
        </pc:sldMkLst>
        <pc:spChg chg="mod">
          <ac:chgData name="정지윤" userId="02c42eeb-3573-4fe0-87af-c4a597b73e9f" providerId="ADAL" clId="{9FBACC46-319B-4421-86B7-F535C5B48135}" dt="2023-11-01T01:48:58.361" v="5250" actId="14100"/>
          <ac:spMkLst>
            <pc:docMk/>
            <pc:sldMk cId="2281295991" sldId="1271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1:49:53.550" v="5320" actId="20577"/>
          <ac:spMkLst>
            <pc:docMk/>
            <pc:sldMk cId="2281295991" sldId="127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1:49:00.556" v="5251" actId="571"/>
          <ac:spMkLst>
            <pc:docMk/>
            <pc:sldMk cId="2281295991" sldId="1271"/>
            <ac:spMk id="8" creationId="{0BDB9462-5B23-73DF-D599-5DEA976830D9}"/>
          </ac:spMkLst>
        </pc:spChg>
        <pc:spChg chg="add mod">
          <ac:chgData name="정지윤" userId="02c42eeb-3573-4fe0-87af-c4a597b73e9f" providerId="ADAL" clId="{9FBACC46-319B-4421-86B7-F535C5B48135}" dt="2023-11-01T01:49:03.981" v="5252" actId="571"/>
          <ac:spMkLst>
            <pc:docMk/>
            <pc:sldMk cId="2281295991" sldId="1271"/>
            <ac:spMk id="9" creationId="{FA0C01EA-DB01-7FD0-2AAD-085A08D0B411}"/>
          </ac:spMkLst>
        </pc:spChg>
        <pc:graphicFrameChg chg="mod modGraphic">
          <ac:chgData name="정지윤" userId="02c42eeb-3573-4fe0-87af-c4a597b73e9f" providerId="ADAL" clId="{9FBACC46-319B-4421-86B7-F535C5B48135}" dt="2023-11-01T01:48:19.558" v="5235" actId="20577"/>
          <ac:graphicFrameMkLst>
            <pc:docMk/>
            <pc:sldMk cId="2281295991" sldId="1271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1:48:50.399" v="5246" actId="167"/>
          <ac:picMkLst>
            <pc:docMk/>
            <pc:sldMk cId="2281295991" sldId="1271"/>
            <ac:picMk id="5" creationId="{6DC7E785-659C-1E05-DBE5-490ED68177F1}"/>
          </ac:picMkLst>
        </pc:picChg>
        <pc:picChg chg="del">
          <ac:chgData name="정지윤" userId="02c42eeb-3573-4fe0-87af-c4a597b73e9f" providerId="ADAL" clId="{9FBACC46-319B-4421-86B7-F535C5B48135}" dt="2023-11-01T01:48:51.435" v="5247" actId="478"/>
          <ac:picMkLst>
            <pc:docMk/>
            <pc:sldMk cId="2281295991" sldId="1271"/>
            <ac:picMk id="11" creationId="{BC392BAB-839B-3469-EC8D-CF196DC80381}"/>
          </ac:picMkLst>
        </pc:picChg>
        <pc:cxnChg chg="mod">
          <ac:chgData name="정지윤" userId="02c42eeb-3573-4fe0-87af-c4a597b73e9f" providerId="ADAL" clId="{9FBACC46-319B-4421-86B7-F535C5B48135}" dt="2023-11-01T01:49:06.201" v="5253" actId="1076"/>
          <ac:cxnSpMkLst>
            <pc:docMk/>
            <pc:sldMk cId="2281295991" sldId="1271"/>
            <ac:cxnSpMk id="13" creationId="{57F519F1-CD0E-3266-3850-80E5FAA80F53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1T04:03:33.953" v="5929" actId="1076"/>
        <pc:sldMkLst>
          <pc:docMk/>
          <pc:sldMk cId="1485434445" sldId="1272"/>
        </pc:sldMkLst>
        <pc:spChg chg="mod">
          <ac:chgData name="정지윤" userId="02c42eeb-3573-4fe0-87af-c4a597b73e9f" providerId="ADAL" clId="{9FBACC46-319B-4421-86B7-F535C5B48135}" dt="2023-11-01T04:03:32.201" v="5928" actId="14100"/>
          <ac:spMkLst>
            <pc:docMk/>
            <pc:sldMk cId="1485434445" sldId="1272"/>
            <ac:spMk id="13" creationId="{0D3A752A-5591-55DA-6FDF-89A4E52150FC}"/>
          </ac:spMkLst>
        </pc:spChg>
        <pc:graphicFrameChg chg="mod modGraphic">
          <ac:chgData name="정지윤" userId="02c42eeb-3573-4fe0-87af-c4a597b73e9f" providerId="ADAL" clId="{9FBACC46-319B-4421-86B7-F535C5B48135}" dt="2023-11-01T01:57:14.040" v="5721"/>
          <ac:graphicFrameMkLst>
            <pc:docMk/>
            <pc:sldMk cId="1485434445" sldId="1272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4:03:25.305" v="5926" actId="478"/>
          <ac:picMkLst>
            <pc:docMk/>
            <pc:sldMk cId="1485434445" sldId="1272"/>
            <ac:picMk id="5" creationId="{DB0F628E-ACA9-E1FC-8C73-B29B1B51D898}"/>
          </ac:picMkLst>
        </pc:picChg>
        <pc:picChg chg="add mod ord modCrop">
          <ac:chgData name="정지윤" userId="02c42eeb-3573-4fe0-87af-c4a597b73e9f" providerId="ADAL" clId="{9FBACC46-319B-4421-86B7-F535C5B48135}" dt="2023-11-01T04:03:24.167" v="5925" actId="167"/>
          <ac:picMkLst>
            <pc:docMk/>
            <pc:sldMk cId="1485434445" sldId="1272"/>
            <ac:picMk id="8" creationId="{F9F6C48E-AFC4-C782-37EE-EB5E4B00AE59}"/>
          </ac:picMkLst>
        </pc:picChg>
        <pc:cxnChg chg="mod">
          <ac:chgData name="정지윤" userId="02c42eeb-3573-4fe0-87af-c4a597b73e9f" providerId="ADAL" clId="{9FBACC46-319B-4421-86B7-F535C5B48135}" dt="2023-11-01T04:03:33.953" v="5929" actId="1076"/>
          <ac:cxnSpMkLst>
            <pc:docMk/>
            <pc:sldMk cId="1485434445" sldId="1272"/>
            <ac:cxnSpMk id="4" creationId="{E74BBA47-047C-D2F6-848A-F83C179462E6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1T04:02:48.014" v="5917"/>
        <pc:sldMkLst>
          <pc:docMk/>
          <pc:sldMk cId="520318947" sldId="1273"/>
        </pc:sldMkLst>
        <pc:spChg chg="mod">
          <ac:chgData name="정지윤" userId="02c42eeb-3573-4fe0-87af-c4a597b73e9f" providerId="ADAL" clId="{9FBACC46-319B-4421-86B7-F535C5B48135}" dt="2023-11-01T04:02:39.959" v="5894" actId="20577"/>
          <ac:spMkLst>
            <pc:docMk/>
            <pc:sldMk cId="520318947" sldId="127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4:00:52.281" v="5836" actId="1076"/>
          <ac:spMkLst>
            <pc:docMk/>
            <pc:sldMk cId="520318947" sldId="1273"/>
            <ac:spMk id="9" creationId="{82932151-0386-5F49-8480-5996917FD854}"/>
          </ac:spMkLst>
        </pc:spChg>
        <pc:graphicFrameChg chg="mod modGraphic">
          <ac:chgData name="정지윤" userId="02c42eeb-3573-4fe0-87af-c4a597b73e9f" providerId="ADAL" clId="{9FBACC46-319B-4421-86B7-F535C5B48135}" dt="2023-11-01T04:02:48.014" v="5917"/>
          <ac:graphicFrameMkLst>
            <pc:docMk/>
            <pc:sldMk cId="520318947" sldId="127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4:00:45.954" v="5834" actId="167"/>
          <ac:picMkLst>
            <pc:docMk/>
            <pc:sldMk cId="520318947" sldId="1273"/>
            <ac:picMk id="6" creationId="{4CE5930A-E3D7-2A98-BA5C-9482F29787BD}"/>
          </ac:picMkLst>
        </pc:picChg>
        <pc:picChg chg="del">
          <ac:chgData name="정지윤" userId="02c42eeb-3573-4fe0-87af-c4a597b73e9f" providerId="ADAL" clId="{9FBACC46-319B-4421-86B7-F535C5B48135}" dt="2023-11-01T04:00:47.097" v="5835" actId="478"/>
          <ac:picMkLst>
            <pc:docMk/>
            <pc:sldMk cId="520318947" sldId="1273"/>
            <ac:picMk id="8" creationId="{522DB192-E46B-7366-0C88-C020D83490F0}"/>
          </ac:picMkLst>
        </pc:picChg>
        <pc:cxnChg chg="mod">
          <ac:chgData name="정지윤" userId="02c42eeb-3573-4fe0-87af-c4a597b73e9f" providerId="ADAL" clId="{9FBACC46-319B-4421-86B7-F535C5B48135}" dt="2023-11-01T04:00:59.105" v="5837" actId="1076"/>
          <ac:cxnSpMkLst>
            <pc:docMk/>
            <pc:sldMk cId="520318947" sldId="1273"/>
            <ac:cxnSpMk id="4" creationId="{053A19E1-6E6B-4F2B-C72D-8EE58F36A12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37:43.747" v="16441" actId="20577"/>
        <pc:sldMkLst>
          <pc:docMk/>
          <pc:sldMk cId="3568341532" sldId="1274"/>
        </pc:sldMkLst>
        <pc:spChg chg="mod">
          <ac:chgData name="정지윤" userId="02c42eeb-3573-4fe0-87af-c4a597b73e9f" providerId="ADAL" clId="{9FBACC46-319B-4421-86B7-F535C5B48135}" dt="2023-11-02T06:37:43.747" v="16441" actId="20577"/>
          <ac:spMkLst>
            <pc:docMk/>
            <pc:sldMk cId="3568341532" sldId="1274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2:22:05.485" v="5798" actId="478"/>
          <ac:spMkLst>
            <pc:docMk/>
            <pc:sldMk cId="3568341532" sldId="1274"/>
            <ac:spMk id="18" creationId="{7E4AD932-241A-B4CA-BC0D-D9D8C7C94CB2}"/>
          </ac:spMkLst>
        </pc:spChg>
        <pc:graphicFrameChg chg="mod modGraphic">
          <ac:chgData name="정지윤" userId="02c42eeb-3573-4fe0-87af-c4a597b73e9f" providerId="ADAL" clId="{9FBACC46-319B-4421-86B7-F535C5B48135}" dt="2023-11-01T02:23:50.777" v="5826" actId="20577"/>
          <ac:graphicFrameMkLst>
            <pc:docMk/>
            <pc:sldMk cId="3568341532" sldId="1274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2:22:01.485" v="5796" actId="167"/>
          <ac:picMkLst>
            <pc:docMk/>
            <pc:sldMk cId="3568341532" sldId="1274"/>
            <ac:picMk id="6" creationId="{1F006F61-2D35-3FC4-F837-C2AE6C61A326}"/>
          </ac:picMkLst>
        </pc:picChg>
        <pc:picChg chg="del">
          <ac:chgData name="정지윤" userId="02c42eeb-3573-4fe0-87af-c4a597b73e9f" providerId="ADAL" clId="{9FBACC46-319B-4421-86B7-F535C5B48135}" dt="2023-11-01T02:22:02.739" v="5797" actId="478"/>
          <ac:picMkLst>
            <pc:docMk/>
            <pc:sldMk cId="3568341532" sldId="1274"/>
            <ac:picMk id="8" creationId="{CF3F7E23-8FCD-893C-206E-13A08B3A258F}"/>
          </ac:picMkLst>
        </pc:picChg>
        <pc:cxnChg chg="del">
          <ac:chgData name="정지윤" userId="02c42eeb-3573-4fe0-87af-c4a597b73e9f" providerId="ADAL" clId="{9FBACC46-319B-4421-86B7-F535C5B48135}" dt="2023-11-01T02:22:05.485" v="5798" actId="478"/>
          <ac:cxnSpMkLst>
            <pc:docMk/>
            <pc:sldMk cId="3568341532" sldId="1274"/>
            <ac:cxnSpMk id="4" creationId="{445AAD6B-76B0-687C-9875-C138E969C39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39:06.035" v="7341" actId="6549"/>
        <pc:sldMkLst>
          <pc:docMk/>
          <pc:sldMk cId="2465085187" sldId="1275"/>
        </pc:sldMkLst>
        <pc:spChg chg="mod">
          <ac:chgData name="정지윤" userId="02c42eeb-3573-4fe0-87af-c4a597b73e9f" providerId="ADAL" clId="{9FBACC46-319B-4421-86B7-F535C5B48135}" dt="2023-11-01T04:04:51.361" v="5976" actId="14100"/>
          <ac:spMkLst>
            <pc:docMk/>
            <pc:sldMk cId="2465085187" sldId="1275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39:06.035" v="7341" actId="6549"/>
          <ac:spMkLst>
            <pc:docMk/>
            <pc:sldMk cId="2465085187" sldId="1275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04:53.180" v="5977" actId="571"/>
          <ac:spMkLst>
            <pc:docMk/>
            <pc:sldMk cId="2465085187" sldId="1275"/>
            <ac:spMk id="10" creationId="{96653A8C-0ECB-A10E-869C-B9FD7C249FEA}"/>
          </ac:spMkLst>
        </pc:spChg>
        <pc:spChg chg="add del mod">
          <ac:chgData name="정지윤" userId="02c42eeb-3573-4fe0-87af-c4a597b73e9f" providerId="ADAL" clId="{9FBACC46-319B-4421-86B7-F535C5B48135}" dt="2023-11-01T04:07:13.798" v="6249"/>
          <ac:spMkLst>
            <pc:docMk/>
            <pc:sldMk cId="2465085187" sldId="1275"/>
            <ac:spMk id="12" creationId="{8C027CA9-0F3D-943A-2BC0-71FC02B09091}"/>
          </ac:spMkLst>
        </pc:spChg>
        <pc:graphicFrameChg chg="mod modGraphic">
          <ac:chgData name="정지윤" userId="02c42eeb-3573-4fe0-87af-c4a597b73e9f" providerId="ADAL" clId="{9FBACC46-319B-4421-86B7-F535C5B48135}" dt="2023-11-01T04:38:49.119" v="7335" actId="20577"/>
          <ac:graphicFrameMkLst>
            <pc:docMk/>
            <pc:sldMk cId="2465085187" sldId="1275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4:04:43.109" v="5974" actId="478"/>
          <ac:picMkLst>
            <pc:docMk/>
            <pc:sldMk cId="2465085187" sldId="1275"/>
            <ac:picMk id="8" creationId="{E3FBDC47-E50A-05AD-D8B6-B6BEF5AC3D50}"/>
          </ac:picMkLst>
        </pc:picChg>
        <pc:picChg chg="add mod ord modCrop">
          <ac:chgData name="정지윤" userId="02c42eeb-3573-4fe0-87af-c4a597b73e9f" providerId="ADAL" clId="{9FBACC46-319B-4421-86B7-F535C5B48135}" dt="2023-11-01T04:04:42.063" v="5973" actId="167"/>
          <ac:picMkLst>
            <pc:docMk/>
            <pc:sldMk cId="2465085187" sldId="1275"/>
            <ac:picMk id="9" creationId="{21E0A21A-B077-AF9D-40FA-808D8D18A810}"/>
          </ac:picMkLst>
        </pc:picChg>
        <pc:cxnChg chg="mod">
          <ac:chgData name="정지윤" userId="02c42eeb-3573-4fe0-87af-c4a597b73e9f" providerId="ADAL" clId="{9FBACC46-319B-4421-86B7-F535C5B48135}" dt="2023-11-01T04:04:55.232" v="5978" actId="1076"/>
          <ac:cxnSpMkLst>
            <pc:docMk/>
            <pc:sldMk cId="2465085187" sldId="1275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4:04:57" v="5979" actId="571"/>
          <ac:cxnSpMkLst>
            <pc:docMk/>
            <pc:sldMk cId="2465085187" sldId="1275"/>
            <ac:cxnSpMk id="11" creationId="{17BA07AD-83BD-A7C5-0CBF-372A2986A174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16:26.250" v="6307" actId="20577"/>
        <pc:sldMkLst>
          <pc:docMk/>
          <pc:sldMk cId="3895168311" sldId="1276"/>
        </pc:sldMkLst>
        <pc:spChg chg="mod">
          <ac:chgData name="정지윤" userId="02c42eeb-3573-4fe0-87af-c4a597b73e9f" providerId="ADAL" clId="{9FBACC46-319B-4421-86B7-F535C5B48135}" dt="2023-11-01T04:08:59.832" v="6305" actId="14100"/>
          <ac:spMkLst>
            <pc:docMk/>
            <pc:sldMk cId="3895168311" sldId="1276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07:14.419" v="6250"/>
          <ac:spMkLst>
            <pc:docMk/>
            <pc:sldMk cId="3895168311" sldId="1276"/>
            <ac:spMk id="9" creationId="{0A059123-A385-4C08-82F9-A4139336C4E8}"/>
          </ac:spMkLst>
        </pc:spChg>
        <pc:spChg chg="add del">
          <ac:chgData name="정지윤" userId="02c42eeb-3573-4fe0-87af-c4a597b73e9f" providerId="ADAL" clId="{9FBACC46-319B-4421-86B7-F535C5B48135}" dt="2023-11-01T04:07:18.987" v="6252" actId="11529"/>
          <ac:spMkLst>
            <pc:docMk/>
            <pc:sldMk cId="3895168311" sldId="1276"/>
            <ac:spMk id="10" creationId="{2A339DD5-9DC3-DB87-2F39-3E9EA8317B0B}"/>
          </ac:spMkLst>
        </pc:spChg>
        <pc:spChg chg="add mod">
          <ac:chgData name="정지윤" userId="02c42eeb-3573-4fe0-87af-c4a597b73e9f" providerId="ADAL" clId="{9FBACC46-319B-4421-86B7-F535C5B48135}" dt="2023-11-01T04:07:30.176" v="6256" actId="14100"/>
          <ac:spMkLst>
            <pc:docMk/>
            <pc:sldMk cId="3895168311" sldId="1276"/>
            <ac:spMk id="11" creationId="{A60798FA-6D2D-CF4A-25E8-135786815D1F}"/>
          </ac:spMkLst>
        </pc:spChg>
        <pc:spChg chg="add mod">
          <ac:chgData name="정지윤" userId="02c42eeb-3573-4fe0-87af-c4a597b73e9f" providerId="ADAL" clId="{9FBACC46-319B-4421-86B7-F535C5B48135}" dt="2023-11-01T04:07:35.360" v="6258" actId="14100"/>
          <ac:spMkLst>
            <pc:docMk/>
            <pc:sldMk cId="3895168311" sldId="1276"/>
            <ac:spMk id="12" creationId="{1982B935-2257-4142-63A8-E4EA24C2A760}"/>
          </ac:spMkLst>
        </pc:spChg>
        <pc:spChg chg="del">
          <ac:chgData name="정지윤" userId="02c42eeb-3573-4fe0-87af-c4a597b73e9f" providerId="ADAL" clId="{9FBACC46-319B-4421-86B7-F535C5B48135}" dt="2023-11-01T04:07:02.699" v="6245" actId="478"/>
          <ac:spMkLst>
            <pc:docMk/>
            <pc:sldMk cId="3895168311" sldId="1276"/>
            <ac:spMk id="13" creationId="{0D3A752A-5591-55DA-6FDF-89A4E52150FC}"/>
          </ac:spMkLst>
        </pc:spChg>
        <pc:spChg chg="add mod">
          <ac:chgData name="정지윤" userId="02c42eeb-3573-4fe0-87af-c4a597b73e9f" providerId="ADAL" clId="{9FBACC46-319B-4421-86B7-F535C5B48135}" dt="2023-11-01T04:07:38.508" v="6259" actId="571"/>
          <ac:spMkLst>
            <pc:docMk/>
            <pc:sldMk cId="3895168311" sldId="1276"/>
            <ac:spMk id="14" creationId="{401B255D-EE33-7EDB-FD8D-29CF42CDF674}"/>
          </ac:spMkLst>
        </pc:spChg>
        <pc:spChg chg="add mod">
          <ac:chgData name="정지윤" userId="02c42eeb-3573-4fe0-87af-c4a597b73e9f" providerId="ADAL" clId="{9FBACC46-319B-4421-86B7-F535C5B48135}" dt="2023-11-01T04:08:06.671" v="6274" actId="164"/>
          <ac:spMkLst>
            <pc:docMk/>
            <pc:sldMk cId="3895168311" sldId="1276"/>
            <ac:spMk id="15" creationId="{A213B39B-98F8-3CB0-627E-842C6D69274F}"/>
          </ac:spMkLst>
        </pc:spChg>
        <pc:spChg chg="add mod">
          <ac:chgData name="정지윤" userId="02c42eeb-3573-4fe0-87af-c4a597b73e9f" providerId="ADAL" clId="{9FBACC46-319B-4421-86B7-F535C5B48135}" dt="2023-11-01T04:08:06.671" v="6274" actId="164"/>
          <ac:spMkLst>
            <pc:docMk/>
            <pc:sldMk cId="3895168311" sldId="1276"/>
            <ac:spMk id="16" creationId="{FAC1BF3D-E377-18DF-FC88-D3A33F0E3B32}"/>
          </ac:spMkLst>
        </pc:spChg>
        <pc:spChg chg="mod">
          <ac:chgData name="정지윤" userId="02c42eeb-3573-4fe0-87af-c4a597b73e9f" providerId="ADAL" clId="{9FBACC46-319B-4421-86B7-F535C5B48135}" dt="2023-11-01T04:08:09.896" v="6275" actId="571"/>
          <ac:spMkLst>
            <pc:docMk/>
            <pc:sldMk cId="3895168311" sldId="1276"/>
            <ac:spMk id="19" creationId="{EF293DD0-E431-C8BD-690B-C99CCB7BA2A4}"/>
          </ac:spMkLst>
        </pc:spChg>
        <pc:spChg chg="mod">
          <ac:chgData name="정지윤" userId="02c42eeb-3573-4fe0-87af-c4a597b73e9f" providerId="ADAL" clId="{9FBACC46-319B-4421-86B7-F535C5B48135}" dt="2023-11-01T04:08:16.873" v="6277" actId="20577"/>
          <ac:spMkLst>
            <pc:docMk/>
            <pc:sldMk cId="3895168311" sldId="1276"/>
            <ac:spMk id="20" creationId="{96DB18DC-0AB4-16A9-D1CA-470271FEA4A8}"/>
          </ac:spMkLst>
        </pc:spChg>
        <pc:spChg chg="mod">
          <ac:chgData name="정지윤" userId="02c42eeb-3573-4fe0-87af-c4a597b73e9f" providerId="ADAL" clId="{9FBACC46-319B-4421-86B7-F535C5B48135}" dt="2023-11-01T04:08:20.144" v="6278" actId="571"/>
          <ac:spMkLst>
            <pc:docMk/>
            <pc:sldMk cId="3895168311" sldId="1276"/>
            <ac:spMk id="22" creationId="{DD6E86A8-BB6D-36A8-519B-67B126B3455B}"/>
          </ac:spMkLst>
        </pc:spChg>
        <pc:spChg chg="mod">
          <ac:chgData name="정지윤" userId="02c42eeb-3573-4fe0-87af-c4a597b73e9f" providerId="ADAL" clId="{9FBACC46-319B-4421-86B7-F535C5B48135}" dt="2023-11-01T04:08:20.984" v="6279" actId="20577"/>
          <ac:spMkLst>
            <pc:docMk/>
            <pc:sldMk cId="3895168311" sldId="1276"/>
            <ac:spMk id="23" creationId="{9A7073D5-585E-A9CD-7DFF-21B980520F6D}"/>
          </ac:spMkLst>
        </pc:spChg>
        <pc:spChg chg="add mod">
          <ac:chgData name="정지윤" userId="02c42eeb-3573-4fe0-87af-c4a597b73e9f" providerId="ADAL" clId="{9FBACC46-319B-4421-86B7-F535C5B48135}" dt="2023-11-01T04:08:32.312" v="6295"/>
          <ac:spMkLst>
            <pc:docMk/>
            <pc:sldMk cId="3895168311" sldId="1276"/>
            <ac:spMk id="25" creationId="{98995EF9-BCF3-2F5A-5E14-96E8406D0CEA}"/>
          </ac:spMkLst>
        </pc:spChg>
        <pc:spChg chg="add mod">
          <ac:chgData name="정지윤" userId="02c42eeb-3573-4fe0-87af-c4a597b73e9f" providerId="ADAL" clId="{9FBACC46-319B-4421-86B7-F535C5B48135}" dt="2023-11-01T04:08:43.668" v="6298" actId="692"/>
          <ac:spMkLst>
            <pc:docMk/>
            <pc:sldMk cId="3895168311" sldId="1276"/>
            <ac:spMk id="26" creationId="{44C631FB-E79A-6A57-A8A3-A9000F00DFBD}"/>
          </ac:spMkLst>
        </pc:spChg>
        <pc:spChg chg="add mod">
          <ac:chgData name="정지윤" userId="02c42eeb-3573-4fe0-87af-c4a597b73e9f" providerId="ADAL" clId="{9FBACC46-319B-4421-86B7-F535C5B48135}" dt="2023-11-01T04:08:43.668" v="6298" actId="692"/>
          <ac:spMkLst>
            <pc:docMk/>
            <pc:sldMk cId="3895168311" sldId="1276"/>
            <ac:spMk id="27" creationId="{FA55829B-4601-AEE4-10ED-8B3C755AE451}"/>
          </ac:spMkLst>
        </pc:spChg>
        <pc:spChg chg="add mod">
          <ac:chgData name="정지윤" userId="02c42eeb-3573-4fe0-87af-c4a597b73e9f" providerId="ADAL" clId="{9FBACC46-319B-4421-86B7-F535C5B48135}" dt="2023-11-01T04:08:43.668" v="6298" actId="692"/>
          <ac:spMkLst>
            <pc:docMk/>
            <pc:sldMk cId="3895168311" sldId="1276"/>
            <ac:spMk id="28" creationId="{4B8ADE33-0233-538A-7B00-7AD1A8768159}"/>
          </ac:spMkLst>
        </pc:spChg>
        <pc:spChg chg="mod">
          <ac:chgData name="정지윤" userId="02c42eeb-3573-4fe0-87af-c4a597b73e9f" providerId="ADAL" clId="{9FBACC46-319B-4421-86B7-F535C5B48135}" dt="2023-11-01T04:08:54.932" v="6304" actId="207"/>
          <ac:spMkLst>
            <pc:docMk/>
            <pc:sldMk cId="3895168311" sldId="1276"/>
            <ac:spMk id="30" creationId="{B00FA49A-03D7-3D1F-ACE2-BD1027CB7891}"/>
          </ac:spMkLst>
        </pc:spChg>
        <pc:spChg chg="mod">
          <ac:chgData name="정지윤" userId="02c42eeb-3573-4fe0-87af-c4a597b73e9f" providerId="ADAL" clId="{9FBACC46-319B-4421-86B7-F535C5B48135}" dt="2023-11-01T04:08:27.874" v="6280" actId="571"/>
          <ac:spMkLst>
            <pc:docMk/>
            <pc:sldMk cId="3895168311" sldId="1276"/>
            <ac:spMk id="31" creationId="{C962AFE1-01F3-630F-7E5A-BC779B5C79BA}"/>
          </ac:spMkLst>
        </pc:spChg>
        <pc:spChg chg="mod">
          <ac:chgData name="정지윤" userId="02c42eeb-3573-4fe0-87af-c4a597b73e9f" providerId="ADAL" clId="{9FBACC46-319B-4421-86B7-F535C5B48135}" dt="2023-11-01T04:08:47.745" v="6299" actId="207"/>
          <ac:spMkLst>
            <pc:docMk/>
            <pc:sldMk cId="3895168311" sldId="1276"/>
            <ac:spMk id="33" creationId="{640D71C3-9044-1DFE-F899-495C74540BE5}"/>
          </ac:spMkLst>
        </pc:spChg>
        <pc:spChg chg="mod">
          <ac:chgData name="정지윤" userId="02c42eeb-3573-4fe0-87af-c4a597b73e9f" providerId="ADAL" clId="{9FBACC46-319B-4421-86B7-F535C5B48135}" dt="2023-11-01T04:08:33.827" v="6297" actId="20577"/>
          <ac:spMkLst>
            <pc:docMk/>
            <pc:sldMk cId="3895168311" sldId="1276"/>
            <ac:spMk id="34" creationId="{B8A68023-1DD1-59BF-18EF-783A037D5C4C}"/>
          </ac:spMkLst>
        </pc:spChg>
        <pc:spChg chg="mod">
          <ac:chgData name="정지윤" userId="02c42eeb-3573-4fe0-87af-c4a597b73e9f" providerId="ADAL" clId="{9FBACC46-319B-4421-86B7-F535C5B48135}" dt="2023-11-01T04:08:52.011" v="6303" actId="207"/>
          <ac:spMkLst>
            <pc:docMk/>
            <pc:sldMk cId="3895168311" sldId="1276"/>
            <ac:spMk id="36" creationId="{77D59BE7-A6BC-7659-6B99-4CA1C3E75CD6}"/>
          </ac:spMkLst>
        </pc:spChg>
        <pc:spChg chg="mod">
          <ac:chgData name="정지윤" userId="02c42eeb-3573-4fe0-87af-c4a597b73e9f" providerId="ADAL" clId="{9FBACC46-319B-4421-86B7-F535C5B48135}" dt="2023-11-01T04:08:49.178" v="6301"/>
          <ac:spMkLst>
            <pc:docMk/>
            <pc:sldMk cId="3895168311" sldId="1276"/>
            <ac:spMk id="37" creationId="{AAFCE023-4C46-AC57-E185-81BC83CE747C}"/>
          </ac:spMkLst>
        </pc:spChg>
        <pc:grpChg chg="add mod">
          <ac:chgData name="정지윤" userId="02c42eeb-3573-4fe0-87af-c4a597b73e9f" providerId="ADAL" clId="{9FBACC46-319B-4421-86B7-F535C5B48135}" dt="2023-11-01T04:08:06.671" v="6274" actId="164"/>
          <ac:grpSpMkLst>
            <pc:docMk/>
            <pc:sldMk cId="3895168311" sldId="1276"/>
            <ac:grpSpMk id="17" creationId="{F57AD655-BB07-B74D-1599-3E21E64306EC}"/>
          </ac:grpSpMkLst>
        </pc:grpChg>
        <pc:grpChg chg="add mod">
          <ac:chgData name="정지윤" userId="02c42eeb-3573-4fe0-87af-c4a597b73e9f" providerId="ADAL" clId="{9FBACC46-319B-4421-86B7-F535C5B48135}" dt="2023-11-01T04:08:15.944" v="6276" actId="1076"/>
          <ac:grpSpMkLst>
            <pc:docMk/>
            <pc:sldMk cId="3895168311" sldId="1276"/>
            <ac:grpSpMk id="18" creationId="{F706AE04-44FB-61C4-2935-7F4DE0403D58}"/>
          </ac:grpSpMkLst>
        </pc:grpChg>
        <pc:grpChg chg="add mod">
          <ac:chgData name="정지윤" userId="02c42eeb-3573-4fe0-87af-c4a597b73e9f" providerId="ADAL" clId="{9FBACC46-319B-4421-86B7-F535C5B48135}" dt="2023-11-01T04:08:20.144" v="6278" actId="571"/>
          <ac:grpSpMkLst>
            <pc:docMk/>
            <pc:sldMk cId="3895168311" sldId="1276"/>
            <ac:grpSpMk id="21" creationId="{9B9D8C88-3A8E-B748-2D4F-917285769ABD}"/>
          </ac:grpSpMkLst>
        </pc:grpChg>
        <pc:grpChg chg="add mod">
          <ac:chgData name="정지윤" userId="02c42eeb-3573-4fe0-87af-c4a597b73e9f" providerId="ADAL" clId="{9FBACC46-319B-4421-86B7-F535C5B48135}" dt="2023-11-01T04:08:27.874" v="6280" actId="571"/>
          <ac:grpSpMkLst>
            <pc:docMk/>
            <pc:sldMk cId="3895168311" sldId="1276"/>
            <ac:grpSpMk id="29" creationId="{42F6BC02-1A9B-3FE7-020B-97EEFC348B4B}"/>
          </ac:grpSpMkLst>
        </pc:grpChg>
        <pc:grpChg chg="add mod">
          <ac:chgData name="정지윤" userId="02c42eeb-3573-4fe0-87af-c4a597b73e9f" providerId="ADAL" clId="{9FBACC46-319B-4421-86B7-F535C5B48135}" dt="2023-11-01T04:08:27.874" v="6280" actId="571"/>
          <ac:grpSpMkLst>
            <pc:docMk/>
            <pc:sldMk cId="3895168311" sldId="1276"/>
            <ac:grpSpMk id="32" creationId="{6FB23059-3F2E-78A2-C6A9-933BB5C2749C}"/>
          </ac:grpSpMkLst>
        </pc:grpChg>
        <pc:grpChg chg="add mod">
          <ac:chgData name="정지윤" userId="02c42eeb-3573-4fe0-87af-c4a597b73e9f" providerId="ADAL" clId="{9FBACC46-319B-4421-86B7-F535C5B48135}" dt="2023-11-01T04:08:49.178" v="6301"/>
          <ac:grpSpMkLst>
            <pc:docMk/>
            <pc:sldMk cId="3895168311" sldId="1276"/>
            <ac:grpSpMk id="35" creationId="{013271BA-5034-6E1B-7AF5-9274BE8CF6D4}"/>
          </ac:grpSpMkLst>
        </pc:grpChg>
        <pc:graphicFrameChg chg="modGraphic">
          <ac:chgData name="정지윤" userId="02c42eeb-3573-4fe0-87af-c4a597b73e9f" providerId="ADAL" clId="{9FBACC46-319B-4421-86B7-F535C5B48135}" dt="2023-11-01T04:16:26.250" v="6307" actId="20577"/>
          <ac:graphicFrameMkLst>
            <pc:docMk/>
            <pc:sldMk cId="3895168311" sldId="1276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1T04:07:08.280" v="6247" actId="1076"/>
          <ac:picMkLst>
            <pc:docMk/>
            <pc:sldMk cId="3895168311" sldId="1276"/>
            <ac:picMk id="6" creationId="{800A1BAB-0F6A-3248-7F46-92F22922429A}"/>
          </ac:picMkLst>
        </pc:picChg>
        <pc:picChg chg="del">
          <ac:chgData name="정지윤" userId="02c42eeb-3573-4fe0-87af-c4a597b73e9f" providerId="ADAL" clId="{9FBACC46-319B-4421-86B7-F535C5B48135}" dt="2023-11-01T04:07:02.699" v="6245" actId="478"/>
          <ac:picMkLst>
            <pc:docMk/>
            <pc:sldMk cId="3895168311" sldId="1276"/>
            <ac:picMk id="8" creationId="{F9F6C48E-AFC4-C782-37EE-EB5E4B00AE59}"/>
          </ac:picMkLst>
        </pc:picChg>
        <pc:picChg chg="add mod">
          <ac:chgData name="정지윤" userId="02c42eeb-3573-4fe0-87af-c4a597b73e9f" providerId="ADAL" clId="{9FBACC46-319B-4421-86B7-F535C5B48135}" dt="2023-11-01T04:08:27.874" v="6280" actId="571"/>
          <ac:picMkLst>
            <pc:docMk/>
            <pc:sldMk cId="3895168311" sldId="1276"/>
            <ac:picMk id="24" creationId="{38F414FD-A114-CDA0-120D-28224B7E01E7}"/>
          </ac:picMkLst>
        </pc:picChg>
        <pc:cxnChg chg="del">
          <ac:chgData name="정지윤" userId="02c42eeb-3573-4fe0-87af-c4a597b73e9f" providerId="ADAL" clId="{9FBACC46-319B-4421-86B7-F535C5B48135}" dt="2023-11-01T04:07:02.699" v="6245" actId="478"/>
          <ac:cxnSpMkLst>
            <pc:docMk/>
            <pc:sldMk cId="3895168311" sldId="1276"/>
            <ac:cxnSpMk id="4" creationId="{E74BBA47-047C-D2F6-848A-F83C179462E6}"/>
          </ac:cxnSpMkLst>
        </pc:cxnChg>
      </pc:sldChg>
      <pc:sldChg chg="add del">
        <pc:chgData name="정지윤" userId="02c42eeb-3573-4fe0-87af-c4a597b73e9f" providerId="ADAL" clId="{9FBACC46-319B-4421-86B7-F535C5B48135}" dt="2023-11-01T04:16:44.545" v="6310" actId="47"/>
        <pc:sldMkLst>
          <pc:docMk/>
          <pc:sldMk cId="2837109636" sldId="1277"/>
        </pc:sldMkLst>
      </pc:sldChg>
      <pc:sldChg chg="addSp delSp modSp add mod">
        <pc:chgData name="정지윤" userId="02c42eeb-3573-4fe0-87af-c4a597b73e9f" providerId="ADAL" clId="{9FBACC46-319B-4421-86B7-F535C5B48135}" dt="2023-11-01T04:22:42.144" v="6429" actId="13926"/>
        <pc:sldMkLst>
          <pc:docMk/>
          <pc:sldMk cId="2552596326" sldId="1278"/>
        </pc:sldMkLst>
        <pc:spChg chg="mod">
          <ac:chgData name="정지윤" userId="02c42eeb-3573-4fe0-87af-c4a597b73e9f" providerId="ADAL" clId="{9FBACC46-319B-4421-86B7-F535C5B48135}" dt="2023-11-01T04:21:46.942" v="6335" actId="14100"/>
          <ac:spMkLst>
            <pc:docMk/>
            <pc:sldMk cId="2552596326" sldId="1278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22:42.144" v="6429" actId="13926"/>
          <ac:spMkLst>
            <pc:docMk/>
            <pc:sldMk cId="2552596326" sldId="1278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4:19:54.167" v="6322" actId="478"/>
          <ac:spMkLst>
            <pc:docMk/>
            <pc:sldMk cId="2552596326" sldId="1278"/>
            <ac:spMk id="10" creationId="{96653A8C-0ECB-A10E-869C-B9FD7C249FEA}"/>
          </ac:spMkLst>
        </pc:spChg>
        <pc:picChg chg="add del mod ord modCrop">
          <ac:chgData name="정지윤" userId="02c42eeb-3573-4fe0-87af-c4a597b73e9f" providerId="ADAL" clId="{9FBACC46-319B-4421-86B7-F535C5B48135}" dt="2023-11-01T04:21:39.088" v="6332" actId="478"/>
          <ac:picMkLst>
            <pc:docMk/>
            <pc:sldMk cId="2552596326" sldId="1278"/>
            <ac:picMk id="8" creationId="{B5780359-A19B-0D57-DE17-374689C805D5}"/>
          </ac:picMkLst>
        </pc:picChg>
        <pc:picChg chg="del">
          <ac:chgData name="정지윤" userId="02c42eeb-3573-4fe0-87af-c4a597b73e9f" providerId="ADAL" clId="{9FBACC46-319B-4421-86B7-F535C5B48135}" dt="2023-11-01T04:19:48.190" v="6319" actId="478"/>
          <ac:picMkLst>
            <pc:docMk/>
            <pc:sldMk cId="2552596326" sldId="1278"/>
            <ac:picMk id="9" creationId="{21E0A21A-B077-AF9D-40FA-808D8D18A810}"/>
          </ac:picMkLst>
        </pc:picChg>
        <pc:picChg chg="add mod ord modCrop">
          <ac:chgData name="정지윤" userId="02c42eeb-3573-4fe0-87af-c4a597b73e9f" providerId="ADAL" clId="{9FBACC46-319B-4421-86B7-F535C5B48135}" dt="2023-11-01T04:21:37.990" v="6331" actId="167"/>
          <ac:picMkLst>
            <pc:docMk/>
            <pc:sldMk cId="2552596326" sldId="1278"/>
            <ac:picMk id="13" creationId="{0F985513-84CC-A344-2EFC-0DC20BF65D16}"/>
          </ac:picMkLst>
        </pc:picChg>
        <pc:cxnChg chg="mod">
          <ac:chgData name="정지윤" userId="02c42eeb-3573-4fe0-87af-c4a597b73e9f" providerId="ADAL" clId="{9FBACC46-319B-4421-86B7-F535C5B48135}" dt="2023-11-01T04:21:48.870" v="6336" actId="1076"/>
          <ac:cxnSpMkLst>
            <pc:docMk/>
            <pc:sldMk cId="2552596326" sldId="1278"/>
            <ac:cxnSpMk id="4" creationId="{BAD265E0-6064-B537-75F7-319A344A8E86}"/>
          </ac:cxnSpMkLst>
        </pc:cxnChg>
        <pc:cxnChg chg="del">
          <ac:chgData name="정지윤" userId="02c42eeb-3573-4fe0-87af-c4a597b73e9f" providerId="ADAL" clId="{9FBACC46-319B-4421-86B7-F535C5B48135}" dt="2023-11-01T04:19:54.167" v="6322" actId="478"/>
          <ac:cxnSpMkLst>
            <pc:docMk/>
            <pc:sldMk cId="2552596326" sldId="1278"/>
            <ac:cxnSpMk id="11" creationId="{17BA07AD-83BD-A7C5-0CBF-372A2986A174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24:39.669" v="6542" actId="20577"/>
        <pc:sldMkLst>
          <pc:docMk/>
          <pc:sldMk cId="2650630402" sldId="1279"/>
        </pc:sldMkLst>
        <pc:spChg chg="mod">
          <ac:chgData name="정지윤" userId="02c42eeb-3573-4fe0-87af-c4a597b73e9f" providerId="ADAL" clId="{9FBACC46-319B-4421-86B7-F535C5B48135}" dt="2023-11-01T04:23:37.198" v="6476" actId="14100"/>
          <ac:spMkLst>
            <pc:docMk/>
            <pc:sldMk cId="2650630402" sldId="1279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24:39.669" v="6542" actId="20577"/>
          <ac:spMkLst>
            <pc:docMk/>
            <pc:sldMk cId="2650630402" sldId="1279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1T04:23:10.199" v="6462"/>
          <ac:graphicFrameMkLst>
            <pc:docMk/>
            <pc:sldMk cId="2650630402" sldId="1279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4:23:30.686" v="6473" actId="167"/>
          <ac:picMkLst>
            <pc:docMk/>
            <pc:sldMk cId="2650630402" sldId="1279"/>
            <ac:picMk id="8" creationId="{73192B0E-8917-3695-028E-0982294995A1}"/>
          </ac:picMkLst>
        </pc:picChg>
        <pc:picChg chg="del">
          <ac:chgData name="정지윤" userId="02c42eeb-3573-4fe0-87af-c4a597b73e9f" providerId="ADAL" clId="{9FBACC46-319B-4421-86B7-F535C5B48135}" dt="2023-11-01T04:23:31.711" v="6474" actId="478"/>
          <ac:picMkLst>
            <pc:docMk/>
            <pc:sldMk cId="2650630402" sldId="1279"/>
            <ac:picMk id="13" creationId="{0F985513-84CC-A344-2EFC-0DC20BF65D16}"/>
          </ac:picMkLst>
        </pc:picChg>
        <pc:cxnChg chg="mod">
          <ac:chgData name="정지윤" userId="02c42eeb-3573-4fe0-87af-c4a597b73e9f" providerId="ADAL" clId="{9FBACC46-319B-4421-86B7-F535C5B48135}" dt="2023-11-01T04:23:38.982" v="6477" actId="1076"/>
          <ac:cxnSpMkLst>
            <pc:docMk/>
            <pc:sldMk cId="2650630402" sldId="1279"/>
            <ac:cxnSpMk id="4" creationId="{BAD265E0-6064-B537-75F7-319A344A8E86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40:26.608" v="7365" actId="20577"/>
        <pc:sldMkLst>
          <pc:docMk/>
          <pc:sldMk cId="484620486" sldId="1280"/>
        </pc:sldMkLst>
        <pc:spChg chg="mod">
          <ac:chgData name="정지윤" userId="02c42eeb-3573-4fe0-87af-c4a597b73e9f" providerId="ADAL" clId="{9FBACC46-319B-4421-86B7-F535C5B48135}" dt="2023-11-01T04:33:02.093" v="6574" actId="14100"/>
          <ac:spMkLst>
            <pc:docMk/>
            <pc:sldMk cId="484620486" sldId="1280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35:58.533" v="7294" actId="20577"/>
          <ac:spMkLst>
            <pc:docMk/>
            <pc:sldMk cId="484620486" sldId="1280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35:48.895" v="7288"/>
          <ac:spMkLst>
            <pc:docMk/>
            <pc:sldMk cId="484620486" sldId="1280"/>
            <ac:spMk id="12" creationId="{3FBEBF3B-2A29-9DEE-53B9-FFBD51807A68}"/>
          </ac:spMkLst>
        </pc:spChg>
        <pc:spChg chg="add mod">
          <ac:chgData name="정지윤" userId="02c42eeb-3573-4fe0-87af-c4a597b73e9f" providerId="ADAL" clId="{9FBACC46-319B-4421-86B7-F535C5B48135}" dt="2023-11-01T04:36:13.813" v="7298" actId="1076"/>
          <ac:spMkLst>
            <pc:docMk/>
            <pc:sldMk cId="484620486" sldId="1280"/>
            <ac:spMk id="13" creationId="{365DB192-FDDE-2E6B-5F58-E6987E545154}"/>
          </ac:spMkLst>
        </pc:spChg>
        <pc:spChg chg="add mod">
          <ac:chgData name="정지윤" userId="02c42eeb-3573-4fe0-87af-c4a597b73e9f" providerId="ADAL" clId="{9FBACC46-319B-4421-86B7-F535C5B48135}" dt="2023-11-01T04:36:20.760" v="7299" actId="571"/>
          <ac:spMkLst>
            <pc:docMk/>
            <pc:sldMk cId="484620486" sldId="1280"/>
            <ac:spMk id="14" creationId="{2E36030F-C347-E30F-8C6F-75D02B9E044B}"/>
          </ac:spMkLst>
        </pc:spChg>
        <pc:graphicFrameChg chg="mod modGraphic">
          <ac:chgData name="정지윤" userId="02c42eeb-3573-4fe0-87af-c4a597b73e9f" providerId="ADAL" clId="{9FBACC46-319B-4421-86B7-F535C5B48135}" dt="2023-11-01T04:40:26.608" v="7365" actId="20577"/>
          <ac:graphicFrameMkLst>
            <pc:docMk/>
            <pc:sldMk cId="484620486" sldId="128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4:32:55.139" v="6572" actId="478"/>
          <ac:picMkLst>
            <pc:docMk/>
            <pc:sldMk cId="484620486" sldId="1280"/>
            <ac:picMk id="8" creationId="{73192B0E-8917-3695-028E-0982294995A1}"/>
          </ac:picMkLst>
        </pc:picChg>
        <pc:picChg chg="add mod ord modCrop">
          <ac:chgData name="정지윤" userId="02c42eeb-3573-4fe0-87af-c4a597b73e9f" providerId="ADAL" clId="{9FBACC46-319B-4421-86B7-F535C5B48135}" dt="2023-11-01T04:32:53.940" v="6571" actId="167"/>
          <ac:picMkLst>
            <pc:docMk/>
            <pc:sldMk cId="484620486" sldId="1280"/>
            <ac:picMk id="9" creationId="{BAD1D9E1-7EEB-4B23-3465-93E6B4D60F9E}"/>
          </ac:picMkLst>
        </pc:picChg>
        <pc:picChg chg="add mod modCrop">
          <ac:chgData name="정지윤" userId="02c42eeb-3573-4fe0-87af-c4a597b73e9f" providerId="ADAL" clId="{9FBACC46-319B-4421-86B7-F535C5B48135}" dt="2023-11-01T04:36:13.813" v="7298" actId="1076"/>
          <ac:picMkLst>
            <pc:docMk/>
            <pc:sldMk cId="484620486" sldId="1280"/>
            <ac:picMk id="11" creationId="{3787D749-6871-A226-C07E-AD00E74B4C9D}"/>
          </ac:picMkLst>
        </pc:picChg>
        <pc:cxnChg chg="mod">
          <ac:chgData name="정지윤" userId="02c42eeb-3573-4fe0-87af-c4a597b73e9f" providerId="ADAL" clId="{9FBACC46-319B-4421-86B7-F535C5B48135}" dt="2023-11-01T04:33:03.861" v="6575" actId="1076"/>
          <ac:cxnSpMkLst>
            <pc:docMk/>
            <pc:sldMk cId="484620486" sldId="1280"/>
            <ac:cxnSpMk id="4" creationId="{BAD265E0-6064-B537-75F7-319A344A8E86}"/>
          </ac:cxnSpMkLst>
        </pc:cxnChg>
        <pc:cxnChg chg="add del mod">
          <ac:chgData name="정지윤" userId="02c42eeb-3573-4fe0-87af-c4a597b73e9f" providerId="ADAL" clId="{9FBACC46-319B-4421-86B7-F535C5B48135}" dt="2023-11-01T04:36:26.103" v="7301" actId="478"/>
          <ac:cxnSpMkLst>
            <pc:docMk/>
            <pc:sldMk cId="484620486" sldId="1280"/>
            <ac:cxnSpMk id="15" creationId="{9A42876B-75EF-BD33-C317-6F30E7C75BC8}"/>
          </ac:cxnSpMkLst>
        </pc:cxnChg>
        <pc:cxnChg chg="add">
          <ac:chgData name="정지윤" userId="02c42eeb-3573-4fe0-87af-c4a597b73e9f" providerId="ADAL" clId="{9FBACC46-319B-4421-86B7-F535C5B48135}" dt="2023-11-01T04:36:30.384" v="7302" actId="11529"/>
          <ac:cxnSpMkLst>
            <pc:docMk/>
            <pc:sldMk cId="484620486" sldId="1280"/>
            <ac:cxnSpMk id="17" creationId="{67363AA6-0663-8940-5EFE-9683BE2CEDAF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1T04:39:15.546" v="7342"/>
        <pc:sldMkLst>
          <pc:docMk/>
          <pc:sldMk cId="2968431506" sldId="1281"/>
        </pc:sldMkLst>
        <pc:spChg chg="mod">
          <ac:chgData name="정지윤" userId="02c42eeb-3573-4fe0-87af-c4a597b73e9f" providerId="ADAL" clId="{9FBACC46-319B-4421-86B7-F535C5B48135}" dt="2023-11-01T04:36:58.140" v="7309" actId="1076"/>
          <ac:spMkLst>
            <pc:docMk/>
            <pc:sldMk cId="2968431506" sldId="1281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39:15.546" v="7342"/>
          <ac:spMkLst>
            <pc:docMk/>
            <pc:sldMk cId="2968431506" sldId="1281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4:36:36.754" v="7305" actId="478"/>
          <ac:spMkLst>
            <pc:docMk/>
            <pc:sldMk cId="2968431506" sldId="1281"/>
            <ac:spMk id="12" creationId="{3FBEBF3B-2A29-9DEE-53B9-FFBD51807A68}"/>
          </ac:spMkLst>
        </pc:spChg>
        <pc:spChg chg="del">
          <ac:chgData name="정지윤" userId="02c42eeb-3573-4fe0-87af-c4a597b73e9f" providerId="ADAL" clId="{9FBACC46-319B-4421-86B7-F535C5B48135}" dt="2023-11-01T04:36:35.780" v="7304" actId="478"/>
          <ac:spMkLst>
            <pc:docMk/>
            <pc:sldMk cId="2968431506" sldId="1281"/>
            <ac:spMk id="13" creationId="{365DB192-FDDE-2E6B-5F58-E6987E545154}"/>
          </ac:spMkLst>
        </pc:spChg>
        <pc:spChg chg="del">
          <ac:chgData name="정지윤" userId="02c42eeb-3573-4fe0-87af-c4a597b73e9f" providerId="ADAL" clId="{9FBACC46-319B-4421-86B7-F535C5B48135}" dt="2023-11-01T04:37:20.577" v="7320" actId="478"/>
          <ac:spMkLst>
            <pc:docMk/>
            <pc:sldMk cId="2968431506" sldId="1281"/>
            <ac:spMk id="14" creationId="{2E36030F-C347-E30F-8C6F-75D02B9E044B}"/>
          </ac:spMkLst>
        </pc:spChg>
        <pc:picChg chg="del mod modCrop">
          <ac:chgData name="정지윤" userId="02c42eeb-3573-4fe0-87af-c4a597b73e9f" providerId="ADAL" clId="{9FBACC46-319B-4421-86B7-F535C5B48135}" dt="2023-11-01T04:37:18.605" v="7319" actId="478"/>
          <ac:picMkLst>
            <pc:docMk/>
            <pc:sldMk cId="2968431506" sldId="1281"/>
            <ac:picMk id="9" creationId="{BAD1D9E1-7EEB-4B23-3465-93E6B4D60F9E}"/>
          </ac:picMkLst>
        </pc:picChg>
        <pc:picChg chg="add mod ord modCrop">
          <ac:chgData name="정지윤" userId="02c42eeb-3573-4fe0-87af-c4a597b73e9f" providerId="ADAL" clId="{9FBACC46-319B-4421-86B7-F535C5B48135}" dt="2023-11-01T04:37:17.707" v="7318" actId="167"/>
          <ac:picMkLst>
            <pc:docMk/>
            <pc:sldMk cId="2968431506" sldId="1281"/>
            <ac:picMk id="10" creationId="{D1386B62-E941-50A1-1A3A-C03C63FD8A26}"/>
          </ac:picMkLst>
        </pc:picChg>
        <pc:picChg chg="del">
          <ac:chgData name="정지윤" userId="02c42eeb-3573-4fe0-87af-c4a597b73e9f" providerId="ADAL" clId="{9FBACC46-319B-4421-86B7-F535C5B48135}" dt="2023-11-01T04:36:35.780" v="7304" actId="478"/>
          <ac:picMkLst>
            <pc:docMk/>
            <pc:sldMk cId="2968431506" sldId="1281"/>
            <ac:picMk id="11" creationId="{3787D749-6871-A226-C07E-AD00E74B4C9D}"/>
          </ac:picMkLst>
        </pc:picChg>
        <pc:cxnChg chg="mod">
          <ac:chgData name="정지윤" userId="02c42eeb-3573-4fe0-87af-c4a597b73e9f" providerId="ADAL" clId="{9FBACC46-319B-4421-86B7-F535C5B48135}" dt="2023-11-01T04:37:00.156" v="7310" actId="1076"/>
          <ac:cxnSpMkLst>
            <pc:docMk/>
            <pc:sldMk cId="2968431506" sldId="1281"/>
            <ac:cxnSpMk id="4" creationId="{BAD265E0-6064-B537-75F7-319A344A8E86}"/>
          </ac:cxnSpMkLst>
        </pc:cxnChg>
        <pc:cxnChg chg="del mod">
          <ac:chgData name="정지윤" userId="02c42eeb-3573-4fe0-87af-c4a597b73e9f" providerId="ADAL" clId="{9FBACC46-319B-4421-86B7-F535C5B48135}" dt="2023-11-01T04:36:42.266" v="7307" actId="478"/>
          <ac:cxnSpMkLst>
            <pc:docMk/>
            <pc:sldMk cId="2968431506" sldId="1281"/>
            <ac:cxnSpMk id="17" creationId="{67363AA6-0663-8940-5EFE-9683BE2CEDAF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50:45.803" v="8202" actId="20577"/>
        <pc:sldMkLst>
          <pc:docMk/>
          <pc:sldMk cId="361438128" sldId="1282"/>
        </pc:sldMkLst>
        <pc:spChg chg="del">
          <ac:chgData name="정지윤" userId="02c42eeb-3573-4fe0-87af-c4a597b73e9f" providerId="ADAL" clId="{9FBACC46-319B-4421-86B7-F535C5B48135}" dt="2023-11-01T04:40:00.504" v="7362" actId="478"/>
          <ac:spMkLst>
            <pc:docMk/>
            <pc:sldMk cId="361438128" sldId="1282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50:45.803" v="8202" actId="20577"/>
          <ac:spMkLst>
            <pc:docMk/>
            <pc:sldMk cId="361438128" sldId="1282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40:00.758" v="7363"/>
          <ac:spMkLst>
            <pc:docMk/>
            <pc:sldMk cId="361438128" sldId="1282"/>
            <ac:spMk id="8" creationId="{1B12B7CC-6C27-6D60-9701-EF1128C4FB0A}"/>
          </ac:spMkLst>
        </pc:spChg>
        <pc:picChg chg="add mod">
          <ac:chgData name="정지윤" userId="02c42eeb-3573-4fe0-87af-c4a597b73e9f" providerId="ADAL" clId="{9FBACC46-319B-4421-86B7-F535C5B48135}" dt="2023-11-01T04:40:00.758" v="7363"/>
          <ac:picMkLst>
            <pc:docMk/>
            <pc:sldMk cId="361438128" sldId="1282"/>
            <ac:picMk id="5" creationId="{754F5F73-E609-3528-1569-50700807DE36}"/>
          </ac:picMkLst>
        </pc:picChg>
        <pc:picChg chg="del">
          <ac:chgData name="정지윤" userId="02c42eeb-3573-4fe0-87af-c4a597b73e9f" providerId="ADAL" clId="{9FBACC46-319B-4421-86B7-F535C5B48135}" dt="2023-11-01T04:40:00.504" v="7362" actId="478"/>
          <ac:picMkLst>
            <pc:docMk/>
            <pc:sldMk cId="361438128" sldId="1282"/>
            <ac:picMk id="10" creationId="{D1386B62-E941-50A1-1A3A-C03C63FD8A26}"/>
          </ac:picMkLst>
        </pc:picChg>
        <pc:cxnChg chg="del">
          <ac:chgData name="정지윤" userId="02c42eeb-3573-4fe0-87af-c4a597b73e9f" providerId="ADAL" clId="{9FBACC46-319B-4421-86B7-F535C5B48135}" dt="2023-11-01T04:40:00.504" v="7362" actId="478"/>
          <ac:cxnSpMkLst>
            <pc:docMk/>
            <pc:sldMk cId="361438128" sldId="1282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4:40:04.785" v="7364"/>
          <ac:cxnSpMkLst>
            <pc:docMk/>
            <pc:sldMk cId="361438128" sldId="1282"/>
            <ac:cxnSpMk id="9" creationId="{2BF24AFB-B449-A747-4F97-1D5C961FF0B3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44:11.023" v="7803" actId="20577"/>
        <pc:sldMkLst>
          <pc:docMk/>
          <pc:sldMk cId="2900440599" sldId="1283"/>
        </pc:sldMkLst>
        <pc:spChg chg="del">
          <ac:chgData name="정지윤" userId="02c42eeb-3573-4fe0-87af-c4a597b73e9f" providerId="ADAL" clId="{9FBACC46-319B-4421-86B7-F535C5B48135}" dt="2023-11-01T04:41:35.492" v="7378" actId="478"/>
          <ac:spMkLst>
            <pc:docMk/>
            <pc:sldMk cId="2900440599" sldId="1283"/>
            <ac:spMk id="6" creationId="{F666CC41-84A8-1B9A-EDA4-6E6ED88AA2BF}"/>
          </ac:spMkLst>
        </pc:spChg>
        <pc:spChg chg="mod">
          <ac:chgData name="정지윤" userId="02c42eeb-3573-4fe0-87af-c4a597b73e9f" providerId="ADAL" clId="{9FBACC46-319B-4421-86B7-F535C5B48135}" dt="2023-11-01T04:44:11.023" v="7803" actId="20577"/>
          <ac:spMkLst>
            <pc:docMk/>
            <pc:sldMk cId="2900440599" sldId="1283"/>
            <ac:spMk id="7" creationId="{0C81DD60-D84B-4D3C-8F3E-7D0E22E11300}"/>
          </ac:spMkLst>
        </pc:spChg>
        <pc:spChg chg="add del mod">
          <ac:chgData name="정지윤" userId="02c42eeb-3573-4fe0-87af-c4a597b73e9f" providerId="ADAL" clId="{9FBACC46-319B-4421-86B7-F535C5B48135}" dt="2023-11-01T04:42:33.039" v="7640" actId="478"/>
          <ac:spMkLst>
            <pc:docMk/>
            <pc:sldMk cId="2900440599" sldId="1283"/>
            <ac:spMk id="10" creationId="{FC9ECEA6-5097-13A6-A1B1-F68B73FFCFFC}"/>
          </ac:spMkLst>
        </pc:spChg>
        <pc:spChg chg="del">
          <ac:chgData name="정지윤" userId="02c42eeb-3573-4fe0-87af-c4a597b73e9f" providerId="ADAL" clId="{9FBACC46-319B-4421-86B7-F535C5B48135}" dt="2023-11-01T04:41:00.180" v="7367" actId="478"/>
          <ac:spMkLst>
            <pc:docMk/>
            <pc:sldMk cId="2900440599" sldId="1283"/>
            <ac:spMk id="12" creationId="{3FBEBF3B-2A29-9DEE-53B9-FFBD51807A68}"/>
          </ac:spMkLst>
        </pc:spChg>
        <pc:spChg chg="del">
          <ac:chgData name="정지윤" userId="02c42eeb-3573-4fe0-87af-c4a597b73e9f" providerId="ADAL" clId="{9FBACC46-319B-4421-86B7-F535C5B48135}" dt="2023-11-01T04:41:00.180" v="7367" actId="478"/>
          <ac:spMkLst>
            <pc:docMk/>
            <pc:sldMk cId="2900440599" sldId="1283"/>
            <ac:spMk id="13" creationId="{365DB192-FDDE-2E6B-5F58-E6987E545154}"/>
          </ac:spMkLst>
        </pc:spChg>
        <pc:graphicFrameChg chg="modGraphic">
          <ac:chgData name="정지윤" userId="02c42eeb-3573-4fe0-87af-c4a597b73e9f" providerId="ADAL" clId="{9FBACC46-319B-4421-86B7-F535C5B48135}" dt="2023-11-01T04:43:12.706" v="7701" actId="20577"/>
          <ac:graphicFrameMkLst>
            <pc:docMk/>
            <pc:sldMk cId="2900440599" sldId="128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4:41:32.836" v="7376" actId="167"/>
          <ac:picMkLst>
            <pc:docMk/>
            <pc:sldMk cId="2900440599" sldId="1283"/>
            <ac:picMk id="8" creationId="{A04FBC3D-B1DC-F413-FAC7-E3B86636AD04}"/>
          </ac:picMkLst>
        </pc:picChg>
        <pc:picChg chg="del mod">
          <ac:chgData name="정지윤" userId="02c42eeb-3573-4fe0-87af-c4a597b73e9f" providerId="ADAL" clId="{9FBACC46-319B-4421-86B7-F535C5B48135}" dt="2023-11-01T04:41:34.011" v="7377" actId="478"/>
          <ac:picMkLst>
            <pc:docMk/>
            <pc:sldMk cId="2900440599" sldId="1283"/>
            <ac:picMk id="9" creationId="{BAD1D9E1-7EEB-4B23-3465-93E6B4D60F9E}"/>
          </ac:picMkLst>
        </pc:picChg>
        <pc:picChg chg="del">
          <ac:chgData name="정지윤" userId="02c42eeb-3573-4fe0-87af-c4a597b73e9f" providerId="ADAL" clId="{9FBACC46-319B-4421-86B7-F535C5B48135}" dt="2023-11-01T04:41:00.180" v="7367" actId="478"/>
          <ac:picMkLst>
            <pc:docMk/>
            <pc:sldMk cId="2900440599" sldId="1283"/>
            <ac:picMk id="11" creationId="{3787D749-6871-A226-C07E-AD00E74B4C9D}"/>
          </ac:picMkLst>
        </pc:picChg>
        <pc:cxnChg chg="mod">
          <ac:chgData name="정지윤" userId="02c42eeb-3573-4fe0-87af-c4a597b73e9f" providerId="ADAL" clId="{9FBACC46-319B-4421-86B7-F535C5B48135}" dt="2023-11-01T04:41:38.540" v="7379" actId="1076"/>
          <ac:cxnSpMkLst>
            <pc:docMk/>
            <pc:sldMk cId="2900440599" sldId="1283"/>
            <ac:cxnSpMk id="4" creationId="{BAD265E0-6064-B537-75F7-319A344A8E86}"/>
          </ac:cxnSpMkLst>
        </pc:cxnChg>
        <pc:cxnChg chg="del mod">
          <ac:chgData name="정지윤" userId="02c42eeb-3573-4fe0-87af-c4a597b73e9f" providerId="ADAL" clId="{9FBACC46-319B-4421-86B7-F535C5B48135}" dt="2023-11-01T04:41:39.849" v="7380" actId="478"/>
          <ac:cxnSpMkLst>
            <pc:docMk/>
            <pc:sldMk cId="2900440599" sldId="1283"/>
            <ac:cxnSpMk id="17" creationId="{67363AA6-0663-8940-5EFE-9683BE2CEDAF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48:11.873" v="8172" actId="20577"/>
        <pc:sldMkLst>
          <pc:docMk/>
          <pc:sldMk cId="597245971" sldId="1284"/>
        </pc:sldMkLst>
        <pc:spChg chg="mod">
          <ac:chgData name="정지윤" userId="02c42eeb-3573-4fe0-87af-c4a597b73e9f" providerId="ADAL" clId="{9FBACC46-319B-4421-86B7-F535C5B48135}" dt="2023-11-01T04:47:05.259" v="8131" actId="14100"/>
          <ac:spMkLst>
            <pc:docMk/>
            <pc:sldMk cId="597245971" sldId="1284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47:17.815" v="8135" actId="571"/>
          <ac:spMkLst>
            <pc:docMk/>
            <pc:sldMk cId="597245971" sldId="1284"/>
            <ac:spMk id="11" creationId="{A0557EDB-793E-E0E5-C2EB-DD1047C28306}"/>
          </ac:spMkLst>
        </pc:spChg>
        <pc:spChg chg="mod ord">
          <ac:chgData name="정지윤" userId="02c42eeb-3573-4fe0-87af-c4a597b73e9f" providerId="ADAL" clId="{9FBACC46-319B-4421-86B7-F535C5B48135}" dt="2023-11-01T04:47:13.867" v="8134" actId="14100"/>
          <ac:spMkLst>
            <pc:docMk/>
            <pc:sldMk cId="597245971" sldId="1284"/>
            <ac:spMk id="14" creationId="{2E36030F-C347-E30F-8C6F-75D02B9E044B}"/>
          </ac:spMkLst>
        </pc:spChg>
        <pc:spChg chg="add mod">
          <ac:chgData name="정지윤" userId="02c42eeb-3573-4fe0-87af-c4a597b73e9f" providerId="ADAL" clId="{9FBACC46-319B-4421-86B7-F535C5B48135}" dt="2023-11-01T04:47:30.884" v="8150" actId="1076"/>
          <ac:spMkLst>
            <pc:docMk/>
            <pc:sldMk cId="597245971" sldId="1284"/>
            <ac:spMk id="15" creationId="{6596BF9B-FA45-7845-8272-C7BAC29E5931}"/>
          </ac:spMkLst>
        </pc:spChg>
        <pc:spChg chg="add mod">
          <ac:chgData name="정지윤" userId="02c42eeb-3573-4fe0-87af-c4a597b73e9f" providerId="ADAL" clId="{9FBACC46-319B-4421-86B7-F535C5B48135}" dt="2023-11-01T04:47:52.674" v="8169" actId="208"/>
          <ac:spMkLst>
            <pc:docMk/>
            <pc:sldMk cId="597245971" sldId="1284"/>
            <ac:spMk id="18" creationId="{EBFC3AED-4039-3CEA-480F-0D022541744E}"/>
          </ac:spMkLst>
        </pc:spChg>
        <pc:spChg chg="add mod">
          <ac:chgData name="정지윤" userId="02c42eeb-3573-4fe0-87af-c4a597b73e9f" providerId="ADAL" clId="{9FBACC46-319B-4421-86B7-F535C5B48135}" dt="2023-11-01T04:47:52.674" v="8169" actId="208"/>
          <ac:spMkLst>
            <pc:docMk/>
            <pc:sldMk cId="597245971" sldId="1284"/>
            <ac:spMk id="19" creationId="{5CB97610-9BF8-7674-A7F7-C5E1BC99BA26}"/>
          </ac:spMkLst>
        </pc:spChg>
        <pc:spChg chg="add mod">
          <ac:chgData name="정지윤" userId="02c42eeb-3573-4fe0-87af-c4a597b73e9f" providerId="ADAL" clId="{9FBACC46-319B-4421-86B7-F535C5B48135}" dt="2023-11-01T04:47:40.284" v="8166"/>
          <ac:spMkLst>
            <pc:docMk/>
            <pc:sldMk cId="597245971" sldId="1284"/>
            <ac:spMk id="21" creationId="{FBE2DBD5-EF47-3539-0559-183B110B7A55}"/>
          </ac:spMkLst>
        </pc:spChg>
        <pc:graphicFrameChg chg="modGraphic">
          <ac:chgData name="정지윤" userId="02c42eeb-3573-4fe0-87af-c4a597b73e9f" providerId="ADAL" clId="{9FBACC46-319B-4421-86B7-F535C5B48135}" dt="2023-11-01T04:48:11.873" v="8172" actId="20577"/>
          <ac:graphicFrameMkLst>
            <pc:docMk/>
            <pc:sldMk cId="597245971" sldId="1284"/>
            <ac:graphicFrameMk id="3" creationId="{EB5E6BEF-7528-22F3-81D3-C88DBE43847E}"/>
          </ac:graphicFrameMkLst>
        </pc:graphicFrameChg>
        <pc:picChg chg="add del">
          <ac:chgData name="정지윤" userId="02c42eeb-3573-4fe0-87af-c4a597b73e9f" providerId="ADAL" clId="{9FBACC46-319B-4421-86B7-F535C5B48135}" dt="2023-11-01T04:46:18.030" v="8115" actId="478"/>
          <ac:picMkLst>
            <pc:docMk/>
            <pc:sldMk cId="597245971" sldId="1284"/>
            <ac:picMk id="6" creationId="{AEEB799A-FAAD-E29B-8C60-7216DED3B931}"/>
          </ac:picMkLst>
        </pc:picChg>
        <pc:picChg chg="del mod">
          <ac:chgData name="정지윤" userId="02c42eeb-3573-4fe0-87af-c4a597b73e9f" providerId="ADAL" clId="{9FBACC46-319B-4421-86B7-F535C5B48135}" dt="2023-11-01T04:46:41.579" v="8122" actId="478"/>
          <ac:picMkLst>
            <pc:docMk/>
            <pc:sldMk cId="597245971" sldId="1284"/>
            <ac:picMk id="8" creationId="{A04FBC3D-B1DC-F413-FAC7-E3B86636AD04}"/>
          </ac:picMkLst>
        </pc:picChg>
        <pc:picChg chg="add mod modCrop">
          <ac:chgData name="정지윤" userId="02c42eeb-3573-4fe0-87af-c4a597b73e9f" providerId="ADAL" clId="{9FBACC46-319B-4421-86B7-F535C5B48135}" dt="2023-11-01T04:46:58.067" v="8129" actId="1076"/>
          <ac:picMkLst>
            <pc:docMk/>
            <pc:sldMk cId="597245971" sldId="1284"/>
            <ac:picMk id="9" creationId="{611D1275-F86E-9B81-9A94-D4B01C5D9933}"/>
          </ac:picMkLst>
        </pc:picChg>
        <pc:picChg chg="add mod modCrop">
          <ac:chgData name="정지윤" userId="02c42eeb-3573-4fe0-87af-c4a597b73e9f" providerId="ADAL" clId="{9FBACC46-319B-4421-86B7-F535C5B48135}" dt="2023-11-01T04:46:56.724" v="8128" actId="1076"/>
          <ac:picMkLst>
            <pc:docMk/>
            <pc:sldMk cId="597245971" sldId="1284"/>
            <ac:picMk id="10" creationId="{69E003A3-DD1D-8B81-6C50-857DA6121617}"/>
          </ac:picMkLst>
        </pc:picChg>
        <pc:picChg chg="add mod">
          <ac:chgData name="정지윤" userId="02c42eeb-3573-4fe0-87af-c4a597b73e9f" providerId="ADAL" clId="{9FBACC46-319B-4421-86B7-F535C5B48135}" dt="2023-11-01T04:47:36.628" v="8151" actId="571"/>
          <ac:picMkLst>
            <pc:docMk/>
            <pc:sldMk cId="597245971" sldId="1284"/>
            <ac:picMk id="16" creationId="{48BD92E5-6FDA-B126-8CF9-0AAC43059633}"/>
          </ac:picMkLst>
        </pc:picChg>
        <pc:picChg chg="add mod">
          <ac:chgData name="정지윤" userId="02c42eeb-3573-4fe0-87af-c4a597b73e9f" providerId="ADAL" clId="{9FBACC46-319B-4421-86B7-F535C5B48135}" dt="2023-11-01T04:47:36.628" v="8151" actId="571"/>
          <ac:picMkLst>
            <pc:docMk/>
            <pc:sldMk cId="597245971" sldId="1284"/>
            <ac:picMk id="17" creationId="{20B8FC91-E39C-3D85-834E-24568A813143}"/>
          </ac:picMkLst>
        </pc:picChg>
        <pc:cxnChg chg="del">
          <ac:chgData name="정지윤" userId="02c42eeb-3573-4fe0-87af-c4a597b73e9f" providerId="ADAL" clId="{9FBACC46-319B-4421-86B7-F535C5B48135}" dt="2023-11-01T04:47:22.716" v="8137" actId="478"/>
          <ac:cxnSpMkLst>
            <pc:docMk/>
            <pc:sldMk cId="597245971" sldId="1284"/>
            <ac:cxnSpMk id="4" creationId="{BAD265E0-6064-B537-75F7-319A344A8E86}"/>
          </ac:cxnSpMkLst>
        </pc:cxnChg>
        <pc:cxnChg chg="add">
          <ac:chgData name="정지윤" userId="02c42eeb-3573-4fe0-87af-c4a597b73e9f" providerId="ADAL" clId="{9FBACC46-319B-4421-86B7-F535C5B48135}" dt="2023-11-01T04:47:21.547" v="8136" actId="11529"/>
          <ac:cxnSpMkLst>
            <pc:docMk/>
            <pc:sldMk cId="597245971" sldId="1284"/>
            <ac:cxnSpMk id="13" creationId="{91AD52D2-506A-1863-7B6C-D6011DAF11C8}"/>
          </ac:cxnSpMkLst>
        </pc:cxnChg>
        <pc:cxnChg chg="add mod">
          <ac:chgData name="정지윤" userId="02c42eeb-3573-4fe0-87af-c4a597b73e9f" providerId="ADAL" clId="{9FBACC46-319B-4421-86B7-F535C5B48135}" dt="2023-11-01T04:47:52.674" v="8169" actId="208"/>
          <ac:cxnSpMkLst>
            <pc:docMk/>
            <pc:sldMk cId="597245971" sldId="1284"/>
            <ac:cxnSpMk id="20" creationId="{EED40B48-D14A-6B53-B3CE-0F0AA73241EC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4:59:16.132" v="8477"/>
        <pc:sldMkLst>
          <pc:docMk/>
          <pc:sldMk cId="2463839136" sldId="1285"/>
        </pc:sldMkLst>
        <pc:spChg chg="mod">
          <ac:chgData name="정지윤" userId="02c42eeb-3573-4fe0-87af-c4a597b73e9f" providerId="ADAL" clId="{9FBACC46-319B-4421-86B7-F535C5B48135}" dt="2023-11-01T04:59:16.132" v="8477"/>
          <ac:spMkLst>
            <pc:docMk/>
            <pc:sldMk cId="2463839136" sldId="1285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4:57:06.732" v="8416"/>
          <ac:spMkLst>
            <pc:docMk/>
            <pc:sldMk cId="2463839136" sldId="1285"/>
            <ac:spMk id="9" creationId="{2B36FCD3-3A89-BF28-DED6-7FBE3BA16485}"/>
          </ac:spMkLst>
        </pc:spChg>
        <pc:spChg chg="add mod">
          <ac:chgData name="정지윤" userId="02c42eeb-3573-4fe0-87af-c4a597b73e9f" providerId="ADAL" clId="{9FBACC46-319B-4421-86B7-F535C5B48135}" dt="2023-11-01T04:58:03.890" v="8441" actId="14100"/>
          <ac:spMkLst>
            <pc:docMk/>
            <pc:sldMk cId="2463839136" sldId="1285"/>
            <ac:spMk id="13" creationId="{11D8C093-DAA7-B8E9-094B-84C91AC228A9}"/>
          </ac:spMkLst>
        </pc:spChg>
        <pc:spChg chg="del">
          <ac:chgData name="정지윤" userId="02c42eeb-3573-4fe0-87af-c4a597b73e9f" providerId="ADAL" clId="{9FBACC46-319B-4421-86B7-F535C5B48135}" dt="2023-11-01T04:57:01.174" v="8414" actId="478"/>
          <ac:spMkLst>
            <pc:docMk/>
            <pc:sldMk cId="2463839136" sldId="1285"/>
            <ac:spMk id="14" creationId="{2E36030F-C347-E30F-8C6F-75D02B9E044B}"/>
          </ac:spMkLst>
        </pc:spChg>
        <pc:spChg chg="add mod">
          <ac:chgData name="정지윤" userId="02c42eeb-3573-4fe0-87af-c4a597b73e9f" providerId="ADAL" clId="{9FBACC46-319B-4421-86B7-F535C5B48135}" dt="2023-11-01T04:58:36.458" v="8447" actId="14100"/>
          <ac:spMkLst>
            <pc:docMk/>
            <pc:sldMk cId="2463839136" sldId="1285"/>
            <ac:spMk id="15" creationId="{9427905F-5BA0-FD4D-07CE-5CDAFB18AF67}"/>
          </ac:spMkLst>
        </pc:spChg>
        <pc:spChg chg="add mod">
          <ac:chgData name="정지윤" userId="02c42eeb-3573-4fe0-87af-c4a597b73e9f" providerId="ADAL" clId="{9FBACC46-319B-4421-86B7-F535C5B48135}" dt="2023-11-01T04:58:45.618" v="8468"/>
          <ac:spMkLst>
            <pc:docMk/>
            <pc:sldMk cId="2463839136" sldId="1285"/>
            <ac:spMk id="20" creationId="{D4F3F2D4-4B50-ABC0-0E63-9D5735A3D28F}"/>
          </ac:spMkLst>
        </pc:spChg>
        <pc:spChg chg="add mod">
          <ac:chgData name="정지윤" userId="02c42eeb-3573-4fe0-87af-c4a597b73e9f" providerId="ADAL" clId="{9FBACC46-319B-4421-86B7-F535C5B48135}" dt="2023-11-01T04:58:52.173" v="8471" actId="692"/>
          <ac:spMkLst>
            <pc:docMk/>
            <pc:sldMk cId="2463839136" sldId="1285"/>
            <ac:spMk id="22" creationId="{0AE702FB-3B1C-B993-CCBE-62926F7236A0}"/>
          </ac:spMkLst>
        </pc:spChg>
        <pc:spChg chg="add mod">
          <ac:chgData name="정지윤" userId="02c42eeb-3573-4fe0-87af-c4a597b73e9f" providerId="ADAL" clId="{9FBACC46-319B-4421-86B7-F535C5B48135}" dt="2023-11-01T04:58:49.114" v="8470" actId="14100"/>
          <ac:spMkLst>
            <pc:docMk/>
            <pc:sldMk cId="2463839136" sldId="1285"/>
            <ac:spMk id="23" creationId="{464C0CAE-44C0-13BE-4357-A5C01D1BDCE5}"/>
          </ac:spMkLst>
        </pc:spChg>
        <pc:graphicFrameChg chg="mod modGraphic">
          <ac:chgData name="정지윤" userId="02c42eeb-3573-4fe0-87af-c4a597b73e9f" providerId="ADAL" clId="{9FBACC46-319B-4421-86B7-F535C5B48135}" dt="2023-11-01T04:59:03.963" v="8473" actId="20577"/>
          <ac:graphicFrameMkLst>
            <pc:docMk/>
            <pc:sldMk cId="2463839136" sldId="128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4:57:35.569" v="8429" actId="167"/>
          <ac:picMkLst>
            <pc:docMk/>
            <pc:sldMk cId="2463839136" sldId="1285"/>
            <ac:picMk id="6" creationId="{963E4A5E-7B11-FE8A-8739-DFDBF6936261}"/>
          </ac:picMkLst>
        </pc:picChg>
        <pc:picChg chg="del">
          <ac:chgData name="정지윤" userId="02c42eeb-3573-4fe0-87af-c4a597b73e9f" providerId="ADAL" clId="{9FBACC46-319B-4421-86B7-F535C5B48135}" dt="2023-11-01T04:57:01.174" v="8414" actId="478"/>
          <ac:picMkLst>
            <pc:docMk/>
            <pc:sldMk cId="2463839136" sldId="1285"/>
            <ac:picMk id="8" creationId="{A04FBC3D-B1DC-F413-FAC7-E3B86636AD04}"/>
          </ac:picMkLst>
        </pc:picChg>
        <pc:picChg chg="add del mod">
          <ac:chgData name="정지윤" userId="02c42eeb-3573-4fe0-87af-c4a597b73e9f" providerId="ADAL" clId="{9FBACC46-319B-4421-86B7-F535C5B48135}" dt="2023-11-01T04:57:36.647" v="8430" actId="478"/>
          <ac:picMkLst>
            <pc:docMk/>
            <pc:sldMk cId="2463839136" sldId="1285"/>
            <ac:picMk id="10" creationId="{CF10D651-0E4B-7793-3C1C-671F2C1D841B}"/>
          </ac:picMkLst>
        </pc:picChg>
        <pc:picChg chg="add mod modCrop">
          <ac:chgData name="정지윤" userId="02c42eeb-3573-4fe0-87af-c4a597b73e9f" providerId="ADAL" clId="{9FBACC46-319B-4421-86B7-F535C5B48135}" dt="2023-11-01T04:57:50.882" v="8437" actId="732"/>
          <ac:picMkLst>
            <pc:docMk/>
            <pc:sldMk cId="2463839136" sldId="1285"/>
            <ac:picMk id="12" creationId="{F0FACB87-16B7-F0F4-485C-C906BF75BD4C}"/>
          </ac:picMkLst>
        </pc:picChg>
        <pc:picChg chg="add mod">
          <ac:chgData name="정지윤" userId="02c42eeb-3573-4fe0-87af-c4a597b73e9f" providerId="ADAL" clId="{9FBACC46-319B-4421-86B7-F535C5B48135}" dt="2023-11-01T04:58:39.899" v="8448" actId="571"/>
          <ac:picMkLst>
            <pc:docMk/>
            <pc:sldMk cId="2463839136" sldId="1285"/>
            <ac:picMk id="19" creationId="{207AA7FA-5A9C-FB8B-8DC2-9DF1E64071EC}"/>
          </ac:picMkLst>
        </pc:picChg>
        <pc:picChg chg="add mod">
          <ac:chgData name="정지윤" userId="02c42eeb-3573-4fe0-87af-c4a597b73e9f" providerId="ADAL" clId="{9FBACC46-319B-4421-86B7-F535C5B48135}" dt="2023-11-01T04:58:39.899" v="8448" actId="571"/>
          <ac:picMkLst>
            <pc:docMk/>
            <pc:sldMk cId="2463839136" sldId="1285"/>
            <ac:picMk id="21" creationId="{12B90D1E-368E-D43E-AE9F-14C95009AD33}"/>
          </ac:picMkLst>
        </pc:picChg>
        <pc:cxnChg chg="del">
          <ac:chgData name="정지윤" userId="02c42eeb-3573-4fe0-87af-c4a597b73e9f" providerId="ADAL" clId="{9FBACC46-319B-4421-86B7-F535C5B48135}" dt="2023-11-01T04:57:01.174" v="8414" actId="478"/>
          <ac:cxnSpMkLst>
            <pc:docMk/>
            <pc:sldMk cId="2463839136" sldId="1285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4:58:36.458" v="8447" actId="14100"/>
          <ac:cxnSpMkLst>
            <pc:docMk/>
            <pc:sldMk cId="2463839136" sldId="1285"/>
            <ac:cxnSpMk id="17" creationId="{08D7454F-BB84-B6AF-DC47-BCA602B14CB2}"/>
          </ac:cxnSpMkLst>
        </pc:cxnChg>
        <pc:cxnChg chg="add mod">
          <ac:chgData name="정지윤" userId="02c42eeb-3573-4fe0-87af-c4a597b73e9f" providerId="ADAL" clId="{9FBACC46-319B-4421-86B7-F535C5B48135}" dt="2023-11-01T04:58:52.173" v="8471" actId="692"/>
          <ac:cxnSpMkLst>
            <pc:docMk/>
            <pc:sldMk cId="2463839136" sldId="1285"/>
            <ac:cxnSpMk id="24" creationId="{C7B49144-B40E-FA0A-2772-949BFD579D1B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01:20.291" v="8743" actId="692"/>
        <pc:sldMkLst>
          <pc:docMk/>
          <pc:sldMk cId="2602070867" sldId="1286"/>
        </pc:sldMkLst>
        <pc:spChg chg="mod">
          <ac:chgData name="정지윤" userId="02c42eeb-3573-4fe0-87af-c4a597b73e9f" providerId="ADAL" clId="{9FBACC46-319B-4421-86B7-F535C5B48135}" dt="2023-11-01T05:00:11.507" v="8705" actId="6549"/>
          <ac:spMkLst>
            <pc:docMk/>
            <pc:sldMk cId="2602070867" sldId="128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5:00:59.187" v="8723" actId="1076"/>
          <ac:spMkLst>
            <pc:docMk/>
            <pc:sldMk cId="2602070867" sldId="1286"/>
            <ac:spMk id="13" creationId="{11D8C093-DAA7-B8E9-094B-84C91AC228A9}"/>
          </ac:spMkLst>
        </pc:spChg>
        <pc:spChg chg="mod">
          <ac:chgData name="정지윤" userId="02c42eeb-3573-4fe0-87af-c4a597b73e9f" providerId="ADAL" clId="{9FBACC46-319B-4421-86B7-F535C5B48135}" dt="2023-11-01T05:00:55.682" v="8722" actId="14100"/>
          <ac:spMkLst>
            <pc:docMk/>
            <pc:sldMk cId="2602070867" sldId="1286"/>
            <ac:spMk id="15" creationId="{9427905F-5BA0-FD4D-07CE-5CDAFB18AF67}"/>
          </ac:spMkLst>
        </pc:spChg>
        <pc:spChg chg="del">
          <ac:chgData name="정지윤" userId="02c42eeb-3573-4fe0-87af-c4a597b73e9f" providerId="ADAL" clId="{9FBACC46-319B-4421-86B7-F535C5B48135}" dt="2023-11-01T05:01:01.270" v="8724" actId="478"/>
          <ac:spMkLst>
            <pc:docMk/>
            <pc:sldMk cId="2602070867" sldId="1286"/>
            <ac:spMk id="20" creationId="{D4F3F2D4-4B50-ABC0-0E63-9D5735A3D28F}"/>
          </ac:spMkLst>
        </pc:spChg>
        <pc:spChg chg="del">
          <ac:chgData name="정지윤" userId="02c42eeb-3573-4fe0-87af-c4a597b73e9f" providerId="ADAL" clId="{9FBACC46-319B-4421-86B7-F535C5B48135}" dt="2023-11-01T05:01:01.270" v="8724" actId="478"/>
          <ac:spMkLst>
            <pc:docMk/>
            <pc:sldMk cId="2602070867" sldId="1286"/>
            <ac:spMk id="22" creationId="{0AE702FB-3B1C-B993-CCBE-62926F7236A0}"/>
          </ac:spMkLst>
        </pc:spChg>
        <pc:spChg chg="del">
          <ac:chgData name="정지윤" userId="02c42eeb-3573-4fe0-87af-c4a597b73e9f" providerId="ADAL" clId="{9FBACC46-319B-4421-86B7-F535C5B48135}" dt="2023-11-01T05:01:01.270" v="8724" actId="478"/>
          <ac:spMkLst>
            <pc:docMk/>
            <pc:sldMk cId="2602070867" sldId="1286"/>
            <ac:spMk id="23" creationId="{464C0CAE-44C0-13BE-4357-A5C01D1BDCE5}"/>
          </ac:spMkLst>
        </pc:spChg>
        <pc:spChg chg="add mod">
          <ac:chgData name="정지윤" userId="02c42eeb-3573-4fe0-87af-c4a597b73e9f" providerId="ADAL" clId="{9FBACC46-319B-4421-86B7-F535C5B48135}" dt="2023-11-01T05:01:08.810" v="8740"/>
          <ac:spMkLst>
            <pc:docMk/>
            <pc:sldMk cId="2602070867" sldId="1286"/>
            <ac:spMk id="26" creationId="{D91F2A2F-37D4-027A-4EEE-E2BF0654475D}"/>
          </ac:spMkLst>
        </pc:spChg>
        <pc:spChg chg="add mod">
          <ac:chgData name="정지윤" userId="02c42eeb-3573-4fe0-87af-c4a597b73e9f" providerId="ADAL" clId="{9FBACC46-319B-4421-86B7-F535C5B48135}" dt="2023-11-01T05:01:20.291" v="8743" actId="692"/>
          <ac:spMkLst>
            <pc:docMk/>
            <pc:sldMk cId="2602070867" sldId="1286"/>
            <ac:spMk id="27" creationId="{8CE0C4F5-5A3F-C823-FCE8-42BB5B843142}"/>
          </ac:spMkLst>
        </pc:spChg>
        <pc:spChg chg="add mod">
          <ac:chgData name="정지윤" userId="02c42eeb-3573-4fe0-87af-c4a597b73e9f" providerId="ADAL" clId="{9FBACC46-319B-4421-86B7-F535C5B48135}" dt="2023-11-01T05:01:20.291" v="8743" actId="692"/>
          <ac:spMkLst>
            <pc:docMk/>
            <pc:sldMk cId="2602070867" sldId="1286"/>
            <ac:spMk id="28" creationId="{D1CE12A5-A8EF-2A4B-DEAF-62892C921B35}"/>
          </ac:spMkLst>
        </pc:spChg>
        <pc:picChg chg="add mod ord modCrop">
          <ac:chgData name="정지윤" userId="02c42eeb-3573-4fe0-87af-c4a597b73e9f" providerId="ADAL" clId="{9FBACC46-319B-4421-86B7-F535C5B48135}" dt="2023-11-01T05:00:30.665" v="8712" actId="167"/>
          <ac:picMkLst>
            <pc:docMk/>
            <pc:sldMk cId="2602070867" sldId="1286"/>
            <ac:picMk id="5" creationId="{7FB61BD4-07FB-7A5B-F22E-9379D0E94251}"/>
          </ac:picMkLst>
        </pc:picChg>
        <pc:picChg chg="del">
          <ac:chgData name="정지윤" userId="02c42eeb-3573-4fe0-87af-c4a597b73e9f" providerId="ADAL" clId="{9FBACC46-319B-4421-86B7-F535C5B48135}" dt="2023-11-01T05:00:31.908" v="8713" actId="478"/>
          <ac:picMkLst>
            <pc:docMk/>
            <pc:sldMk cId="2602070867" sldId="1286"/>
            <ac:picMk id="6" creationId="{963E4A5E-7B11-FE8A-8739-DFDBF6936261}"/>
          </ac:picMkLst>
        </pc:picChg>
        <pc:picChg chg="add mod ord modCrop">
          <ac:chgData name="정지윤" userId="02c42eeb-3573-4fe0-87af-c4a597b73e9f" providerId="ADAL" clId="{9FBACC46-319B-4421-86B7-F535C5B48135}" dt="2023-11-01T05:00:48.594" v="8719" actId="167"/>
          <ac:picMkLst>
            <pc:docMk/>
            <pc:sldMk cId="2602070867" sldId="1286"/>
            <ac:picMk id="10" creationId="{491B140D-89C4-EAE2-7675-B0DFCCE76460}"/>
          </ac:picMkLst>
        </pc:picChg>
        <pc:picChg chg="del">
          <ac:chgData name="정지윤" userId="02c42eeb-3573-4fe0-87af-c4a597b73e9f" providerId="ADAL" clId="{9FBACC46-319B-4421-86B7-F535C5B48135}" dt="2023-11-01T05:00:50.178" v="8720" actId="478"/>
          <ac:picMkLst>
            <pc:docMk/>
            <pc:sldMk cId="2602070867" sldId="1286"/>
            <ac:picMk id="12" creationId="{F0FACB87-16B7-F0F4-485C-C906BF75BD4C}"/>
          </ac:picMkLst>
        </pc:picChg>
        <pc:picChg chg="add mod">
          <ac:chgData name="정지윤" userId="02c42eeb-3573-4fe0-87af-c4a597b73e9f" providerId="ADAL" clId="{9FBACC46-319B-4421-86B7-F535C5B48135}" dt="2023-11-01T05:01:05.300" v="8725" actId="571"/>
          <ac:picMkLst>
            <pc:docMk/>
            <pc:sldMk cId="2602070867" sldId="1286"/>
            <ac:picMk id="18" creationId="{878E76E5-A085-486F-A7E6-7DC0B18B004A}"/>
          </ac:picMkLst>
        </pc:picChg>
        <pc:picChg chg="del">
          <ac:chgData name="정지윤" userId="02c42eeb-3573-4fe0-87af-c4a597b73e9f" providerId="ADAL" clId="{9FBACC46-319B-4421-86B7-F535C5B48135}" dt="2023-11-01T05:01:01.270" v="8724" actId="478"/>
          <ac:picMkLst>
            <pc:docMk/>
            <pc:sldMk cId="2602070867" sldId="1286"/>
            <ac:picMk id="19" creationId="{207AA7FA-5A9C-FB8B-8DC2-9DF1E64071EC}"/>
          </ac:picMkLst>
        </pc:picChg>
        <pc:picChg chg="del">
          <ac:chgData name="정지윤" userId="02c42eeb-3573-4fe0-87af-c4a597b73e9f" providerId="ADAL" clId="{9FBACC46-319B-4421-86B7-F535C5B48135}" dt="2023-11-01T05:01:01.270" v="8724" actId="478"/>
          <ac:picMkLst>
            <pc:docMk/>
            <pc:sldMk cId="2602070867" sldId="1286"/>
            <ac:picMk id="21" creationId="{12B90D1E-368E-D43E-AE9F-14C95009AD33}"/>
          </ac:picMkLst>
        </pc:picChg>
        <pc:picChg chg="add mod">
          <ac:chgData name="정지윤" userId="02c42eeb-3573-4fe0-87af-c4a597b73e9f" providerId="ADAL" clId="{9FBACC46-319B-4421-86B7-F535C5B48135}" dt="2023-11-01T05:01:05.300" v="8725" actId="571"/>
          <ac:picMkLst>
            <pc:docMk/>
            <pc:sldMk cId="2602070867" sldId="1286"/>
            <ac:picMk id="25" creationId="{12CB144A-7A18-2512-6757-5E0BF4DA7E23}"/>
          </ac:picMkLst>
        </pc:picChg>
        <pc:cxnChg chg="mod">
          <ac:chgData name="정지윤" userId="02c42eeb-3573-4fe0-87af-c4a597b73e9f" providerId="ADAL" clId="{9FBACC46-319B-4421-86B7-F535C5B48135}" dt="2023-11-01T05:00:59.187" v="8723" actId="1076"/>
          <ac:cxnSpMkLst>
            <pc:docMk/>
            <pc:sldMk cId="2602070867" sldId="1286"/>
            <ac:cxnSpMk id="17" creationId="{08D7454F-BB84-B6AF-DC47-BCA602B14CB2}"/>
          </ac:cxnSpMkLst>
        </pc:cxnChg>
        <pc:cxnChg chg="del mod">
          <ac:chgData name="정지윤" userId="02c42eeb-3573-4fe0-87af-c4a597b73e9f" providerId="ADAL" clId="{9FBACC46-319B-4421-86B7-F535C5B48135}" dt="2023-11-01T05:01:01.270" v="8724" actId="478"/>
          <ac:cxnSpMkLst>
            <pc:docMk/>
            <pc:sldMk cId="2602070867" sldId="1286"/>
            <ac:cxnSpMk id="24" creationId="{C7B49144-B40E-FA0A-2772-949BFD579D1B}"/>
          </ac:cxnSpMkLst>
        </pc:cxnChg>
        <pc:cxnChg chg="add mod">
          <ac:chgData name="정지윤" userId="02c42eeb-3573-4fe0-87af-c4a597b73e9f" providerId="ADAL" clId="{9FBACC46-319B-4421-86B7-F535C5B48135}" dt="2023-11-01T05:01:20.291" v="8743" actId="692"/>
          <ac:cxnSpMkLst>
            <pc:docMk/>
            <pc:sldMk cId="2602070867" sldId="1286"/>
            <ac:cxnSpMk id="29" creationId="{3037511E-6104-1C24-A309-06AB7607FF25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04:39.027" v="8805" actId="692"/>
        <pc:sldMkLst>
          <pc:docMk/>
          <pc:sldMk cId="2837840231" sldId="1287"/>
        </pc:sldMkLst>
        <pc:spChg chg="mod">
          <ac:chgData name="정지윤" userId="02c42eeb-3573-4fe0-87af-c4a597b73e9f" providerId="ADAL" clId="{9FBACC46-319B-4421-86B7-F535C5B48135}" dt="2023-11-01T05:02:19.486" v="8771" actId="6549"/>
          <ac:spMkLst>
            <pc:docMk/>
            <pc:sldMk cId="2837840231" sldId="128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5:04:13.761" v="8797" actId="14100"/>
          <ac:spMkLst>
            <pc:docMk/>
            <pc:sldMk cId="2837840231" sldId="1287"/>
            <ac:spMk id="13" creationId="{11D8C093-DAA7-B8E9-094B-84C91AC228A9}"/>
          </ac:spMkLst>
        </pc:spChg>
        <pc:spChg chg="add mod">
          <ac:chgData name="정지윤" userId="02c42eeb-3573-4fe0-87af-c4a597b73e9f" providerId="ADAL" clId="{9FBACC46-319B-4421-86B7-F535C5B48135}" dt="2023-11-01T05:04:39.027" v="8805" actId="692"/>
          <ac:spMkLst>
            <pc:docMk/>
            <pc:sldMk cId="2837840231" sldId="1287"/>
            <ac:spMk id="21" creationId="{C3B83C79-E8C7-3964-4A89-92956754BBB0}"/>
          </ac:spMkLst>
        </pc:spChg>
        <pc:spChg chg="add mod">
          <ac:chgData name="정지윤" userId="02c42eeb-3573-4fe0-87af-c4a597b73e9f" providerId="ADAL" clId="{9FBACC46-319B-4421-86B7-F535C5B48135}" dt="2023-11-01T05:04:39.027" v="8805" actId="692"/>
          <ac:spMkLst>
            <pc:docMk/>
            <pc:sldMk cId="2837840231" sldId="1287"/>
            <ac:spMk id="22" creationId="{C9EEAA62-49B4-0849-AE0D-98EB5A53D118}"/>
          </ac:spMkLst>
        </pc:spChg>
        <pc:spChg chg="del">
          <ac:chgData name="정지윤" userId="02c42eeb-3573-4fe0-87af-c4a597b73e9f" providerId="ADAL" clId="{9FBACC46-319B-4421-86B7-F535C5B48135}" dt="2023-11-01T05:04:17.261" v="8798" actId="478"/>
          <ac:spMkLst>
            <pc:docMk/>
            <pc:sldMk cId="2837840231" sldId="1287"/>
            <ac:spMk id="27" creationId="{8CE0C4F5-5A3F-C823-FCE8-42BB5B843142}"/>
          </ac:spMkLst>
        </pc:spChg>
        <pc:spChg chg="del">
          <ac:chgData name="정지윤" userId="02c42eeb-3573-4fe0-87af-c4a597b73e9f" providerId="ADAL" clId="{9FBACC46-319B-4421-86B7-F535C5B48135}" dt="2023-11-01T05:04:17.261" v="8798" actId="478"/>
          <ac:spMkLst>
            <pc:docMk/>
            <pc:sldMk cId="2837840231" sldId="1287"/>
            <ac:spMk id="28" creationId="{D1CE12A5-A8EF-2A4B-DEAF-62892C921B35}"/>
          </ac:spMkLst>
        </pc:spChg>
        <pc:spChg chg="add mod">
          <ac:chgData name="정지윤" userId="02c42eeb-3573-4fe0-87af-c4a597b73e9f" providerId="ADAL" clId="{9FBACC46-319B-4421-86B7-F535C5B48135}" dt="2023-11-01T05:04:27.090" v="8801" actId="571"/>
          <ac:spMkLst>
            <pc:docMk/>
            <pc:sldMk cId="2837840231" sldId="1287"/>
            <ac:spMk id="31" creationId="{43190854-365E-5135-5193-538D01BDB3E7}"/>
          </ac:spMkLst>
        </pc:spChg>
        <pc:spChg chg="add mod">
          <ac:chgData name="정지윤" userId="02c42eeb-3573-4fe0-87af-c4a597b73e9f" providerId="ADAL" clId="{9FBACC46-319B-4421-86B7-F535C5B48135}" dt="2023-11-01T05:04:27.090" v="8801" actId="571"/>
          <ac:spMkLst>
            <pc:docMk/>
            <pc:sldMk cId="2837840231" sldId="1287"/>
            <ac:spMk id="32" creationId="{C162D296-CACF-22D7-181F-EF7E0C3D8A0F}"/>
          </ac:spMkLst>
        </pc:spChg>
        <pc:picChg chg="del mod">
          <ac:chgData name="정지윤" userId="02c42eeb-3573-4fe0-87af-c4a597b73e9f" providerId="ADAL" clId="{9FBACC46-319B-4421-86B7-F535C5B48135}" dt="2023-11-01T05:03:18.339" v="8781" actId="478"/>
          <ac:picMkLst>
            <pc:docMk/>
            <pc:sldMk cId="2837840231" sldId="1287"/>
            <ac:picMk id="5" creationId="{7FB61BD4-07FB-7A5B-F22E-9379D0E94251}"/>
          </ac:picMkLst>
        </pc:picChg>
        <pc:picChg chg="add mod ord modCrop">
          <ac:chgData name="정지윤" userId="02c42eeb-3573-4fe0-87af-c4a597b73e9f" providerId="ADAL" clId="{9FBACC46-319B-4421-86B7-F535C5B48135}" dt="2023-11-01T05:04:07.993" v="8795" actId="1076"/>
          <ac:picMkLst>
            <pc:docMk/>
            <pc:sldMk cId="2837840231" sldId="1287"/>
            <ac:picMk id="6" creationId="{8AB31A86-4EC3-B5C3-0F34-954DDE0BF132}"/>
          </ac:picMkLst>
        </pc:picChg>
        <pc:picChg chg="del">
          <ac:chgData name="정지윤" userId="02c42eeb-3573-4fe0-87af-c4a597b73e9f" providerId="ADAL" clId="{9FBACC46-319B-4421-86B7-F535C5B48135}" dt="2023-11-01T05:03:52.597" v="8792" actId="478"/>
          <ac:picMkLst>
            <pc:docMk/>
            <pc:sldMk cId="2837840231" sldId="1287"/>
            <ac:picMk id="10" creationId="{491B140D-89C4-EAE2-7675-B0DFCCE76460}"/>
          </ac:picMkLst>
        </pc:picChg>
        <pc:picChg chg="add mod ord modCrop">
          <ac:chgData name="정지윤" userId="02c42eeb-3573-4fe0-87af-c4a597b73e9f" providerId="ADAL" clId="{9FBACC46-319B-4421-86B7-F535C5B48135}" dt="2023-11-01T05:04:02.649" v="8794" actId="1076"/>
          <ac:picMkLst>
            <pc:docMk/>
            <pc:sldMk cId="2837840231" sldId="1287"/>
            <ac:picMk id="12" creationId="{E44E319C-A617-3502-9AA1-4A32908DFE62}"/>
          </ac:picMkLst>
        </pc:picChg>
        <pc:picChg chg="del">
          <ac:chgData name="정지윤" userId="02c42eeb-3573-4fe0-87af-c4a597b73e9f" providerId="ADAL" clId="{9FBACC46-319B-4421-86B7-F535C5B48135}" dt="2023-11-01T05:04:17.261" v="8798" actId="478"/>
          <ac:picMkLst>
            <pc:docMk/>
            <pc:sldMk cId="2837840231" sldId="1287"/>
            <ac:picMk id="18" creationId="{878E76E5-A085-486F-A7E6-7DC0B18B004A}"/>
          </ac:picMkLst>
        </pc:picChg>
        <pc:picChg chg="add mod">
          <ac:chgData name="정지윤" userId="02c42eeb-3573-4fe0-87af-c4a597b73e9f" providerId="ADAL" clId="{9FBACC46-319B-4421-86B7-F535C5B48135}" dt="2023-11-01T05:04:28.410" v="8802" actId="1076"/>
          <ac:picMkLst>
            <pc:docMk/>
            <pc:sldMk cId="2837840231" sldId="1287"/>
            <ac:picMk id="19" creationId="{393A4B54-AF79-9EF7-F2B4-78BB463AB30F}"/>
          </ac:picMkLst>
        </pc:picChg>
        <pc:picChg chg="add mod">
          <ac:chgData name="정지윤" userId="02c42eeb-3573-4fe0-87af-c4a597b73e9f" providerId="ADAL" clId="{9FBACC46-319B-4421-86B7-F535C5B48135}" dt="2023-11-01T05:04:28.410" v="8802" actId="1076"/>
          <ac:picMkLst>
            <pc:docMk/>
            <pc:sldMk cId="2837840231" sldId="1287"/>
            <ac:picMk id="20" creationId="{921FA2FE-B501-427F-3CEB-95E1E6794CCC}"/>
          </ac:picMkLst>
        </pc:picChg>
        <pc:picChg chg="add mod">
          <ac:chgData name="정지윤" userId="02c42eeb-3573-4fe0-87af-c4a597b73e9f" providerId="ADAL" clId="{9FBACC46-319B-4421-86B7-F535C5B48135}" dt="2023-11-01T05:04:27.090" v="8801" actId="571"/>
          <ac:picMkLst>
            <pc:docMk/>
            <pc:sldMk cId="2837840231" sldId="1287"/>
            <ac:picMk id="24" creationId="{7F05B006-23D9-D3CA-DB6F-FD2710DA4F36}"/>
          </ac:picMkLst>
        </pc:picChg>
        <pc:picChg chg="del">
          <ac:chgData name="정지윤" userId="02c42eeb-3573-4fe0-87af-c4a597b73e9f" providerId="ADAL" clId="{9FBACC46-319B-4421-86B7-F535C5B48135}" dt="2023-11-01T05:04:17.261" v="8798" actId="478"/>
          <ac:picMkLst>
            <pc:docMk/>
            <pc:sldMk cId="2837840231" sldId="1287"/>
            <ac:picMk id="25" creationId="{12CB144A-7A18-2512-6757-5E0BF4DA7E23}"/>
          </ac:picMkLst>
        </pc:picChg>
        <pc:picChg chg="add mod">
          <ac:chgData name="정지윤" userId="02c42eeb-3573-4fe0-87af-c4a597b73e9f" providerId="ADAL" clId="{9FBACC46-319B-4421-86B7-F535C5B48135}" dt="2023-11-01T05:04:27.090" v="8801" actId="571"/>
          <ac:picMkLst>
            <pc:docMk/>
            <pc:sldMk cId="2837840231" sldId="1287"/>
            <ac:picMk id="30" creationId="{1C5461E0-B110-A545-94CE-C423C4E0DA46}"/>
          </ac:picMkLst>
        </pc:picChg>
        <pc:cxnChg chg="mod">
          <ac:chgData name="정지윤" userId="02c42eeb-3573-4fe0-87af-c4a597b73e9f" providerId="ADAL" clId="{9FBACC46-319B-4421-86B7-F535C5B48135}" dt="2023-11-01T05:04:13.761" v="8797" actId="14100"/>
          <ac:cxnSpMkLst>
            <pc:docMk/>
            <pc:sldMk cId="2837840231" sldId="1287"/>
            <ac:cxnSpMk id="17" creationId="{08D7454F-BB84-B6AF-DC47-BCA602B14CB2}"/>
          </ac:cxnSpMkLst>
        </pc:cxnChg>
        <pc:cxnChg chg="add mod">
          <ac:chgData name="정지윤" userId="02c42eeb-3573-4fe0-87af-c4a597b73e9f" providerId="ADAL" clId="{9FBACC46-319B-4421-86B7-F535C5B48135}" dt="2023-11-01T05:04:39.027" v="8805" actId="692"/>
          <ac:cxnSpMkLst>
            <pc:docMk/>
            <pc:sldMk cId="2837840231" sldId="1287"/>
            <ac:cxnSpMk id="23" creationId="{9D124D7B-1A7F-78CA-2933-8C5F4C78EC53}"/>
          </ac:cxnSpMkLst>
        </pc:cxnChg>
        <pc:cxnChg chg="del mod">
          <ac:chgData name="정지윤" userId="02c42eeb-3573-4fe0-87af-c4a597b73e9f" providerId="ADAL" clId="{9FBACC46-319B-4421-86B7-F535C5B48135}" dt="2023-11-01T05:04:17.261" v="8798" actId="478"/>
          <ac:cxnSpMkLst>
            <pc:docMk/>
            <pc:sldMk cId="2837840231" sldId="1287"/>
            <ac:cxnSpMk id="29" creationId="{3037511E-6104-1C24-A309-06AB7607FF25}"/>
          </ac:cxnSpMkLst>
        </pc:cxnChg>
        <pc:cxnChg chg="add mod">
          <ac:chgData name="정지윤" userId="02c42eeb-3573-4fe0-87af-c4a597b73e9f" providerId="ADAL" clId="{9FBACC46-319B-4421-86B7-F535C5B48135}" dt="2023-11-01T05:04:27.090" v="8801" actId="571"/>
          <ac:cxnSpMkLst>
            <pc:docMk/>
            <pc:sldMk cId="2837840231" sldId="1287"/>
            <ac:cxnSpMk id="33" creationId="{94C6C55B-3F13-8ADD-4AFC-70AC81A3E96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11:41.681" v="8935" actId="13926"/>
        <pc:sldMkLst>
          <pc:docMk/>
          <pc:sldMk cId="1495738115" sldId="1288"/>
        </pc:sldMkLst>
        <pc:spChg chg="mod">
          <ac:chgData name="정지윤" userId="02c42eeb-3573-4fe0-87af-c4a597b73e9f" providerId="ADAL" clId="{9FBACC46-319B-4421-86B7-F535C5B48135}" dt="2023-11-01T05:11:41.681" v="8935" actId="13926"/>
          <ac:spMkLst>
            <pc:docMk/>
            <pc:sldMk cId="1495738115" sldId="1288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5:08:22.981" v="8825" actId="571"/>
          <ac:spMkLst>
            <pc:docMk/>
            <pc:sldMk cId="1495738115" sldId="1288"/>
            <ac:spMk id="9" creationId="{6F9CADD8-B61C-635D-7D9E-6972F14A38AD}"/>
          </ac:spMkLst>
        </pc:spChg>
        <pc:spChg chg="add mod">
          <ac:chgData name="정지윤" userId="02c42eeb-3573-4fe0-87af-c4a597b73e9f" providerId="ADAL" clId="{9FBACC46-319B-4421-86B7-F535C5B48135}" dt="2023-11-01T05:08:24.750" v="8826" actId="571"/>
          <ac:spMkLst>
            <pc:docMk/>
            <pc:sldMk cId="1495738115" sldId="1288"/>
            <ac:spMk id="10" creationId="{3061FCE5-142A-F100-BDEB-09E5FD88FD2D}"/>
          </ac:spMkLst>
        </pc:spChg>
        <pc:spChg chg="add mod">
          <ac:chgData name="정지윤" userId="02c42eeb-3573-4fe0-87af-c4a597b73e9f" providerId="ADAL" clId="{9FBACC46-319B-4421-86B7-F535C5B48135}" dt="2023-11-01T05:08:28.253" v="8827" actId="571"/>
          <ac:spMkLst>
            <pc:docMk/>
            <pc:sldMk cId="1495738115" sldId="1288"/>
            <ac:spMk id="11" creationId="{0DEAA066-9B3D-E59E-E4E2-D8C89D4FFABF}"/>
          </ac:spMkLst>
        </pc:spChg>
        <pc:spChg chg="mod">
          <ac:chgData name="정지윤" userId="02c42eeb-3573-4fe0-87af-c4a597b73e9f" providerId="ADAL" clId="{9FBACC46-319B-4421-86B7-F535C5B48135}" dt="2023-11-01T05:08:21.185" v="8824" actId="14100"/>
          <ac:spMkLst>
            <pc:docMk/>
            <pc:sldMk cId="1495738115" sldId="1288"/>
            <ac:spMk id="14" creationId="{2E36030F-C347-E30F-8C6F-75D02B9E044B}"/>
          </ac:spMkLst>
        </pc:spChg>
        <pc:graphicFrameChg chg="modGraphic">
          <ac:chgData name="정지윤" userId="02c42eeb-3573-4fe0-87af-c4a597b73e9f" providerId="ADAL" clId="{9FBACC46-319B-4421-86B7-F535C5B48135}" dt="2023-11-01T05:09:20.250" v="8858" actId="20577"/>
          <ac:graphicFrameMkLst>
            <pc:docMk/>
            <pc:sldMk cId="1495738115" sldId="1288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5:08:07.929" v="8820" actId="167"/>
          <ac:picMkLst>
            <pc:docMk/>
            <pc:sldMk cId="1495738115" sldId="1288"/>
            <ac:picMk id="6" creationId="{1B56BA79-D5C8-ACFF-4F0D-365D3BD45849}"/>
          </ac:picMkLst>
        </pc:picChg>
        <pc:picChg chg="del">
          <ac:chgData name="정지윤" userId="02c42eeb-3573-4fe0-87af-c4a597b73e9f" providerId="ADAL" clId="{9FBACC46-319B-4421-86B7-F535C5B48135}" dt="2023-11-01T05:08:09.844" v="8821" actId="478"/>
          <ac:picMkLst>
            <pc:docMk/>
            <pc:sldMk cId="1495738115" sldId="1288"/>
            <ac:picMk id="8" creationId="{A04FBC3D-B1DC-F413-FAC7-E3B86636AD04}"/>
          </ac:picMkLst>
        </pc:picChg>
        <pc:cxnChg chg="del mod">
          <ac:chgData name="정지윤" userId="02c42eeb-3573-4fe0-87af-c4a597b73e9f" providerId="ADAL" clId="{9FBACC46-319B-4421-86B7-F535C5B48135}" dt="2023-11-01T05:08:34.139" v="8829" actId="478"/>
          <ac:cxnSpMkLst>
            <pc:docMk/>
            <pc:sldMk cId="1495738115" sldId="1288"/>
            <ac:cxnSpMk id="4" creationId="{BAD265E0-6064-B537-75F7-319A344A8E86}"/>
          </ac:cxnSpMkLst>
        </pc:cxnChg>
        <pc:cxnChg chg="add mod">
          <ac:chgData name="정지윤" userId="02c42eeb-3573-4fe0-87af-c4a597b73e9f" providerId="ADAL" clId="{9FBACC46-319B-4421-86B7-F535C5B48135}" dt="2023-11-01T05:08:45.876" v="8839" actId="1038"/>
          <ac:cxnSpMkLst>
            <pc:docMk/>
            <pc:sldMk cId="1495738115" sldId="1288"/>
            <ac:cxnSpMk id="13" creationId="{D5DB25E2-3D4B-AB97-079A-6B127205B9B2}"/>
          </ac:cxnSpMkLst>
        </pc:cxnChg>
        <pc:cxnChg chg="add mod">
          <ac:chgData name="정지윤" userId="02c42eeb-3573-4fe0-87af-c4a597b73e9f" providerId="ADAL" clId="{9FBACC46-319B-4421-86B7-F535C5B48135}" dt="2023-11-01T05:08:45.876" v="8839" actId="1038"/>
          <ac:cxnSpMkLst>
            <pc:docMk/>
            <pc:sldMk cId="1495738115" sldId="1288"/>
            <ac:cxnSpMk id="15" creationId="{D9FE1139-CDCB-577F-56F7-3807D1994CC8}"/>
          </ac:cxnSpMkLst>
        </pc:cxnChg>
        <pc:cxnChg chg="add mod">
          <ac:chgData name="정지윤" userId="02c42eeb-3573-4fe0-87af-c4a597b73e9f" providerId="ADAL" clId="{9FBACC46-319B-4421-86B7-F535C5B48135}" dt="2023-11-01T05:08:45.876" v="8839" actId="1038"/>
          <ac:cxnSpMkLst>
            <pc:docMk/>
            <pc:sldMk cId="1495738115" sldId="1288"/>
            <ac:cxnSpMk id="16" creationId="{07A4B35B-E842-5E08-9FC8-9F1BBAEDD581}"/>
          </ac:cxnSpMkLst>
        </pc:cxnChg>
        <pc:cxnChg chg="add mod">
          <ac:chgData name="정지윤" userId="02c42eeb-3573-4fe0-87af-c4a597b73e9f" providerId="ADAL" clId="{9FBACC46-319B-4421-86B7-F535C5B48135}" dt="2023-11-01T05:08:45.876" v="8839" actId="1038"/>
          <ac:cxnSpMkLst>
            <pc:docMk/>
            <pc:sldMk cId="1495738115" sldId="1288"/>
            <ac:cxnSpMk id="17" creationId="{5E523CBC-D3CD-E408-0062-59CF5F9FCEE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20:08.384" v="9028" actId="14100"/>
        <pc:sldMkLst>
          <pc:docMk/>
          <pc:sldMk cId="1495462671" sldId="1289"/>
        </pc:sldMkLst>
        <pc:spChg chg="mod">
          <ac:chgData name="정지윤" userId="02c42eeb-3573-4fe0-87af-c4a597b73e9f" providerId="ADAL" clId="{9FBACC46-319B-4421-86B7-F535C5B48135}" dt="2023-11-01T05:20:08.384" v="9028" actId="14100"/>
          <ac:spMkLst>
            <pc:docMk/>
            <pc:sldMk cId="1495462671" sldId="1289"/>
            <ac:spMk id="13" creationId="{0D3A752A-5591-55DA-6FDF-89A4E52150FC}"/>
          </ac:spMkLst>
        </pc:spChg>
        <pc:picChg chg="del">
          <ac:chgData name="정지윤" userId="02c42eeb-3573-4fe0-87af-c4a597b73e9f" providerId="ADAL" clId="{9FBACC46-319B-4421-86B7-F535C5B48135}" dt="2023-11-01T05:19:53.486" v="9022" actId="478"/>
          <ac:picMkLst>
            <pc:docMk/>
            <pc:sldMk cId="1495462671" sldId="1289"/>
            <ac:picMk id="5" creationId="{DB0F628E-ACA9-E1FC-8C73-B29B1B51D898}"/>
          </ac:picMkLst>
        </pc:picChg>
        <pc:picChg chg="add mod ord modCrop">
          <ac:chgData name="정지윤" userId="02c42eeb-3573-4fe0-87af-c4a597b73e9f" providerId="ADAL" clId="{9FBACC46-319B-4421-86B7-F535C5B48135}" dt="2023-11-01T05:19:59.426" v="9026" actId="1076"/>
          <ac:picMkLst>
            <pc:docMk/>
            <pc:sldMk cId="1495462671" sldId="1289"/>
            <ac:picMk id="8" creationId="{E060D1D3-B2B7-4581-3E85-F335086A1B1D}"/>
          </ac:picMkLst>
        </pc:picChg>
        <pc:cxnChg chg="mod">
          <ac:chgData name="정지윤" userId="02c42eeb-3573-4fe0-87af-c4a597b73e9f" providerId="ADAL" clId="{9FBACC46-319B-4421-86B7-F535C5B48135}" dt="2023-11-01T05:20:02.857" v="9027" actId="1076"/>
          <ac:cxnSpMkLst>
            <pc:docMk/>
            <pc:sldMk cId="1495462671" sldId="1289"/>
            <ac:cxnSpMk id="4" creationId="{E74BBA47-047C-D2F6-848A-F83C179462E6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5:19:34.080" v="9014" actId="1076"/>
        <pc:sldMkLst>
          <pc:docMk/>
          <pc:sldMk cId="3733163512" sldId="1290"/>
        </pc:sldMkLst>
        <pc:spChg chg="mod">
          <ac:chgData name="정지윤" userId="02c42eeb-3573-4fe0-87af-c4a597b73e9f" providerId="ADAL" clId="{9FBACC46-319B-4421-86B7-F535C5B48135}" dt="2023-11-01T05:16:54.326" v="8998" actId="6549"/>
          <ac:spMkLst>
            <pc:docMk/>
            <pc:sldMk cId="3733163512" sldId="1290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5:19:32.160" v="9013" actId="1076"/>
          <ac:spMkLst>
            <pc:docMk/>
            <pc:sldMk cId="3733163512" sldId="1290"/>
            <ac:spMk id="9" creationId="{82932151-0386-5F49-8480-5996917FD854}"/>
          </ac:spMkLst>
        </pc:spChg>
        <pc:graphicFrameChg chg="mod">
          <ac:chgData name="정지윤" userId="02c42eeb-3573-4fe0-87af-c4a597b73e9f" providerId="ADAL" clId="{9FBACC46-319B-4421-86B7-F535C5B48135}" dt="2023-11-01T05:16:30.239" v="8946"/>
          <ac:graphicFrameMkLst>
            <pc:docMk/>
            <pc:sldMk cId="3733163512" sldId="1290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5:19:28.704" v="9012" actId="1038"/>
          <ac:picMkLst>
            <pc:docMk/>
            <pc:sldMk cId="3733163512" sldId="1290"/>
            <ac:picMk id="6" creationId="{8DA125FD-2B71-21E6-1DF3-6C4B76D57A4D}"/>
          </ac:picMkLst>
        </pc:picChg>
        <pc:picChg chg="del">
          <ac:chgData name="정지윤" userId="02c42eeb-3573-4fe0-87af-c4a597b73e9f" providerId="ADAL" clId="{9FBACC46-319B-4421-86B7-F535C5B48135}" dt="2023-11-01T05:19:25.697" v="9009" actId="478"/>
          <ac:picMkLst>
            <pc:docMk/>
            <pc:sldMk cId="3733163512" sldId="1290"/>
            <ac:picMk id="8" creationId="{522DB192-E46B-7366-0C88-C020D83490F0}"/>
          </ac:picMkLst>
        </pc:picChg>
        <pc:cxnChg chg="mod">
          <ac:chgData name="정지윤" userId="02c42eeb-3573-4fe0-87af-c4a597b73e9f" providerId="ADAL" clId="{9FBACC46-319B-4421-86B7-F535C5B48135}" dt="2023-11-01T05:19:34.080" v="9014" actId="1076"/>
          <ac:cxnSpMkLst>
            <pc:docMk/>
            <pc:sldMk cId="3733163512" sldId="1290"/>
            <ac:cxnSpMk id="4" creationId="{053A19E1-6E6B-4F2B-C72D-8EE58F36A12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6:01:20.175" v="9055" actId="6549"/>
        <pc:sldMkLst>
          <pc:docMk/>
          <pc:sldMk cId="1100756332" sldId="1291"/>
        </pc:sldMkLst>
        <pc:spChg chg="mod">
          <ac:chgData name="정지윤" userId="02c42eeb-3573-4fe0-87af-c4a597b73e9f" providerId="ADAL" clId="{9FBACC46-319B-4421-86B7-F535C5B48135}" dt="2023-11-01T06:01:20.175" v="9055" actId="6549"/>
          <ac:spMkLst>
            <pc:docMk/>
            <pc:sldMk cId="1100756332" sldId="1291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00:18.995" v="9041" actId="14100"/>
          <ac:spMkLst>
            <pc:docMk/>
            <pc:sldMk cId="1100756332" sldId="1291"/>
            <ac:spMk id="9" creationId="{82932151-0386-5F49-8480-5996917FD854}"/>
          </ac:spMkLst>
        </pc:spChg>
        <pc:graphicFrameChg chg="modGraphic">
          <ac:chgData name="정지윤" userId="02c42eeb-3573-4fe0-87af-c4a597b73e9f" providerId="ADAL" clId="{9FBACC46-319B-4421-86B7-F535C5B48135}" dt="2023-11-01T06:01:06.811" v="9049" actId="20577"/>
          <ac:graphicFrameMkLst>
            <pc:docMk/>
            <pc:sldMk cId="1100756332" sldId="1291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6:00:12.264" v="9039" actId="478"/>
          <ac:picMkLst>
            <pc:docMk/>
            <pc:sldMk cId="1100756332" sldId="1291"/>
            <ac:picMk id="6" creationId="{8DA125FD-2B71-21E6-1DF3-6C4B76D57A4D}"/>
          </ac:picMkLst>
        </pc:picChg>
        <pc:picChg chg="add mod ord modCrop">
          <ac:chgData name="정지윤" userId="02c42eeb-3573-4fe0-87af-c4a597b73e9f" providerId="ADAL" clId="{9FBACC46-319B-4421-86B7-F535C5B48135}" dt="2023-11-01T06:00:10.845" v="9038" actId="167"/>
          <ac:picMkLst>
            <pc:docMk/>
            <pc:sldMk cId="1100756332" sldId="1291"/>
            <ac:picMk id="8" creationId="{2B70D9C1-193E-BE90-960F-DF10E7B4B38A}"/>
          </ac:picMkLst>
        </pc:picChg>
        <pc:cxnChg chg="del mod">
          <ac:chgData name="정지윤" userId="02c42eeb-3573-4fe0-87af-c4a597b73e9f" providerId="ADAL" clId="{9FBACC46-319B-4421-86B7-F535C5B48135}" dt="2023-11-01T06:00:25.404" v="9043" actId="478"/>
          <ac:cxnSpMkLst>
            <pc:docMk/>
            <pc:sldMk cId="1100756332" sldId="1291"/>
            <ac:cxnSpMk id="4" creationId="{053A19E1-6E6B-4F2B-C72D-8EE58F36A128}"/>
          </ac:cxnSpMkLst>
        </pc:cxnChg>
        <pc:cxnChg chg="add mod">
          <ac:chgData name="정지윤" userId="02c42eeb-3573-4fe0-87af-c4a597b73e9f" providerId="ADAL" clId="{9FBACC46-319B-4421-86B7-F535C5B48135}" dt="2023-11-01T06:00:31.763" v="9047" actId="1076"/>
          <ac:cxnSpMkLst>
            <pc:docMk/>
            <pc:sldMk cId="1100756332" sldId="1291"/>
            <ac:cxnSpMk id="11" creationId="{6B0D11E0-7AB6-AFF0-E5C3-CCB53AF0C708}"/>
          </ac:cxnSpMkLst>
        </pc:cxnChg>
      </pc:sldChg>
      <pc:sldChg chg="modSp add mod ord">
        <pc:chgData name="정지윤" userId="02c42eeb-3573-4fe0-87af-c4a597b73e9f" providerId="ADAL" clId="{9FBACC46-319B-4421-86B7-F535C5B48135}" dt="2023-11-01T06:02:51.267" v="9212" actId="20577"/>
        <pc:sldMkLst>
          <pc:docMk/>
          <pc:sldMk cId="2321739673" sldId="1292"/>
        </pc:sldMkLst>
        <pc:spChg chg="mod">
          <ac:chgData name="정지윤" userId="02c42eeb-3573-4fe0-87af-c4a597b73e9f" providerId="ADAL" clId="{9FBACC46-319B-4421-86B7-F535C5B48135}" dt="2023-11-01T06:02:51.267" v="9212" actId="20577"/>
          <ac:spMkLst>
            <pc:docMk/>
            <pc:sldMk cId="2321739673" sldId="1292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01:53.338" v="9065" actId="14100"/>
          <ac:spMkLst>
            <pc:docMk/>
            <pc:sldMk cId="2321739673" sldId="1292"/>
            <ac:spMk id="9" creationId="{82932151-0386-5F49-8480-5996917FD854}"/>
          </ac:spMkLst>
        </pc:spChg>
        <pc:graphicFrameChg chg="modGraphic">
          <ac:chgData name="정지윤" userId="02c42eeb-3573-4fe0-87af-c4a597b73e9f" providerId="ADAL" clId="{9FBACC46-319B-4421-86B7-F535C5B48135}" dt="2023-11-01T06:02:20.035" v="9067" actId="20577"/>
          <ac:graphicFrameMkLst>
            <pc:docMk/>
            <pc:sldMk cId="2321739673" sldId="1292"/>
            <ac:graphicFrameMk id="3" creationId="{EB5E6BEF-7528-22F3-81D3-C88DBE43847E}"/>
          </ac:graphicFrameMkLst>
        </pc:graphicFrameChg>
        <pc:cxnChg chg="mod">
          <ac:chgData name="정지윤" userId="02c42eeb-3573-4fe0-87af-c4a597b73e9f" providerId="ADAL" clId="{9FBACC46-319B-4421-86B7-F535C5B48135}" dt="2023-11-01T06:01:51.642" v="9064" actId="1076"/>
          <ac:cxnSpMkLst>
            <pc:docMk/>
            <pc:sldMk cId="2321739673" sldId="1292"/>
            <ac:cxnSpMk id="11" creationId="{6B0D11E0-7AB6-AFF0-E5C3-CCB53AF0C70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6:09:39.601" v="9357" actId="14100"/>
        <pc:sldMkLst>
          <pc:docMk/>
          <pc:sldMk cId="2939920213" sldId="1293"/>
        </pc:sldMkLst>
        <pc:spChg chg="mod">
          <ac:chgData name="정지윤" userId="02c42eeb-3573-4fe0-87af-c4a597b73e9f" providerId="ADAL" clId="{9FBACC46-319B-4421-86B7-F535C5B48135}" dt="2023-11-01T06:09:39.601" v="9357" actId="14100"/>
          <ac:spMkLst>
            <pc:docMk/>
            <pc:sldMk cId="2939920213" sldId="129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09:35.538" v="9356" actId="1076"/>
          <ac:spMkLst>
            <pc:docMk/>
            <pc:sldMk cId="2939920213" sldId="1293"/>
            <ac:spMk id="9" creationId="{82932151-0386-5F49-8480-5996917FD854}"/>
          </ac:spMkLst>
        </pc:spChg>
        <pc:spChg chg="add mod">
          <ac:chgData name="정지윤" userId="02c42eeb-3573-4fe0-87af-c4a597b73e9f" providerId="ADAL" clId="{9FBACC46-319B-4421-86B7-F535C5B48135}" dt="2023-11-01T06:09:35.538" v="9356" actId="1076"/>
          <ac:spMkLst>
            <pc:docMk/>
            <pc:sldMk cId="2939920213" sldId="1293"/>
            <ac:spMk id="12" creationId="{B74AEA62-9107-A6A7-55E3-EFA7048ED0DB}"/>
          </ac:spMkLst>
        </pc:spChg>
        <pc:spChg chg="add mod">
          <ac:chgData name="정지윤" userId="02c42eeb-3573-4fe0-87af-c4a597b73e9f" providerId="ADAL" clId="{9FBACC46-319B-4421-86B7-F535C5B48135}" dt="2023-11-01T06:09:32.705" v="9355"/>
          <ac:spMkLst>
            <pc:docMk/>
            <pc:sldMk cId="2939920213" sldId="1293"/>
            <ac:spMk id="14" creationId="{CD844076-950E-5CC8-72B0-566663C2EAF1}"/>
          </ac:spMkLst>
        </pc:spChg>
        <pc:graphicFrameChg chg="modGraphic">
          <ac:chgData name="정지윤" userId="02c42eeb-3573-4fe0-87af-c4a597b73e9f" providerId="ADAL" clId="{9FBACC46-319B-4421-86B7-F535C5B48135}" dt="2023-11-01T06:07:30.478" v="9231" actId="20577"/>
          <ac:graphicFrameMkLst>
            <pc:docMk/>
            <pc:sldMk cId="2939920213" sldId="129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6:09:35.538" v="9356" actId="1076"/>
          <ac:picMkLst>
            <pc:docMk/>
            <pc:sldMk cId="2939920213" sldId="1293"/>
            <ac:picMk id="5" creationId="{BB94746B-1D08-CEE9-62AE-1A79B338024D}"/>
          </ac:picMkLst>
        </pc:picChg>
        <pc:picChg chg="del">
          <ac:chgData name="정지윤" userId="02c42eeb-3573-4fe0-87af-c4a597b73e9f" providerId="ADAL" clId="{9FBACC46-319B-4421-86B7-F535C5B48135}" dt="2023-11-01T06:07:08.998" v="9226" actId="478"/>
          <ac:picMkLst>
            <pc:docMk/>
            <pc:sldMk cId="2939920213" sldId="1293"/>
            <ac:picMk id="8" creationId="{2B70D9C1-193E-BE90-960F-DF10E7B4B38A}"/>
          </ac:picMkLst>
        </pc:picChg>
        <pc:picChg chg="add mod modCrop">
          <ac:chgData name="정지윤" userId="02c42eeb-3573-4fe0-87af-c4a597b73e9f" providerId="ADAL" clId="{9FBACC46-319B-4421-86B7-F535C5B48135}" dt="2023-11-01T06:09:35.538" v="9356" actId="1076"/>
          <ac:picMkLst>
            <pc:docMk/>
            <pc:sldMk cId="2939920213" sldId="1293"/>
            <ac:picMk id="10" creationId="{AD44DCA0-971F-B00A-2197-B9FC7941C247}"/>
          </ac:picMkLst>
        </pc:picChg>
        <pc:cxnChg chg="mod">
          <ac:chgData name="정지윤" userId="02c42eeb-3573-4fe0-87af-c4a597b73e9f" providerId="ADAL" clId="{9FBACC46-319B-4421-86B7-F535C5B48135}" dt="2023-11-01T06:09:35.538" v="9356" actId="1076"/>
          <ac:cxnSpMkLst>
            <pc:docMk/>
            <pc:sldMk cId="2939920213" sldId="1293"/>
            <ac:cxnSpMk id="11" creationId="{6B0D11E0-7AB6-AFF0-E5C3-CCB53AF0C708}"/>
          </ac:cxnSpMkLst>
        </pc:cxnChg>
        <pc:cxnChg chg="add mod">
          <ac:chgData name="정지윤" userId="02c42eeb-3573-4fe0-87af-c4a597b73e9f" providerId="ADAL" clId="{9FBACC46-319B-4421-86B7-F535C5B48135}" dt="2023-11-01T06:09:35.538" v="9356" actId="1076"/>
          <ac:cxnSpMkLst>
            <pc:docMk/>
            <pc:sldMk cId="2939920213" sldId="1293"/>
            <ac:cxnSpMk id="13" creationId="{565A86CD-ABE3-2661-151C-DF47ABB1F78A}"/>
          </ac:cxnSpMkLst>
        </pc:cxnChg>
      </pc:sldChg>
      <pc:sldChg chg="add del">
        <pc:chgData name="정지윤" userId="02c42eeb-3573-4fe0-87af-c4a597b73e9f" providerId="ADAL" clId="{9FBACC46-319B-4421-86B7-F535C5B48135}" dt="2023-11-01T06:10:23.048" v="9365" actId="47"/>
        <pc:sldMkLst>
          <pc:docMk/>
          <pc:sldMk cId="1457248816" sldId="1294"/>
        </pc:sldMkLst>
      </pc:sldChg>
      <pc:sldChg chg="addSp delSp modSp add mod">
        <pc:chgData name="정지윤" userId="02c42eeb-3573-4fe0-87af-c4a597b73e9f" providerId="ADAL" clId="{9FBACC46-319B-4421-86B7-F535C5B48135}" dt="2023-11-01T06:14:34.885" v="9403" actId="22"/>
        <pc:sldMkLst>
          <pc:docMk/>
          <pc:sldMk cId="439643513" sldId="1295"/>
        </pc:sldMkLst>
        <pc:spChg chg="add del">
          <ac:chgData name="정지윤" userId="02c42eeb-3573-4fe0-87af-c4a597b73e9f" providerId="ADAL" clId="{9FBACC46-319B-4421-86B7-F535C5B48135}" dt="2023-11-01T06:14:34.885" v="9403" actId="22"/>
          <ac:spMkLst>
            <pc:docMk/>
            <pc:sldMk cId="439643513" sldId="1295"/>
            <ac:spMk id="6" creationId="{75BF7932-801E-8210-106D-C02D91F6A1ED}"/>
          </ac:spMkLst>
        </pc:spChg>
        <pc:spChg chg="mod">
          <ac:chgData name="정지윤" userId="02c42eeb-3573-4fe0-87af-c4a597b73e9f" providerId="ADAL" clId="{9FBACC46-319B-4421-86B7-F535C5B48135}" dt="2023-11-01T06:11:06.180" v="9369"/>
          <ac:spMkLst>
            <pc:docMk/>
            <pc:sldMk cId="439643513" sldId="129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10:18.977" v="9364" actId="14100"/>
          <ac:spMkLst>
            <pc:docMk/>
            <pc:sldMk cId="439643513" sldId="1295"/>
            <ac:spMk id="9" creationId="{82932151-0386-5F49-8480-5996917FD854}"/>
          </ac:spMkLst>
        </pc:spChg>
        <pc:graphicFrameChg chg="mod modGraphic">
          <ac:chgData name="정지윤" userId="02c42eeb-3573-4fe0-87af-c4a597b73e9f" providerId="ADAL" clId="{9FBACC46-319B-4421-86B7-F535C5B48135}" dt="2023-11-01T06:13:08.435" v="9401"/>
          <ac:graphicFrameMkLst>
            <pc:docMk/>
            <pc:sldMk cId="439643513" sldId="1295"/>
            <ac:graphicFrameMk id="3" creationId="{EB5E6BEF-7528-22F3-81D3-C88DBE43847E}"/>
          </ac:graphicFrameMkLst>
        </pc:graphicFrameChg>
        <pc:picChg chg="add mod ord">
          <ac:chgData name="정지윤" userId="02c42eeb-3573-4fe0-87af-c4a597b73e9f" providerId="ADAL" clId="{9FBACC46-319B-4421-86B7-F535C5B48135}" dt="2023-11-01T06:09:52.139" v="9362" actId="167"/>
          <ac:picMkLst>
            <pc:docMk/>
            <pc:sldMk cId="439643513" sldId="1295"/>
            <ac:picMk id="4" creationId="{1A1AA268-70B0-ACF8-EDAD-E67900FB81BE}"/>
          </ac:picMkLst>
        </pc:picChg>
        <pc:picChg chg="del">
          <ac:chgData name="정지윤" userId="02c42eeb-3573-4fe0-87af-c4a597b73e9f" providerId="ADAL" clId="{9FBACC46-319B-4421-86B7-F535C5B48135}" dt="2023-11-01T06:09:53.503" v="9363" actId="478"/>
          <ac:picMkLst>
            <pc:docMk/>
            <pc:sldMk cId="439643513" sldId="1295"/>
            <ac:picMk id="8" creationId="{2B70D9C1-193E-BE90-960F-DF10E7B4B38A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1T06:17:50.428" v="9766" actId="20577"/>
        <pc:sldMkLst>
          <pc:docMk/>
          <pc:sldMk cId="1915384850" sldId="1296"/>
        </pc:sldMkLst>
        <pc:spChg chg="mod">
          <ac:chgData name="정지윤" userId="02c42eeb-3573-4fe0-87af-c4a597b73e9f" providerId="ADAL" clId="{9FBACC46-319B-4421-86B7-F535C5B48135}" dt="2023-11-01T06:17:31.968" v="9764" actId="20577"/>
          <ac:spMkLst>
            <pc:docMk/>
            <pc:sldMk cId="1915384850" sldId="129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16:02.969" v="9440" actId="14100"/>
          <ac:spMkLst>
            <pc:docMk/>
            <pc:sldMk cId="1915384850" sldId="1296"/>
            <ac:spMk id="9" creationId="{82932151-0386-5F49-8480-5996917FD854}"/>
          </ac:spMkLst>
        </pc:spChg>
        <pc:graphicFrameChg chg="mod modGraphic">
          <ac:chgData name="정지윤" userId="02c42eeb-3573-4fe0-87af-c4a597b73e9f" providerId="ADAL" clId="{9FBACC46-319B-4421-86B7-F535C5B48135}" dt="2023-11-01T06:17:50.428" v="9766" actId="20577"/>
          <ac:graphicFrameMkLst>
            <pc:docMk/>
            <pc:sldMk cId="1915384850" sldId="129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6:15:54.355" v="9437" actId="478"/>
          <ac:picMkLst>
            <pc:docMk/>
            <pc:sldMk cId="1915384850" sldId="1296"/>
            <ac:picMk id="4" creationId="{1A1AA268-70B0-ACF8-EDAD-E67900FB81BE}"/>
          </ac:picMkLst>
        </pc:picChg>
        <pc:picChg chg="add mod ord modCrop">
          <ac:chgData name="정지윤" userId="02c42eeb-3573-4fe0-87af-c4a597b73e9f" providerId="ADAL" clId="{9FBACC46-319B-4421-86B7-F535C5B48135}" dt="2023-11-01T06:15:53.106" v="9436" actId="167"/>
          <ac:picMkLst>
            <pc:docMk/>
            <pc:sldMk cId="1915384850" sldId="1296"/>
            <ac:picMk id="6" creationId="{AFEA1717-F9C1-D46F-C3E3-77713F83963B}"/>
          </ac:picMkLst>
        </pc:picChg>
        <pc:cxnChg chg="mod">
          <ac:chgData name="정지윤" userId="02c42eeb-3573-4fe0-87af-c4a597b73e9f" providerId="ADAL" clId="{9FBACC46-319B-4421-86B7-F535C5B48135}" dt="2023-11-01T06:16:06.249" v="9441" actId="1076"/>
          <ac:cxnSpMkLst>
            <pc:docMk/>
            <pc:sldMk cId="1915384850" sldId="1296"/>
            <ac:cxnSpMk id="11" creationId="{6B0D11E0-7AB6-AFF0-E5C3-CCB53AF0C70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6:27:09.729" v="10073" actId="20577"/>
        <pc:sldMkLst>
          <pc:docMk/>
          <pc:sldMk cId="3838450971" sldId="1297"/>
        </pc:sldMkLst>
        <pc:spChg chg="add del mod">
          <ac:chgData name="정지윤" userId="02c42eeb-3573-4fe0-87af-c4a597b73e9f" providerId="ADAL" clId="{9FBACC46-319B-4421-86B7-F535C5B48135}" dt="2023-11-01T06:26:32.499" v="10071" actId="478"/>
          <ac:spMkLst>
            <pc:docMk/>
            <pc:sldMk cId="3838450971" sldId="1297"/>
            <ac:spMk id="5" creationId="{9D1B79B7-3DEF-0D17-6F5B-455D7E8D264B}"/>
          </ac:spMkLst>
        </pc:spChg>
        <pc:spChg chg="mod">
          <ac:chgData name="정지윤" userId="02c42eeb-3573-4fe0-87af-c4a597b73e9f" providerId="ADAL" clId="{9FBACC46-319B-4421-86B7-F535C5B48135}" dt="2023-11-01T06:25:06.599" v="10060" actId="14100"/>
          <ac:spMkLst>
            <pc:docMk/>
            <pc:sldMk cId="3838450971" sldId="1297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6:18:48.443" v="9783" actId="478"/>
          <ac:spMkLst>
            <pc:docMk/>
            <pc:sldMk cId="3838450971" sldId="1297"/>
            <ac:spMk id="9" creationId="{82932151-0386-5F49-8480-5996917FD854}"/>
          </ac:spMkLst>
        </pc:spChg>
        <pc:spChg chg="add mod ord">
          <ac:chgData name="정지윤" userId="02c42eeb-3573-4fe0-87af-c4a597b73e9f" providerId="ADAL" clId="{9FBACC46-319B-4421-86B7-F535C5B48135}" dt="2023-11-01T06:25:35.103" v="10069" actId="14100"/>
          <ac:spMkLst>
            <pc:docMk/>
            <pc:sldMk cId="3838450971" sldId="1297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6:27:09.729" v="10073" actId="20577"/>
          <ac:graphicFrameMkLst>
            <pc:docMk/>
            <pc:sldMk cId="3838450971" sldId="1297"/>
            <ac:graphicFrameMk id="3" creationId="{EB5E6BEF-7528-22F3-81D3-C88DBE43847E}"/>
          </ac:graphicFrameMkLst>
        </pc:graphicFrameChg>
        <pc:picChg chg="add del mod">
          <ac:chgData name="정지윤" userId="02c42eeb-3573-4fe0-87af-c4a597b73e9f" providerId="ADAL" clId="{9FBACC46-319B-4421-86B7-F535C5B48135}" dt="2023-11-01T06:18:34.443" v="9779" actId="478"/>
          <ac:picMkLst>
            <pc:docMk/>
            <pc:sldMk cId="3838450971" sldId="1297"/>
            <ac:picMk id="4" creationId="{ED36CD88-EA2A-81D5-7D69-115E9D7D9468}"/>
          </ac:picMkLst>
        </pc:picChg>
        <pc:picChg chg="mod modCrop">
          <ac:chgData name="정지윤" userId="02c42eeb-3573-4fe0-87af-c4a597b73e9f" providerId="ADAL" clId="{9FBACC46-319B-4421-86B7-F535C5B48135}" dt="2023-11-01T06:25:26.473" v="10065" actId="18131"/>
          <ac:picMkLst>
            <pc:docMk/>
            <pc:sldMk cId="3838450971" sldId="1297"/>
            <ac:picMk id="6" creationId="{AFEA1717-F9C1-D46F-C3E3-77713F83963B}"/>
          </ac:picMkLst>
        </pc:picChg>
        <pc:picChg chg="add del">
          <ac:chgData name="정지윤" userId="02c42eeb-3573-4fe0-87af-c4a597b73e9f" providerId="ADAL" clId="{9FBACC46-319B-4421-86B7-F535C5B48135}" dt="2023-11-01T06:19:13.180" v="9786" actId="478"/>
          <ac:picMkLst>
            <pc:docMk/>
            <pc:sldMk cId="3838450971" sldId="1297"/>
            <ac:picMk id="10" creationId="{ABF1FD2D-46FC-90E0-C4C9-7CCE557A068A}"/>
          </ac:picMkLst>
        </pc:picChg>
        <pc:cxnChg chg="del">
          <ac:chgData name="정지윤" userId="02c42eeb-3573-4fe0-87af-c4a597b73e9f" providerId="ADAL" clId="{9FBACC46-319B-4421-86B7-F535C5B48135}" dt="2023-11-01T06:18:48.443" v="9783" actId="478"/>
          <ac:cxnSpMkLst>
            <pc:docMk/>
            <pc:sldMk cId="3838450971" sldId="1297"/>
            <ac:cxnSpMk id="11" creationId="{6B0D11E0-7AB6-AFF0-E5C3-CCB53AF0C708}"/>
          </ac:cxnSpMkLst>
        </pc:cxnChg>
        <pc:cxnChg chg="add mod">
          <ac:chgData name="정지윤" userId="02c42eeb-3573-4fe0-87af-c4a597b73e9f" providerId="ADAL" clId="{9FBACC46-319B-4421-86B7-F535C5B48135}" dt="2023-11-01T06:25:37.031" v="10070" actId="1076"/>
          <ac:cxnSpMkLst>
            <pc:docMk/>
            <pc:sldMk cId="3838450971" sldId="1297"/>
            <ac:cxnSpMk id="13" creationId="{55D7EAB7-965D-5934-7004-504E50BFD51D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6:32:54.472" v="10483" actId="20577"/>
        <pc:sldMkLst>
          <pc:docMk/>
          <pc:sldMk cId="3727965401" sldId="1298"/>
        </pc:sldMkLst>
        <pc:spChg chg="mod">
          <ac:chgData name="정지윤" userId="02c42eeb-3573-4fe0-87af-c4a597b73e9f" providerId="ADAL" clId="{9FBACC46-319B-4421-86B7-F535C5B48135}" dt="2023-11-01T06:32:31.728" v="10481" actId="13926"/>
          <ac:spMkLst>
            <pc:docMk/>
            <pc:sldMk cId="3727965401" sldId="1298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1T06:32:54.472" v="10483" actId="20577"/>
          <ac:graphicFrameMkLst>
            <pc:docMk/>
            <pc:sldMk cId="3727965401" sldId="1298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6:30:32.066" v="10081" actId="478"/>
          <ac:picMkLst>
            <pc:docMk/>
            <pc:sldMk cId="3727965401" sldId="1298"/>
            <ac:picMk id="6" creationId="{AFEA1717-F9C1-D46F-C3E3-77713F83963B}"/>
          </ac:picMkLst>
        </pc:picChg>
        <pc:picChg chg="add mod modCrop">
          <ac:chgData name="정지윤" userId="02c42eeb-3573-4fe0-87af-c4a597b73e9f" providerId="ADAL" clId="{9FBACC46-319B-4421-86B7-F535C5B48135}" dt="2023-11-01T06:31:08.743" v="10089" actId="1076"/>
          <ac:picMkLst>
            <pc:docMk/>
            <pc:sldMk cId="3727965401" sldId="1298"/>
            <ac:picMk id="8" creationId="{CABE2282-C149-2641-DB13-88CC3A0231B1}"/>
          </ac:picMkLst>
        </pc:picChg>
        <pc:picChg chg="mod ord modCrop">
          <ac:chgData name="정지윤" userId="02c42eeb-3573-4fe0-87af-c4a597b73e9f" providerId="ADAL" clId="{9FBACC46-319B-4421-86B7-F535C5B48135}" dt="2023-11-01T06:31:08.743" v="10089" actId="1076"/>
          <ac:picMkLst>
            <pc:docMk/>
            <pc:sldMk cId="3727965401" sldId="1298"/>
            <ac:picMk id="10" creationId="{ABF1FD2D-46FC-90E0-C4C9-7CCE557A068A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1T06:43:07.088" v="10645" actId="20577"/>
        <pc:sldMkLst>
          <pc:docMk/>
          <pc:sldMk cId="2667494506" sldId="1299"/>
        </pc:sldMkLst>
        <pc:spChg chg="mod">
          <ac:chgData name="정지윤" userId="02c42eeb-3573-4fe0-87af-c4a597b73e9f" providerId="ADAL" clId="{9FBACC46-319B-4421-86B7-F535C5B48135}" dt="2023-11-01T06:43:07.088" v="10645" actId="20577"/>
          <ac:spMkLst>
            <pc:docMk/>
            <pc:sldMk cId="2667494506" sldId="129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33:56.614" v="10497" actId="14100"/>
          <ac:spMkLst>
            <pc:docMk/>
            <pc:sldMk cId="2667494506" sldId="1299"/>
            <ac:spMk id="12" creationId="{6BCB12D8-F127-CE7E-743C-F135631BE2F1}"/>
          </ac:spMkLst>
        </pc:spChg>
        <pc:graphicFrameChg chg="mod modGraphic">
          <ac:chgData name="정지윤" userId="02c42eeb-3573-4fe0-87af-c4a597b73e9f" providerId="ADAL" clId="{9FBACC46-319B-4421-86B7-F535C5B48135}" dt="2023-11-01T06:34:35.475" v="10506" actId="6549"/>
          <ac:graphicFrameMkLst>
            <pc:docMk/>
            <pc:sldMk cId="2667494506" sldId="1299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6:33:48.155" v="10493" actId="167"/>
          <ac:picMkLst>
            <pc:docMk/>
            <pc:sldMk cId="2667494506" sldId="1299"/>
            <ac:picMk id="5" creationId="{93771959-634A-A16C-AE9E-DE86FD01E968}"/>
          </ac:picMkLst>
        </pc:picChg>
        <pc:picChg chg="del mod">
          <ac:chgData name="정지윤" userId="02c42eeb-3573-4fe0-87af-c4a597b73e9f" providerId="ADAL" clId="{9FBACC46-319B-4421-86B7-F535C5B48135}" dt="2023-11-01T06:33:51.245" v="10495" actId="478"/>
          <ac:picMkLst>
            <pc:docMk/>
            <pc:sldMk cId="2667494506" sldId="1299"/>
            <ac:picMk id="6" creationId="{AFEA1717-F9C1-D46F-C3E3-77713F83963B}"/>
          </ac:picMkLst>
        </pc:picChg>
        <pc:cxnChg chg="mod">
          <ac:chgData name="정지윤" userId="02c42eeb-3573-4fe0-87af-c4a597b73e9f" providerId="ADAL" clId="{9FBACC46-319B-4421-86B7-F535C5B48135}" dt="2023-11-01T06:33:58.174" v="10498" actId="1076"/>
          <ac:cxnSpMkLst>
            <pc:docMk/>
            <pc:sldMk cId="2667494506" sldId="1299"/>
            <ac:cxnSpMk id="13" creationId="{55D7EAB7-965D-5934-7004-504E50BFD51D}"/>
          </ac:cxnSpMkLst>
        </pc:cxnChg>
      </pc:sldChg>
      <pc:sldChg chg="add del">
        <pc:chgData name="정지윤" userId="02c42eeb-3573-4fe0-87af-c4a597b73e9f" providerId="ADAL" clId="{9FBACC46-319B-4421-86B7-F535C5B48135}" dt="2023-11-01T06:34:48.312" v="10507" actId="47"/>
        <pc:sldMkLst>
          <pc:docMk/>
          <pc:sldMk cId="812915330" sldId="1300"/>
        </pc:sldMkLst>
      </pc:sldChg>
      <pc:sldChg chg="addSp delSp modSp add mod">
        <pc:chgData name="정지윤" userId="02c42eeb-3573-4fe0-87af-c4a597b73e9f" providerId="ADAL" clId="{9FBACC46-319B-4421-86B7-F535C5B48135}" dt="2023-11-01T06:49:43.794" v="10696" actId="20577"/>
        <pc:sldMkLst>
          <pc:docMk/>
          <pc:sldMk cId="1224469565" sldId="1300"/>
        </pc:sldMkLst>
        <pc:spChg chg="mod">
          <ac:chgData name="정지윤" userId="02c42eeb-3573-4fe0-87af-c4a597b73e9f" providerId="ADAL" clId="{9FBACC46-319B-4421-86B7-F535C5B48135}" dt="2023-11-01T06:48:49.478" v="10692"/>
          <ac:spMkLst>
            <pc:docMk/>
            <pc:sldMk cId="1224469565" sldId="1300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6:48:33.045" v="10689" actId="14100"/>
          <ac:spMkLst>
            <pc:docMk/>
            <pc:sldMk cId="1224469565" sldId="1300"/>
            <ac:spMk id="12" creationId="{6BCB12D8-F127-CE7E-743C-F135631BE2F1}"/>
          </ac:spMkLst>
        </pc:spChg>
        <pc:graphicFrameChg chg="mod modGraphic">
          <ac:chgData name="정지윤" userId="02c42eeb-3573-4fe0-87af-c4a597b73e9f" providerId="ADAL" clId="{9FBACC46-319B-4421-86B7-F535C5B48135}" dt="2023-11-01T06:49:43.794" v="10696" actId="20577"/>
          <ac:graphicFrameMkLst>
            <pc:docMk/>
            <pc:sldMk cId="1224469565" sldId="1300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1T06:48:27.471" v="10687" actId="478"/>
          <ac:picMkLst>
            <pc:docMk/>
            <pc:sldMk cId="1224469565" sldId="1300"/>
            <ac:picMk id="5" creationId="{93771959-634A-A16C-AE9E-DE86FD01E968}"/>
          </ac:picMkLst>
        </pc:picChg>
        <pc:picChg chg="add mod ord modCrop">
          <ac:chgData name="정지윤" userId="02c42eeb-3573-4fe0-87af-c4a597b73e9f" providerId="ADAL" clId="{9FBACC46-319B-4421-86B7-F535C5B48135}" dt="2023-11-01T06:48:26.356" v="10686" actId="167"/>
          <ac:picMkLst>
            <pc:docMk/>
            <pc:sldMk cId="1224469565" sldId="1300"/>
            <ac:picMk id="6" creationId="{D95790A3-F101-2A17-C82F-C3E899B7EFC9}"/>
          </ac:picMkLst>
        </pc:picChg>
        <pc:cxnChg chg="mod">
          <ac:chgData name="정지윤" userId="02c42eeb-3573-4fe0-87af-c4a597b73e9f" providerId="ADAL" clId="{9FBACC46-319B-4421-86B7-F535C5B48135}" dt="2023-11-01T06:48:34.893" v="10690" actId="1076"/>
          <ac:cxnSpMkLst>
            <pc:docMk/>
            <pc:sldMk cId="1224469565" sldId="1300"/>
            <ac:cxnSpMk id="13" creationId="{55D7EAB7-965D-5934-7004-504E50BFD51D}"/>
          </ac:cxnSpMkLst>
        </pc:cxnChg>
      </pc:sldChg>
      <pc:sldChg chg="add del">
        <pc:chgData name="정지윤" userId="02c42eeb-3573-4fe0-87af-c4a597b73e9f" providerId="ADAL" clId="{9FBACC46-319B-4421-86B7-F535C5B48135}" dt="2023-11-01T06:49:47.203" v="10697" actId="47"/>
        <pc:sldMkLst>
          <pc:docMk/>
          <pc:sldMk cId="1638777664" sldId="1301"/>
        </pc:sldMkLst>
      </pc:sldChg>
      <pc:sldChg chg="addSp delSp modSp add mod">
        <pc:chgData name="정지윤" userId="02c42eeb-3573-4fe0-87af-c4a597b73e9f" providerId="ADAL" clId="{9FBACC46-319B-4421-86B7-F535C5B48135}" dt="2023-11-02T02:23:41.253" v="12484" actId="6549"/>
        <pc:sldMkLst>
          <pc:docMk/>
          <pc:sldMk cId="3827568494" sldId="1301"/>
        </pc:sldMkLst>
        <pc:spChg chg="mod">
          <ac:chgData name="정지윤" userId="02c42eeb-3573-4fe0-87af-c4a597b73e9f" providerId="ADAL" clId="{9FBACC46-319B-4421-86B7-F535C5B48135}" dt="2023-11-02T02:23:41.253" v="12484" actId="6549"/>
          <ac:spMkLst>
            <pc:docMk/>
            <pc:sldMk cId="3827568494" sldId="1301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1T07:29:31.565" v="10712" actId="14100"/>
          <ac:spMkLst>
            <pc:docMk/>
            <pc:sldMk cId="3827568494" sldId="1301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7:30:10.162" v="10714" actId="6549"/>
          <ac:graphicFrameMkLst>
            <pc:docMk/>
            <pc:sldMk cId="3827568494" sldId="1301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7:25:39.427" v="10709" actId="167"/>
          <ac:picMkLst>
            <pc:docMk/>
            <pc:sldMk cId="3827568494" sldId="1301"/>
            <ac:picMk id="5" creationId="{0C6F40A5-5070-DAF8-CC72-33F30E2A4B2B}"/>
          </ac:picMkLst>
        </pc:picChg>
        <pc:picChg chg="del">
          <ac:chgData name="정지윤" userId="02c42eeb-3573-4fe0-87af-c4a597b73e9f" providerId="ADAL" clId="{9FBACC46-319B-4421-86B7-F535C5B48135}" dt="2023-11-01T07:25:41.234" v="10710" actId="478"/>
          <ac:picMkLst>
            <pc:docMk/>
            <pc:sldMk cId="3827568494" sldId="1301"/>
            <ac:picMk id="6" creationId="{D95790A3-F101-2A17-C82F-C3E899B7EFC9}"/>
          </ac:picMkLst>
        </pc:picChg>
        <pc:cxnChg chg="mod">
          <ac:chgData name="정지윤" userId="02c42eeb-3573-4fe0-87af-c4a597b73e9f" providerId="ADAL" clId="{9FBACC46-319B-4421-86B7-F535C5B48135}" dt="2023-11-01T07:29:33.840" v="10713" actId="1076"/>
          <ac:cxnSpMkLst>
            <pc:docMk/>
            <pc:sldMk cId="3827568494" sldId="1301"/>
            <ac:cxnSpMk id="13" creationId="{55D7EAB7-965D-5934-7004-504E50BFD51D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7:48:39.565" v="11543" actId="571"/>
        <pc:sldMkLst>
          <pc:docMk/>
          <pc:sldMk cId="1957506229" sldId="1302"/>
        </pc:sldMkLst>
        <pc:spChg chg="mod">
          <ac:chgData name="정지윤" userId="02c42eeb-3573-4fe0-87af-c4a597b73e9f" providerId="ADAL" clId="{9FBACC46-319B-4421-86B7-F535C5B48135}" dt="2023-11-01T07:46:25.220" v="11332" actId="20577"/>
          <ac:spMkLst>
            <pc:docMk/>
            <pc:sldMk cId="1957506229" sldId="1302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7:47:15.370" v="11542"/>
          <ac:spMkLst>
            <pc:docMk/>
            <pc:sldMk cId="1957506229" sldId="1302"/>
            <ac:spMk id="8" creationId="{9B3A66C8-4070-F614-F558-473E3532F00F}"/>
          </ac:spMkLst>
        </pc:spChg>
        <pc:spChg chg="add mod">
          <ac:chgData name="정지윤" userId="02c42eeb-3573-4fe0-87af-c4a597b73e9f" providerId="ADAL" clId="{9FBACC46-319B-4421-86B7-F535C5B48135}" dt="2023-11-01T07:47:01.985" v="11483" actId="20577"/>
          <ac:spMkLst>
            <pc:docMk/>
            <pc:sldMk cId="1957506229" sldId="1302"/>
            <ac:spMk id="10" creationId="{034D2FAB-D76A-B77C-5ADD-2B6C4DBB2E24}"/>
          </ac:spMkLst>
        </pc:spChg>
        <pc:spChg chg="add mod">
          <ac:chgData name="정지윤" userId="02c42eeb-3573-4fe0-87af-c4a597b73e9f" providerId="ADAL" clId="{9FBACC46-319B-4421-86B7-F535C5B48135}" dt="2023-11-01T07:48:39.565" v="11543" actId="571"/>
          <ac:spMkLst>
            <pc:docMk/>
            <pc:sldMk cId="1957506229" sldId="1302"/>
            <ac:spMk id="11" creationId="{60A4E911-DDE7-FFA6-D3ED-AF750F670A1E}"/>
          </ac:spMkLst>
        </pc:spChg>
        <pc:spChg chg="mod ord">
          <ac:chgData name="정지윤" userId="02c42eeb-3573-4fe0-87af-c4a597b73e9f" providerId="ADAL" clId="{9FBACC46-319B-4421-86B7-F535C5B48135}" dt="2023-11-01T07:45:06.557" v="10997" actId="14100"/>
          <ac:spMkLst>
            <pc:docMk/>
            <pc:sldMk cId="1957506229" sldId="1302"/>
            <ac:spMk id="12" creationId="{6BCB12D8-F127-CE7E-743C-F135631BE2F1}"/>
          </ac:spMkLst>
        </pc:spChg>
        <pc:picChg chg="del">
          <ac:chgData name="정지윤" userId="02c42eeb-3573-4fe0-87af-c4a597b73e9f" providerId="ADAL" clId="{9FBACC46-319B-4421-86B7-F535C5B48135}" dt="2023-11-01T07:45:09.567" v="10999" actId="478"/>
          <ac:picMkLst>
            <pc:docMk/>
            <pc:sldMk cId="1957506229" sldId="1302"/>
            <ac:picMk id="5" creationId="{0C6F40A5-5070-DAF8-CC72-33F30E2A4B2B}"/>
          </ac:picMkLst>
        </pc:picChg>
        <pc:picChg chg="add mod modCrop">
          <ac:chgData name="정지윤" userId="02c42eeb-3573-4fe0-87af-c4a597b73e9f" providerId="ADAL" clId="{9FBACC46-319B-4421-86B7-F535C5B48135}" dt="2023-11-01T07:44:18.814" v="10804" actId="1076"/>
          <ac:picMkLst>
            <pc:docMk/>
            <pc:sldMk cId="1957506229" sldId="1302"/>
            <ac:picMk id="6" creationId="{2FBD4EBA-67CA-746A-FCF1-2D3248B64B31}"/>
          </ac:picMkLst>
        </pc:picChg>
        <pc:picChg chg="add mod">
          <ac:chgData name="정지윤" userId="02c42eeb-3573-4fe0-87af-c4a597b73e9f" providerId="ADAL" clId="{9FBACC46-319B-4421-86B7-F535C5B48135}" dt="2023-11-01T07:46:50.629" v="11409" actId="1076"/>
          <ac:picMkLst>
            <pc:docMk/>
            <pc:sldMk cId="1957506229" sldId="1302"/>
            <ac:picMk id="9" creationId="{7B37711F-2CCD-9F2A-7110-5595A4E28AE9}"/>
          </ac:picMkLst>
        </pc:picChg>
        <pc:cxnChg chg="mod ord">
          <ac:chgData name="정지윤" userId="02c42eeb-3573-4fe0-87af-c4a597b73e9f" providerId="ADAL" clId="{9FBACC46-319B-4421-86B7-F535C5B48135}" dt="2023-11-01T07:45:08.382" v="10998" actId="1076"/>
          <ac:cxnSpMkLst>
            <pc:docMk/>
            <pc:sldMk cId="1957506229" sldId="1302"/>
            <ac:cxnSpMk id="13" creationId="{55D7EAB7-965D-5934-7004-504E50BFD51D}"/>
          </ac:cxnSpMkLst>
        </pc:cxnChg>
        <pc:cxnChg chg="add mod">
          <ac:chgData name="정지윤" userId="02c42eeb-3573-4fe0-87af-c4a597b73e9f" providerId="ADAL" clId="{9FBACC46-319B-4421-86B7-F535C5B48135}" dt="2023-11-01T07:48:39.565" v="11543" actId="571"/>
          <ac:cxnSpMkLst>
            <pc:docMk/>
            <pc:sldMk cId="1957506229" sldId="1302"/>
            <ac:cxnSpMk id="14" creationId="{B3FF2F83-725C-5508-AF02-8414868E82A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7:52:36.309" v="12045" actId="20577"/>
        <pc:sldMkLst>
          <pc:docMk/>
          <pc:sldMk cId="1531610059" sldId="1303"/>
        </pc:sldMkLst>
        <pc:spChg chg="mod">
          <ac:chgData name="정지윤" userId="02c42eeb-3573-4fe0-87af-c4a597b73e9f" providerId="ADAL" clId="{9FBACC46-319B-4421-86B7-F535C5B48135}" dt="2023-11-01T07:52:36.309" v="12045" actId="20577"/>
          <ac:spMkLst>
            <pc:docMk/>
            <pc:sldMk cId="1531610059" sldId="1303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7:49:36.893" v="11563" actId="1076"/>
          <ac:spMkLst>
            <pc:docMk/>
            <pc:sldMk cId="1531610059" sldId="1303"/>
            <ac:spMk id="9" creationId="{2A125AB4-D7AC-97F3-0885-09AA1E9B5A38}"/>
          </ac:spMkLst>
        </pc:spChg>
        <pc:spChg chg="add mod">
          <ac:chgData name="정지윤" userId="02c42eeb-3573-4fe0-87af-c4a597b73e9f" providerId="ADAL" clId="{9FBACC46-319B-4421-86B7-F535C5B48135}" dt="2023-11-01T07:49:40.005" v="11564" actId="571"/>
          <ac:spMkLst>
            <pc:docMk/>
            <pc:sldMk cId="1531610059" sldId="1303"/>
            <ac:spMk id="11" creationId="{1337D1B5-7A71-A62E-E29C-BA770D1F7D27}"/>
          </ac:spMkLst>
        </pc:spChg>
        <pc:spChg chg="mod">
          <ac:chgData name="정지윤" userId="02c42eeb-3573-4fe0-87af-c4a597b73e9f" providerId="ADAL" clId="{9FBACC46-319B-4421-86B7-F535C5B48135}" dt="2023-11-01T07:49:36.893" v="11563" actId="1076"/>
          <ac:spMkLst>
            <pc:docMk/>
            <pc:sldMk cId="1531610059" sldId="1303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7:50:12.514" v="11567" actId="20577"/>
          <ac:graphicFrameMkLst>
            <pc:docMk/>
            <pc:sldMk cId="1531610059" sldId="1303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7:49:16.218" v="11555" actId="478"/>
          <ac:picMkLst>
            <pc:docMk/>
            <pc:sldMk cId="1531610059" sldId="1303"/>
            <ac:picMk id="5" creationId="{0C6F40A5-5070-DAF8-CC72-33F30E2A4B2B}"/>
          </ac:picMkLst>
        </pc:picChg>
        <pc:picChg chg="add mod ord modCrop">
          <ac:chgData name="정지윤" userId="02c42eeb-3573-4fe0-87af-c4a597b73e9f" providerId="ADAL" clId="{9FBACC46-319B-4421-86B7-F535C5B48135}" dt="2023-11-01T07:49:36.893" v="11563" actId="1076"/>
          <ac:picMkLst>
            <pc:docMk/>
            <pc:sldMk cId="1531610059" sldId="1303"/>
            <ac:picMk id="6" creationId="{A3A269D1-1917-F8E9-01B8-EDCA68F4F781}"/>
          </ac:picMkLst>
        </pc:picChg>
        <pc:cxnChg chg="add mod">
          <ac:chgData name="정지윤" userId="02c42eeb-3573-4fe0-87af-c4a597b73e9f" providerId="ADAL" clId="{9FBACC46-319B-4421-86B7-F535C5B48135}" dt="2023-11-01T07:49:36.893" v="11563" actId="1076"/>
          <ac:cxnSpMkLst>
            <pc:docMk/>
            <pc:sldMk cId="1531610059" sldId="1303"/>
            <ac:cxnSpMk id="8" creationId="{11C5B4FB-663E-385E-1463-E89E9FE63123}"/>
          </ac:cxnSpMkLst>
        </pc:cxnChg>
        <pc:cxnChg chg="add mod">
          <ac:chgData name="정지윤" userId="02c42eeb-3573-4fe0-87af-c4a597b73e9f" providerId="ADAL" clId="{9FBACC46-319B-4421-86B7-F535C5B48135}" dt="2023-11-01T07:49:40.005" v="11564" actId="571"/>
          <ac:cxnSpMkLst>
            <pc:docMk/>
            <pc:sldMk cId="1531610059" sldId="1303"/>
            <ac:cxnSpMk id="10" creationId="{9554CD38-F1F2-2E2D-EF34-BFB04C4E1F1D}"/>
          </ac:cxnSpMkLst>
        </pc:cxnChg>
        <pc:cxnChg chg="mod">
          <ac:chgData name="정지윤" userId="02c42eeb-3573-4fe0-87af-c4a597b73e9f" providerId="ADAL" clId="{9FBACC46-319B-4421-86B7-F535C5B48135}" dt="2023-11-01T07:49:36.893" v="11563" actId="1076"/>
          <ac:cxnSpMkLst>
            <pc:docMk/>
            <pc:sldMk cId="1531610059" sldId="1303"/>
            <ac:cxnSpMk id="13" creationId="{55D7EAB7-965D-5934-7004-504E50BFD51D}"/>
          </ac:cxnSpMkLst>
        </pc:cxnChg>
      </pc:sldChg>
      <pc:sldChg chg="addSp delSp modSp add del mod">
        <pc:chgData name="정지윤" userId="02c42eeb-3573-4fe0-87af-c4a597b73e9f" providerId="ADAL" clId="{9FBACC46-319B-4421-86B7-F535C5B48135}" dt="2023-11-01T07:53:19.659" v="12053" actId="47"/>
        <pc:sldMkLst>
          <pc:docMk/>
          <pc:sldMk cId="2119503990" sldId="1304"/>
        </pc:sldMkLst>
        <pc:picChg chg="add del mod">
          <ac:chgData name="정지윤" userId="02c42eeb-3573-4fe0-87af-c4a597b73e9f" providerId="ADAL" clId="{9FBACC46-319B-4421-86B7-F535C5B48135}" dt="2023-11-01T07:53:18.219" v="12052" actId="21"/>
          <ac:picMkLst>
            <pc:docMk/>
            <pc:sldMk cId="2119503990" sldId="1304"/>
            <ac:picMk id="5" creationId="{AA26CCD2-DF4C-179D-57B6-2FFA0E9574B1}"/>
          </ac:picMkLst>
        </pc:picChg>
      </pc:sldChg>
      <pc:sldChg chg="add del">
        <pc:chgData name="정지윤" userId="02c42eeb-3573-4fe0-87af-c4a597b73e9f" providerId="ADAL" clId="{9FBACC46-319B-4421-86B7-F535C5B48135}" dt="2023-11-01T07:48:56.808" v="11546"/>
        <pc:sldMkLst>
          <pc:docMk/>
          <pc:sldMk cId="3890665100" sldId="1304"/>
        </pc:sldMkLst>
      </pc:sldChg>
      <pc:sldChg chg="addSp delSp modSp add mod">
        <pc:chgData name="정지윤" userId="02c42eeb-3573-4fe0-87af-c4a597b73e9f" providerId="ADAL" clId="{9FBACC46-319B-4421-86B7-F535C5B48135}" dt="2023-11-01T07:53:54.388" v="12091" actId="14100"/>
        <pc:sldMkLst>
          <pc:docMk/>
          <pc:sldMk cId="3985820544" sldId="1305"/>
        </pc:sldMkLst>
        <pc:spChg chg="mod">
          <ac:chgData name="정지윤" userId="02c42eeb-3573-4fe0-87af-c4a597b73e9f" providerId="ADAL" clId="{9FBACC46-319B-4421-86B7-F535C5B48135}" dt="2023-11-01T07:53:54.388" v="12091" actId="14100"/>
          <ac:spMkLst>
            <pc:docMk/>
            <pc:sldMk cId="3985820544" sldId="1305"/>
            <ac:spMk id="12" creationId="{6BCB12D8-F127-CE7E-743C-F135631BE2F1}"/>
          </ac:spMkLst>
        </pc:spChg>
        <pc:graphicFrameChg chg="mod modGraphic">
          <ac:chgData name="정지윤" userId="02c42eeb-3573-4fe0-87af-c4a597b73e9f" providerId="ADAL" clId="{9FBACC46-319B-4421-86B7-F535C5B48135}" dt="2023-11-01T07:53:32.277" v="12084"/>
          <ac:graphicFrameMkLst>
            <pc:docMk/>
            <pc:sldMk cId="3985820544" sldId="130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7:53:41.781" v="12088" actId="167"/>
          <ac:picMkLst>
            <pc:docMk/>
            <pc:sldMk cId="3985820544" sldId="1305"/>
            <ac:picMk id="4" creationId="{B2ED54DA-FD69-0C91-04C3-AF44451F374B}"/>
          </ac:picMkLst>
        </pc:picChg>
        <pc:picChg chg="del">
          <ac:chgData name="정지윤" userId="02c42eeb-3573-4fe0-87af-c4a597b73e9f" providerId="ADAL" clId="{9FBACC46-319B-4421-86B7-F535C5B48135}" dt="2023-11-01T07:53:43.127" v="12089" actId="478"/>
          <ac:picMkLst>
            <pc:docMk/>
            <pc:sldMk cId="3985820544" sldId="1305"/>
            <ac:picMk id="5" creationId="{0C6F40A5-5070-DAF8-CC72-33F30E2A4B2B}"/>
          </ac:picMkLst>
        </pc:picChg>
        <pc:cxnChg chg="mod">
          <ac:chgData name="정지윤" userId="02c42eeb-3573-4fe0-87af-c4a597b73e9f" providerId="ADAL" clId="{9FBACC46-319B-4421-86B7-F535C5B48135}" dt="2023-11-01T07:53:49.772" v="12090" actId="1076"/>
          <ac:cxnSpMkLst>
            <pc:docMk/>
            <pc:sldMk cId="3985820544" sldId="1305"/>
            <ac:cxnSpMk id="13" creationId="{55D7EAB7-965D-5934-7004-504E50BFD51D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8:06:23.248" v="12321" actId="478"/>
        <pc:sldMkLst>
          <pc:docMk/>
          <pc:sldMk cId="1999665129" sldId="1306"/>
        </pc:sldMkLst>
        <pc:spChg chg="mod">
          <ac:chgData name="정지윤" userId="02c42eeb-3573-4fe0-87af-c4a597b73e9f" providerId="ADAL" clId="{9FBACC46-319B-4421-86B7-F535C5B48135}" dt="2023-11-01T07:56:05.244" v="12205" actId="20577"/>
          <ac:spMkLst>
            <pc:docMk/>
            <pc:sldMk cId="1999665129" sldId="1306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8:06:23.248" v="12321" actId="478"/>
          <ac:spMkLst>
            <pc:docMk/>
            <pc:sldMk cId="1999665129" sldId="1306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7:58:14.887" v="12253" actId="20577"/>
          <ac:graphicFrameMkLst>
            <pc:docMk/>
            <pc:sldMk cId="1999665129" sldId="130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8:06:17.187" v="12319" actId="478"/>
          <ac:picMkLst>
            <pc:docMk/>
            <pc:sldMk cId="1999665129" sldId="1306"/>
            <ac:picMk id="4" creationId="{B2ED54DA-FD69-0C91-04C3-AF44451F374B}"/>
          </ac:picMkLst>
        </pc:picChg>
        <pc:picChg chg="add mod ord modCrop">
          <ac:chgData name="정지윤" userId="02c42eeb-3573-4fe0-87af-c4a597b73e9f" providerId="ADAL" clId="{9FBACC46-319B-4421-86B7-F535C5B48135}" dt="2023-11-01T08:06:14.155" v="12318" actId="167"/>
          <ac:picMkLst>
            <pc:docMk/>
            <pc:sldMk cId="1999665129" sldId="1306"/>
            <ac:picMk id="6" creationId="{DACEEA04-64D3-2E56-5C04-1F6436E7646B}"/>
          </ac:picMkLst>
        </pc:picChg>
        <pc:cxnChg chg="del">
          <ac:chgData name="정지윤" userId="02c42eeb-3573-4fe0-87af-c4a597b73e9f" providerId="ADAL" clId="{9FBACC46-319B-4421-86B7-F535C5B48135}" dt="2023-11-01T08:06:20.111" v="12320" actId="478"/>
          <ac:cxnSpMkLst>
            <pc:docMk/>
            <pc:sldMk cId="1999665129" sldId="1306"/>
            <ac:cxnSpMk id="13" creationId="{55D7EAB7-965D-5934-7004-504E50BFD51D}"/>
          </ac:cxnSpMkLst>
        </pc:cxnChg>
      </pc:sldChg>
      <pc:sldChg chg="delSp modSp add mod">
        <pc:chgData name="정지윤" userId="02c42eeb-3573-4fe0-87af-c4a597b73e9f" providerId="ADAL" clId="{9FBACC46-319B-4421-86B7-F535C5B48135}" dt="2023-11-01T07:59:32.263" v="12298" actId="478"/>
        <pc:sldMkLst>
          <pc:docMk/>
          <pc:sldMk cId="3511711499" sldId="1307"/>
        </pc:sldMkLst>
        <pc:spChg chg="mod">
          <ac:chgData name="정지윤" userId="02c42eeb-3573-4fe0-87af-c4a597b73e9f" providerId="ADAL" clId="{9FBACC46-319B-4421-86B7-F535C5B48135}" dt="2023-11-01T07:58:58.720" v="12295" actId="20577"/>
          <ac:spMkLst>
            <pc:docMk/>
            <pc:sldMk cId="3511711499" sldId="1307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7:59:32.263" v="12298" actId="478"/>
          <ac:spMkLst>
            <pc:docMk/>
            <pc:sldMk cId="3511711499" sldId="1307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7:58:10.949" v="12249" actId="20577"/>
          <ac:graphicFrameMkLst>
            <pc:docMk/>
            <pc:sldMk cId="3511711499" sldId="1307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1T07:59:32.263" v="12298" actId="478"/>
          <ac:picMkLst>
            <pc:docMk/>
            <pc:sldMk cId="3511711499" sldId="1307"/>
            <ac:picMk id="4" creationId="{B2ED54DA-FD69-0C91-04C3-AF44451F374B}"/>
          </ac:picMkLst>
        </pc:picChg>
        <pc:cxnChg chg="del">
          <ac:chgData name="정지윤" userId="02c42eeb-3573-4fe0-87af-c4a597b73e9f" providerId="ADAL" clId="{9FBACC46-319B-4421-86B7-F535C5B48135}" dt="2023-11-01T07:59:32.263" v="12298" actId="478"/>
          <ac:cxnSpMkLst>
            <pc:docMk/>
            <pc:sldMk cId="3511711499" sldId="1307"/>
            <ac:cxnSpMk id="13" creationId="{55D7EAB7-965D-5934-7004-504E50BFD51D}"/>
          </ac:cxnSpMkLst>
        </pc:cxnChg>
      </pc:sldChg>
      <pc:sldChg chg="add">
        <pc:chgData name="정지윤" userId="02c42eeb-3573-4fe0-87af-c4a597b73e9f" providerId="ADAL" clId="{9FBACC46-319B-4421-86B7-F535C5B48135}" dt="2023-11-01T07:59:34.545" v="12299"/>
        <pc:sldMkLst>
          <pc:docMk/>
          <pc:sldMk cId="2808743734" sldId="1308"/>
        </pc:sldMkLst>
      </pc:sldChg>
      <pc:sldChg chg="addSp delSp add mod">
        <pc:chgData name="정지윤" userId="02c42eeb-3573-4fe0-87af-c4a597b73e9f" providerId="ADAL" clId="{9FBACC46-319B-4421-86B7-F535C5B48135}" dt="2023-11-01T08:00:19.113" v="12303" actId="22"/>
        <pc:sldMkLst>
          <pc:docMk/>
          <pc:sldMk cId="3816198893" sldId="1309"/>
        </pc:sldMkLst>
        <pc:spChg chg="add del">
          <ac:chgData name="정지윤" userId="02c42eeb-3573-4fe0-87af-c4a597b73e9f" providerId="ADAL" clId="{9FBACC46-319B-4421-86B7-F535C5B48135}" dt="2023-11-01T08:00:19.113" v="12303" actId="22"/>
          <ac:spMkLst>
            <pc:docMk/>
            <pc:sldMk cId="3816198893" sldId="1309"/>
            <ac:spMk id="5" creationId="{DEE1684C-26C9-10BA-4C3C-6C08E47EE783}"/>
          </ac:spMkLst>
        </pc:spChg>
      </pc:sldChg>
      <pc:sldChg chg="addSp delSp modSp add mod">
        <pc:chgData name="정지윤" userId="02c42eeb-3573-4fe0-87af-c4a597b73e9f" providerId="ADAL" clId="{9FBACC46-319B-4421-86B7-F535C5B48135}" dt="2023-11-01T08:08:18.177" v="12348" actId="6549"/>
        <pc:sldMkLst>
          <pc:docMk/>
          <pc:sldMk cId="2128605699" sldId="1310"/>
        </pc:sldMkLst>
        <pc:spChg chg="mod">
          <ac:chgData name="정지윤" userId="02c42eeb-3573-4fe0-87af-c4a597b73e9f" providerId="ADAL" clId="{9FBACC46-319B-4421-86B7-F535C5B48135}" dt="2023-11-01T08:08:01.838" v="12344"/>
          <ac:spMkLst>
            <pc:docMk/>
            <pc:sldMk cId="2128605699" sldId="1310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1T08:07:43.883" v="12342" actId="1076"/>
          <ac:spMkLst>
            <pc:docMk/>
            <pc:sldMk cId="2128605699" sldId="1310"/>
            <ac:spMk id="8" creationId="{EE0A2FEB-4E38-A34C-B499-995A30C59F2E}"/>
          </ac:spMkLst>
        </pc:spChg>
        <pc:graphicFrameChg chg="modGraphic">
          <ac:chgData name="정지윤" userId="02c42eeb-3573-4fe0-87af-c4a597b73e9f" providerId="ADAL" clId="{9FBACC46-319B-4421-86B7-F535C5B48135}" dt="2023-11-01T08:08:18.177" v="12348" actId="6549"/>
          <ac:graphicFrameMkLst>
            <pc:docMk/>
            <pc:sldMk cId="2128605699" sldId="1310"/>
            <ac:graphicFrameMk id="3" creationId="{EB5E6BEF-7528-22F3-81D3-C88DBE43847E}"/>
          </ac:graphicFrameMkLst>
        </pc:graphicFrameChg>
        <pc:picChg chg="add del mod">
          <ac:chgData name="정지윤" userId="02c42eeb-3573-4fe0-87af-c4a597b73e9f" providerId="ADAL" clId="{9FBACC46-319B-4421-86B7-F535C5B48135}" dt="2023-11-01T08:07:18.072" v="12335" actId="478"/>
          <ac:picMkLst>
            <pc:docMk/>
            <pc:sldMk cId="2128605699" sldId="1310"/>
            <ac:picMk id="4" creationId="{18E8C017-FEDF-D7FB-4C82-B781C8694261}"/>
          </ac:picMkLst>
        </pc:picChg>
        <pc:picChg chg="add mod ord modCrop">
          <ac:chgData name="정지윤" userId="02c42eeb-3573-4fe0-87af-c4a597b73e9f" providerId="ADAL" clId="{9FBACC46-319B-4421-86B7-F535C5B48135}" dt="2023-11-01T08:07:43.883" v="12342" actId="1076"/>
          <ac:picMkLst>
            <pc:docMk/>
            <pc:sldMk cId="2128605699" sldId="1310"/>
            <ac:picMk id="6" creationId="{21B64409-DE3F-5B3F-D367-519954288690}"/>
          </ac:picMkLst>
        </pc:picChg>
        <pc:cxnChg chg="add mod">
          <ac:chgData name="정지윤" userId="02c42eeb-3573-4fe0-87af-c4a597b73e9f" providerId="ADAL" clId="{9FBACC46-319B-4421-86B7-F535C5B48135}" dt="2023-11-01T08:07:43.883" v="12342" actId="1076"/>
          <ac:cxnSpMkLst>
            <pc:docMk/>
            <pc:sldMk cId="2128605699" sldId="1310"/>
            <ac:cxnSpMk id="10" creationId="{DEEA7467-C122-76A9-C1B5-59427B82C25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1:39.100" v="16502"/>
        <pc:sldMkLst>
          <pc:docMk/>
          <pc:sldMk cId="3199713195" sldId="1311"/>
        </pc:sldMkLst>
        <pc:spChg chg="mod">
          <ac:chgData name="정지윤" userId="02c42eeb-3573-4fe0-87af-c4a597b73e9f" providerId="ADAL" clId="{9FBACC46-319B-4421-86B7-F535C5B48135}" dt="2023-11-02T04:11:37.677" v="12518" actId="13926"/>
          <ac:spMkLst>
            <pc:docMk/>
            <pc:sldMk cId="3199713195" sldId="131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2T04:10:56.901" v="12504" actId="14100"/>
          <ac:spMkLst>
            <pc:docMk/>
            <pc:sldMk cId="3199713195" sldId="1311"/>
            <ac:spMk id="8" creationId="{A4E376CF-9A5D-400C-5FCA-8B7A01928FBC}"/>
          </ac:spMkLst>
        </pc:spChg>
        <pc:spChg chg="add mod">
          <ac:chgData name="정지윤" userId="02c42eeb-3573-4fe0-87af-c4a597b73e9f" providerId="ADAL" clId="{9FBACC46-319B-4421-86B7-F535C5B48135}" dt="2023-11-02T06:41:39.100" v="16502"/>
          <ac:spMkLst>
            <pc:docMk/>
            <pc:sldMk cId="3199713195" sldId="1311"/>
            <ac:spMk id="10" creationId="{5F35D5E3-0F39-8097-508C-0B3EE3C6B26A}"/>
          </ac:spMkLst>
        </pc:spChg>
        <pc:graphicFrameChg chg="modGraphic">
          <ac:chgData name="정지윤" userId="02c42eeb-3573-4fe0-87af-c4a597b73e9f" providerId="ADAL" clId="{9FBACC46-319B-4421-86B7-F535C5B48135}" dt="2023-11-02T04:11:56.751" v="12522" actId="20577"/>
          <ac:graphicFrameMkLst>
            <pc:docMk/>
            <pc:sldMk cId="3199713195" sldId="1311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4:10:47.356" v="12500" actId="167"/>
          <ac:picMkLst>
            <pc:docMk/>
            <pc:sldMk cId="3199713195" sldId="1311"/>
            <ac:picMk id="5" creationId="{102A4DA1-B13B-4B12-3360-80A25109E23C}"/>
          </ac:picMkLst>
        </pc:picChg>
        <pc:picChg chg="add del">
          <ac:chgData name="정지윤" userId="02c42eeb-3573-4fe0-87af-c4a597b73e9f" providerId="ADAL" clId="{9FBACC46-319B-4421-86B7-F535C5B48135}" dt="2023-11-02T06:41:28.916" v="16501" actId="22"/>
          <ac:picMkLst>
            <pc:docMk/>
            <pc:sldMk cId="3199713195" sldId="1311"/>
            <ac:picMk id="6" creationId="{3EF13005-0FB6-D721-6B03-59E68360CD20}"/>
          </ac:picMkLst>
        </pc:picChg>
        <pc:picChg chg="del">
          <ac:chgData name="정지윤" userId="02c42eeb-3573-4fe0-87af-c4a597b73e9f" providerId="ADAL" clId="{9FBACC46-319B-4421-86B7-F535C5B48135}" dt="2023-11-02T04:10:48.411" v="12501" actId="478"/>
          <ac:picMkLst>
            <pc:docMk/>
            <pc:sldMk cId="3199713195" sldId="1311"/>
            <ac:picMk id="6" creationId="{DACEEA04-64D3-2E56-5C04-1F6436E7646B}"/>
          </ac:picMkLst>
        </pc:picChg>
        <pc:cxnChg chg="add mod">
          <ac:chgData name="정지윤" userId="02c42eeb-3573-4fe0-87af-c4a597b73e9f" providerId="ADAL" clId="{9FBACC46-319B-4421-86B7-F535C5B48135}" dt="2023-11-02T04:18:00.910" v="12722" actId="1076"/>
          <ac:cxnSpMkLst>
            <pc:docMk/>
            <pc:sldMk cId="3199713195" sldId="1311"/>
            <ac:cxnSpMk id="9" creationId="{F567542D-D9DB-707B-D038-870DAE9BD21A}"/>
          </ac:cxnSpMkLst>
        </pc:cxnChg>
      </pc:sldChg>
      <pc:sldChg chg="add del">
        <pc:chgData name="정지윤" userId="02c42eeb-3573-4fe0-87af-c4a597b73e9f" providerId="ADAL" clId="{9FBACC46-319B-4421-86B7-F535C5B48135}" dt="2023-11-01T08:06:32.096" v="12323"/>
        <pc:sldMkLst>
          <pc:docMk/>
          <pc:sldMk cId="4006206064" sldId="1311"/>
        </pc:sldMkLst>
      </pc:sldChg>
      <pc:sldChg chg="addSp delSp modSp add mod">
        <pc:chgData name="정지윤" userId="02c42eeb-3573-4fe0-87af-c4a597b73e9f" providerId="ADAL" clId="{9FBACC46-319B-4421-86B7-F535C5B48135}" dt="2023-11-02T06:41:39.679" v="16503"/>
        <pc:sldMkLst>
          <pc:docMk/>
          <pc:sldMk cId="780203822" sldId="1312"/>
        </pc:sldMkLst>
        <pc:spChg chg="add mod">
          <ac:chgData name="정지윤" userId="02c42eeb-3573-4fe0-87af-c4a597b73e9f" providerId="ADAL" clId="{9FBACC46-319B-4421-86B7-F535C5B48135}" dt="2023-11-02T06:41:39.679" v="16503"/>
          <ac:spMkLst>
            <pc:docMk/>
            <pc:sldMk cId="780203822" sldId="1312"/>
            <ac:spMk id="4" creationId="{51784240-C42A-7011-FCFD-8C807F829406}"/>
          </ac:spMkLst>
        </pc:spChg>
        <pc:spChg chg="mod">
          <ac:chgData name="정지윤" userId="02c42eeb-3573-4fe0-87af-c4a597b73e9f" providerId="ADAL" clId="{9FBACC46-319B-4421-86B7-F535C5B48135}" dt="2023-11-02T04:14:04.176" v="12690" actId="20577"/>
          <ac:spMkLst>
            <pc:docMk/>
            <pc:sldMk cId="780203822" sldId="1312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2T04:13:45.589" v="12539" actId="14100"/>
          <ac:spMkLst>
            <pc:docMk/>
            <pc:sldMk cId="780203822" sldId="1312"/>
            <ac:spMk id="8" creationId="{BDE1CE57-9D3E-B1E1-8199-67C35B27B687}"/>
          </ac:spMkLst>
        </pc:spChg>
        <pc:graphicFrameChg chg="modGraphic">
          <ac:chgData name="정지윤" userId="02c42eeb-3573-4fe0-87af-c4a597b73e9f" providerId="ADAL" clId="{9FBACC46-319B-4421-86B7-F535C5B48135}" dt="2023-11-02T04:14:34.408" v="12695" actId="20577"/>
          <ac:graphicFrameMkLst>
            <pc:docMk/>
            <pc:sldMk cId="780203822" sldId="1312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2T04:13:33.038" v="12533" actId="1076"/>
          <ac:picMkLst>
            <pc:docMk/>
            <pc:sldMk cId="780203822" sldId="1312"/>
            <ac:picMk id="5" creationId="{7FCE897A-AE82-0C2F-A4B3-C5AAFBA91DB3}"/>
          </ac:picMkLst>
        </pc:picChg>
        <pc:picChg chg="del">
          <ac:chgData name="정지윤" userId="02c42eeb-3573-4fe0-87af-c4a597b73e9f" providerId="ADAL" clId="{9FBACC46-319B-4421-86B7-F535C5B48135}" dt="2023-11-02T04:13:35.111" v="12534" actId="478"/>
          <ac:picMkLst>
            <pc:docMk/>
            <pc:sldMk cId="780203822" sldId="1312"/>
            <ac:picMk id="6" creationId="{DACEEA04-64D3-2E56-5C04-1F6436E7646B}"/>
          </ac:picMkLst>
        </pc:picChg>
        <pc:cxnChg chg="add mod">
          <ac:chgData name="정지윤" userId="02c42eeb-3573-4fe0-87af-c4a597b73e9f" providerId="ADAL" clId="{9FBACC46-319B-4421-86B7-F535C5B48135}" dt="2023-11-02T04:18:04.301" v="12724" actId="1076"/>
          <ac:cxnSpMkLst>
            <pc:docMk/>
            <pc:sldMk cId="780203822" sldId="1312"/>
            <ac:cxnSpMk id="9" creationId="{C5934D54-D247-1547-9AAC-9E18FA6410F6}"/>
          </ac:cxnSpMkLst>
        </pc:cxnChg>
      </pc:sldChg>
      <pc:sldChg chg="add del">
        <pc:chgData name="정지윤" userId="02c42eeb-3573-4fe0-87af-c4a597b73e9f" providerId="ADAL" clId="{9FBACC46-319B-4421-86B7-F535C5B48135}" dt="2023-11-02T02:21:54.701" v="12389" actId="47"/>
        <pc:sldMkLst>
          <pc:docMk/>
          <pc:sldMk cId="1143616031" sldId="1312"/>
        </pc:sldMkLst>
      </pc:sldChg>
      <pc:sldChg chg="addSp delSp modSp add mod">
        <pc:chgData name="정지윤" userId="02c42eeb-3573-4fe0-87af-c4a597b73e9f" providerId="ADAL" clId="{9FBACC46-319B-4421-86B7-F535C5B48135}" dt="2023-11-02T06:41:42.518" v="16505"/>
        <pc:sldMkLst>
          <pc:docMk/>
          <pc:sldMk cId="1030202963" sldId="1313"/>
        </pc:sldMkLst>
        <pc:spChg chg="add mod">
          <ac:chgData name="정지윤" userId="02c42eeb-3573-4fe0-87af-c4a597b73e9f" providerId="ADAL" clId="{9FBACC46-319B-4421-86B7-F535C5B48135}" dt="2023-11-02T06:41:42.518" v="16505"/>
          <ac:spMkLst>
            <pc:docMk/>
            <pc:sldMk cId="1030202963" sldId="1313"/>
            <ac:spMk id="4" creationId="{80092168-043B-866A-38AC-2837B5B87CE4}"/>
          </ac:spMkLst>
        </pc:spChg>
        <pc:spChg chg="mod">
          <ac:chgData name="정지윤" userId="02c42eeb-3573-4fe0-87af-c4a597b73e9f" providerId="ADAL" clId="{9FBACC46-319B-4421-86B7-F535C5B48135}" dt="2023-11-02T04:18:46.615" v="12734"/>
          <ac:spMkLst>
            <pc:docMk/>
            <pc:sldMk cId="1030202963" sldId="131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4:18:10.517" v="12727" actId="14100"/>
          <ac:spMkLst>
            <pc:docMk/>
            <pc:sldMk cId="1030202963" sldId="1313"/>
            <ac:spMk id="8" creationId="{BDE1CE57-9D3E-B1E1-8199-67C35B27B687}"/>
          </ac:spMkLst>
        </pc:spChg>
        <pc:spChg chg="add mod">
          <ac:chgData name="정지윤" userId="02c42eeb-3573-4fe0-87af-c4a597b73e9f" providerId="ADAL" clId="{9FBACC46-319B-4421-86B7-F535C5B48135}" dt="2023-11-02T04:18:14.901" v="12729" actId="14100"/>
          <ac:spMkLst>
            <pc:docMk/>
            <pc:sldMk cId="1030202963" sldId="1313"/>
            <ac:spMk id="10" creationId="{1822C386-70BC-3782-43D7-684664E30C9C}"/>
          </ac:spMkLst>
        </pc:spChg>
        <pc:graphicFrameChg chg="mod modGraphic">
          <ac:chgData name="정지윤" userId="02c42eeb-3573-4fe0-87af-c4a597b73e9f" providerId="ADAL" clId="{9FBACC46-319B-4421-86B7-F535C5B48135}" dt="2023-11-02T04:19:58.317" v="12737" actId="6549"/>
          <ac:graphicFrameMkLst>
            <pc:docMk/>
            <pc:sldMk cId="1030202963" sldId="1313"/>
            <ac:graphicFrameMk id="3" creationId="{EB5E6BEF-7528-22F3-81D3-C88DBE43847E}"/>
          </ac:graphicFrameMkLst>
        </pc:graphicFrameChg>
        <pc:picChg chg="add del">
          <ac:chgData name="정지윤" userId="02c42eeb-3573-4fe0-87af-c4a597b73e9f" providerId="ADAL" clId="{9FBACC46-319B-4421-86B7-F535C5B48135}" dt="2023-11-02T04:17:50.238" v="12719" actId="478"/>
          <ac:picMkLst>
            <pc:docMk/>
            <pc:sldMk cId="1030202963" sldId="1313"/>
            <ac:picMk id="5" creationId="{7FCE897A-AE82-0C2F-A4B3-C5AAFBA91DB3}"/>
          </ac:picMkLst>
        </pc:picChg>
        <pc:picChg chg="add mod ord modCrop">
          <ac:chgData name="정지윤" userId="02c42eeb-3573-4fe0-87af-c4a597b73e9f" providerId="ADAL" clId="{9FBACC46-319B-4421-86B7-F535C5B48135}" dt="2023-11-02T04:17:49.059" v="12718" actId="167"/>
          <ac:picMkLst>
            <pc:docMk/>
            <pc:sldMk cId="1030202963" sldId="1313"/>
            <ac:picMk id="6" creationId="{9DAFC278-1E13-0CAF-D0BC-97244DBE1380}"/>
          </ac:picMkLst>
        </pc:picChg>
        <pc:cxnChg chg="add mod">
          <ac:chgData name="정지윤" userId="02c42eeb-3573-4fe0-87af-c4a597b73e9f" providerId="ADAL" clId="{9FBACC46-319B-4421-86B7-F535C5B48135}" dt="2023-11-02T04:18:21.765" v="12732" actId="1076"/>
          <ac:cxnSpMkLst>
            <pc:docMk/>
            <pc:sldMk cId="1030202963" sldId="1313"/>
            <ac:cxnSpMk id="9" creationId="{A4F047C7-9750-C387-A3F6-9032E7CCC4D7}"/>
          </ac:cxnSpMkLst>
        </pc:cxnChg>
        <pc:cxnChg chg="add mod">
          <ac:chgData name="정지윤" userId="02c42eeb-3573-4fe0-87af-c4a597b73e9f" providerId="ADAL" clId="{9FBACC46-319B-4421-86B7-F535C5B48135}" dt="2023-11-02T04:18:23.237" v="12733" actId="571"/>
          <ac:cxnSpMkLst>
            <pc:docMk/>
            <pc:sldMk cId="1030202963" sldId="1313"/>
            <ac:cxnSpMk id="12" creationId="{B38A93F0-25E8-A5F9-035B-57BE3A2E9927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1T08:18:32.106" v="12386" actId="20577"/>
        <pc:sldMkLst>
          <pc:docMk/>
          <pc:sldMk cId="1408642208" sldId="1313"/>
        </pc:sldMkLst>
        <pc:spChg chg="mod">
          <ac:chgData name="정지윤" userId="02c42eeb-3573-4fe0-87af-c4a597b73e9f" providerId="ADAL" clId="{9FBACC46-319B-4421-86B7-F535C5B48135}" dt="2023-11-01T08:18:26.736" v="12382" actId="20577"/>
          <ac:spMkLst>
            <pc:docMk/>
            <pc:sldMk cId="1408642208" sldId="1313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1T08:18:23.504" v="12363" actId="478"/>
          <ac:spMkLst>
            <pc:docMk/>
            <pc:sldMk cId="1408642208" sldId="1313"/>
            <ac:spMk id="12" creationId="{6BCB12D8-F127-CE7E-743C-F135631BE2F1}"/>
          </ac:spMkLst>
        </pc:spChg>
        <pc:graphicFrameChg chg="modGraphic">
          <ac:chgData name="정지윤" userId="02c42eeb-3573-4fe0-87af-c4a597b73e9f" providerId="ADAL" clId="{9FBACC46-319B-4421-86B7-F535C5B48135}" dt="2023-11-01T08:18:32.106" v="12386" actId="20577"/>
          <ac:graphicFrameMkLst>
            <pc:docMk/>
            <pc:sldMk cId="1408642208" sldId="131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1T08:18:19.587" v="12361" actId="167"/>
          <ac:picMkLst>
            <pc:docMk/>
            <pc:sldMk cId="1408642208" sldId="1313"/>
            <ac:picMk id="5" creationId="{D1138967-8FD9-64D2-7395-4899757F2CF2}"/>
          </ac:picMkLst>
        </pc:picChg>
        <pc:picChg chg="del">
          <ac:chgData name="정지윤" userId="02c42eeb-3573-4fe0-87af-c4a597b73e9f" providerId="ADAL" clId="{9FBACC46-319B-4421-86B7-F535C5B48135}" dt="2023-11-01T08:18:20.736" v="12362" actId="478"/>
          <ac:picMkLst>
            <pc:docMk/>
            <pc:sldMk cId="1408642208" sldId="1313"/>
            <ac:picMk id="6" creationId="{D95790A3-F101-2A17-C82F-C3E899B7EFC9}"/>
          </ac:picMkLst>
        </pc:picChg>
        <pc:cxnChg chg="del">
          <ac:chgData name="정지윤" userId="02c42eeb-3573-4fe0-87af-c4a597b73e9f" providerId="ADAL" clId="{9FBACC46-319B-4421-86B7-F535C5B48135}" dt="2023-11-01T08:18:23.504" v="12363" actId="478"/>
          <ac:cxnSpMkLst>
            <pc:docMk/>
            <pc:sldMk cId="1408642208" sldId="1313"/>
            <ac:cxnSpMk id="13" creationId="{55D7EAB7-965D-5934-7004-504E50BFD51D}"/>
          </ac:cxnSpMkLst>
        </pc:cxnChg>
      </pc:sldChg>
      <pc:sldChg chg="add del">
        <pc:chgData name="정지윤" userId="02c42eeb-3573-4fe0-87af-c4a597b73e9f" providerId="ADAL" clId="{9FBACC46-319B-4421-86B7-F535C5B48135}" dt="2023-11-02T04:11:59.339" v="12523" actId="47"/>
        <pc:sldMkLst>
          <pc:docMk/>
          <pc:sldMk cId="2004489168" sldId="1313"/>
        </pc:sldMkLst>
      </pc:sldChg>
      <pc:sldChg chg="add del">
        <pc:chgData name="정지윤" userId="02c42eeb-3573-4fe0-87af-c4a597b73e9f" providerId="ADAL" clId="{9FBACC46-319B-4421-86B7-F535C5B48135}" dt="2023-11-02T04:14:36.414" v="12696" actId="47"/>
        <pc:sldMkLst>
          <pc:docMk/>
          <pc:sldMk cId="3621109027" sldId="1313"/>
        </pc:sldMkLst>
      </pc:sldChg>
      <pc:sldChg chg="addSp delSp modSp add mod ord">
        <pc:chgData name="정지윤" userId="02c42eeb-3573-4fe0-87af-c4a597b73e9f" providerId="ADAL" clId="{9FBACC46-319B-4421-86B7-F535C5B48135}" dt="2023-11-02T06:41:41.169" v="16504"/>
        <pc:sldMkLst>
          <pc:docMk/>
          <pc:sldMk cId="1364553854" sldId="1314"/>
        </pc:sldMkLst>
        <pc:spChg chg="add mod">
          <ac:chgData name="정지윤" userId="02c42eeb-3573-4fe0-87af-c4a597b73e9f" providerId="ADAL" clId="{9FBACC46-319B-4421-86B7-F535C5B48135}" dt="2023-11-02T04:35:29.101" v="14404" actId="14100"/>
          <ac:spMkLst>
            <pc:docMk/>
            <pc:sldMk cId="1364553854" sldId="1314"/>
            <ac:spMk id="4" creationId="{070D0CBE-FF92-1EC7-20F6-E44C4C52DE9F}"/>
          </ac:spMkLst>
        </pc:spChg>
        <pc:spChg chg="add mod">
          <ac:chgData name="정지윤" userId="02c42eeb-3573-4fe0-87af-c4a597b73e9f" providerId="ADAL" clId="{9FBACC46-319B-4421-86B7-F535C5B48135}" dt="2023-11-02T06:41:41.169" v="16504"/>
          <ac:spMkLst>
            <pc:docMk/>
            <pc:sldMk cId="1364553854" sldId="1314"/>
            <ac:spMk id="5" creationId="{14933A9F-284F-FC68-8DEC-5C645D75CFF5}"/>
          </ac:spMkLst>
        </pc:spChg>
        <pc:spChg chg="mod">
          <ac:chgData name="정지윤" userId="02c42eeb-3573-4fe0-87af-c4a597b73e9f" providerId="ADAL" clId="{9FBACC46-319B-4421-86B7-F535C5B48135}" dt="2023-11-02T04:33:32.270" v="14364"/>
          <ac:spMkLst>
            <pc:docMk/>
            <pc:sldMk cId="1364553854" sldId="1314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2T04:20:31.552" v="12749" actId="478"/>
          <ac:spMkLst>
            <pc:docMk/>
            <pc:sldMk cId="1364553854" sldId="1314"/>
            <ac:spMk id="8" creationId="{BDE1CE57-9D3E-B1E1-8199-67C35B27B687}"/>
          </ac:spMkLst>
        </pc:spChg>
        <pc:spChg chg="del">
          <ac:chgData name="정지윤" userId="02c42eeb-3573-4fe0-87af-c4a597b73e9f" providerId="ADAL" clId="{9FBACC46-319B-4421-86B7-F535C5B48135}" dt="2023-11-02T04:20:31.552" v="12749" actId="478"/>
          <ac:spMkLst>
            <pc:docMk/>
            <pc:sldMk cId="1364553854" sldId="1314"/>
            <ac:spMk id="10" creationId="{1822C386-70BC-3782-43D7-684664E30C9C}"/>
          </ac:spMkLst>
        </pc:spChg>
        <pc:spChg chg="add mod">
          <ac:chgData name="정지윤" userId="02c42eeb-3573-4fe0-87af-c4a597b73e9f" providerId="ADAL" clId="{9FBACC46-319B-4421-86B7-F535C5B48135}" dt="2023-11-02T04:33:36.815" v="14365" actId="1076"/>
          <ac:spMkLst>
            <pc:docMk/>
            <pc:sldMk cId="1364553854" sldId="1314"/>
            <ac:spMk id="14" creationId="{3608D8BF-C78B-E52A-E2E4-6342B9970FA9}"/>
          </ac:spMkLst>
        </pc:spChg>
        <pc:spChg chg="add mod">
          <ac:chgData name="정지윤" userId="02c42eeb-3573-4fe0-87af-c4a597b73e9f" providerId="ADAL" clId="{9FBACC46-319B-4421-86B7-F535C5B48135}" dt="2023-11-02T04:34:17.285" v="14385" actId="14100"/>
          <ac:spMkLst>
            <pc:docMk/>
            <pc:sldMk cId="1364553854" sldId="1314"/>
            <ac:spMk id="15" creationId="{0D221897-57DD-137C-9F0A-2A3FD01F9B8F}"/>
          </ac:spMkLst>
        </pc:spChg>
        <pc:spChg chg="add mod">
          <ac:chgData name="정지윤" userId="02c42eeb-3573-4fe0-87af-c4a597b73e9f" providerId="ADAL" clId="{9FBACC46-319B-4421-86B7-F535C5B48135}" dt="2023-11-02T04:34:24.325" v="14388" actId="14100"/>
          <ac:spMkLst>
            <pc:docMk/>
            <pc:sldMk cId="1364553854" sldId="1314"/>
            <ac:spMk id="16" creationId="{E557640C-A3F3-144C-56ED-A225EEF8D5CE}"/>
          </ac:spMkLst>
        </pc:spChg>
        <pc:spChg chg="add mod">
          <ac:chgData name="정지윤" userId="02c42eeb-3573-4fe0-87af-c4a597b73e9f" providerId="ADAL" clId="{9FBACC46-319B-4421-86B7-F535C5B48135}" dt="2023-11-02T04:33:58.399" v="14379" actId="404"/>
          <ac:spMkLst>
            <pc:docMk/>
            <pc:sldMk cId="1364553854" sldId="1314"/>
            <ac:spMk id="17" creationId="{C13F9C0A-DF8F-C733-F3E4-CC0983557B55}"/>
          </ac:spMkLst>
        </pc:spChg>
        <pc:spChg chg="add mod">
          <ac:chgData name="정지윤" userId="02c42eeb-3573-4fe0-87af-c4a597b73e9f" providerId="ADAL" clId="{9FBACC46-319B-4421-86B7-F535C5B48135}" dt="2023-11-02T04:34:34.893" v="14391" actId="1076"/>
          <ac:spMkLst>
            <pc:docMk/>
            <pc:sldMk cId="1364553854" sldId="1314"/>
            <ac:spMk id="18" creationId="{6F025974-F007-8349-E615-5A122DE92744}"/>
          </ac:spMkLst>
        </pc:spChg>
        <pc:spChg chg="add mod">
          <ac:chgData name="정지윤" userId="02c42eeb-3573-4fe0-87af-c4a597b73e9f" providerId="ADAL" clId="{9FBACC46-319B-4421-86B7-F535C5B48135}" dt="2023-11-02T04:34:08.421" v="14382" actId="14100"/>
          <ac:spMkLst>
            <pc:docMk/>
            <pc:sldMk cId="1364553854" sldId="1314"/>
            <ac:spMk id="28" creationId="{F51EBD36-F8B9-796D-EF48-61F916AB99CA}"/>
          </ac:spMkLst>
        </pc:spChg>
        <pc:spChg chg="add mod">
          <ac:chgData name="정지윤" userId="02c42eeb-3573-4fe0-87af-c4a597b73e9f" providerId="ADAL" clId="{9FBACC46-319B-4421-86B7-F535C5B48135}" dt="2023-11-02T04:35:43.846" v="14406" actId="1076"/>
          <ac:spMkLst>
            <pc:docMk/>
            <pc:sldMk cId="1364553854" sldId="1314"/>
            <ac:spMk id="37" creationId="{59926A5F-0610-C959-52BC-0458AE083F98}"/>
          </ac:spMkLst>
        </pc:spChg>
        <pc:spChg chg="add mod">
          <ac:chgData name="정지윤" userId="02c42eeb-3573-4fe0-87af-c4a597b73e9f" providerId="ADAL" clId="{9FBACC46-319B-4421-86B7-F535C5B48135}" dt="2023-11-02T04:35:43.846" v="14406" actId="1076"/>
          <ac:spMkLst>
            <pc:docMk/>
            <pc:sldMk cId="1364553854" sldId="1314"/>
            <ac:spMk id="39" creationId="{F6626096-8111-3019-1B26-3722CC8C0FBE}"/>
          </ac:spMkLst>
        </pc:spChg>
        <pc:graphicFrameChg chg="modGraphic">
          <ac:chgData name="정지윤" userId="02c42eeb-3573-4fe0-87af-c4a597b73e9f" providerId="ADAL" clId="{9FBACC46-319B-4421-86B7-F535C5B48135}" dt="2023-11-02T04:20:03.979" v="12739" actId="6549"/>
          <ac:graphicFrameMkLst>
            <pc:docMk/>
            <pc:sldMk cId="1364553854" sldId="1314"/>
            <ac:graphicFrameMk id="3" creationId="{EB5E6BEF-7528-22F3-81D3-C88DBE43847E}"/>
          </ac:graphicFrameMkLst>
        </pc:graphicFrameChg>
        <pc:picChg chg="add del">
          <ac:chgData name="정지윤" userId="02c42eeb-3573-4fe0-87af-c4a597b73e9f" providerId="ADAL" clId="{9FBACC46-319B-4421-86B7-F535C5B48135}" dt="2023-11-02T04:35:21.889" v="14402" actId="478"/>
          <ac:picMkLst>
            <pc:docMk/>
            <pc:sldMk cId="1364553854" sldId="1314"/>
            <ac:picMk id="6" creationId="{9DAFC278-1E13-0CAF-D0BC-97244DBE1380}"/>
          </ac:picMkLst>
        </pc:picChg>
        <pc:picChg chg="add mod modCrop">
          <ac:chgData name="정지윤" userId="02c42eeb-3573-4fe0-87af-c4a597b73e9f" providerId="ADAL" clId="{9FBACC46-319B-4421-86B7-F535C5B48135}" dt="2023-11-02T04:33:50.579" v="14371" actId="1076"/>
          <ac:picMkLst>
            <pc:docMk/>
            <pc:sldMk cId="1364553854" sldId="1314"/>
            <ac:picMk id="13" creationId="{4DB478C9-5435-E31E-7F8D-C0AB2BBCBC3C}"/>
          </ac:picMkLst>
        </pc:picChg>
        <pc:picChg chg="add mod ord modCrop">
          <ac:chgData name="정지윤" userId="02c42eeb-3573-4fe0-87af-c4a597b73e9f" providerId="ADAL" clId="{9FBACC46-319B-4421-86B7-F535C5B48135}" dt="2023-11-02T04:35:13.760" v="14399" actId="167"/>
          <ac:picMkLst>
            <pc:docMk/>
            <pc:sldMk cId="1364553854" sldId="1314"/>
            <ac:picMk id="36" creationId="{AB298E8F-3DED-FEFE-3CEE-882B85F77C6C}"/>
          </ac:picMkLst>
        </pc:picChg>
        <pc:cxnChg chg="mod">
          <ac:chgData name="정지윤" userId="02c42eeb-3573-4fe0-87af-c4a597b73e9f" providerId="ADAL" clId="{9FBACC46-319B-4421-86B7-F535C5B48135}" dt="2023-11-02T04:35:26.101" v="14403" actId="1076"/>
          <ac:cxnSpMkLst>
            <pc:docMk/>
            <pc:sldMk cId="1364553854" sldId="1314"/>
            <ac:cxnSpMk id="9" creationId="{A4F047C7-9750-C387-A3F6-9032E7CCC4D7}"/>
          </ac:cxnSpMkLst>
        </pc:cxnChg>
        <pc:cxnChg chg="del">
          <ac:chgData name="정지윤" userId="02c42eeb-3573-4fe0-87af-c4a597b73e9f" providerId="ADAL" clId="{9FBACC46-319B-4421-86B7-F535C5B48135}" dt="2023-11-02T04:20:39.219" v="12754" actId="478"/>
          <ac:cxnSpMkLst>
            <pc:docMk/>
            <pc:sldMk cId="1364553854" sldId="1314"/>
            <ac:cxnSpMk id="12" creationId="{B38A93F0-25E8-A5F9-035B-57BE3A2E9927}"/>
          </ac:cxnSpMkLst>
        </pc:cxnChg>
        <pc:cxnChg chg="add del">
          <ac:chgData name="정지윤" userId="02c42eeb-3573-4fe0-87af-c4a597b73e9f" providerId="ADAL" clId="{9FBACC46-319B-4421-86B7-F535C5B48135}" dt="2023-11-02T04:27:03.713" v="13638" actId="478"/>
          <ac:cxnSpMkLst>
            <pc:docMk/>
            <pc:sldMk cId="1364553854" sldId="1314"/>
            <ac:cxnSpMk id="20" creationId="{3BAC8C3C-5980-806A-B1F6-EE8C13863A36}"/>
          </ac:cxnSpMkLst>
        </pc:cxnChg>
        <pc:cxnChg chg="add mod">
          <ac:chgData name="정지윤" userId="02c42eeb-3573-4fe0-87af-c4a597b73e9f" providerId="ADAL" clId="{9FBACC46-319B-4421-86B7-F535C5B48135}" dt="2023-11-02T04:34:24.325" v="14388" actId="14100"/>
          <ac:cxnSpMkLst>
            <pc:docMk/>
            <pc:sldMk cId="1364553854" sldId="1314"/>
            <ac:cxnSpMk id="22" creationId="{2E55B718-C276-A179-8180-9FFD78CFD4EE}"/>
          </ac:cxnSpMkLst>
        </pc:cxnChg>
        <pc:cxnChg chg="add mod">
          <ac:chgData name="정지윤" userId="02c42eeb-3573-4fe0-87af-c4a597b73e9f" providerId="ADAL" clId="{9FBACC46-319B-4421-86B7-F535C5B48135}" dt="2023-11-02T04:34:28.470" v="14389" actId="1076"/>
          <ac:cxnSpMkLst>
            <pc:docMk/>
            <pc:sldMk cId="1364553854" sldId="1314"/>
            <ac:cxnSpMk id="26" creationId="{10C556B5-4FD2-C73F-E74E-E4F6C26C6C61}"/>
          </ac:cxnSpMkLst>
        </pc:cxnChg>
        <pc:cxnChg chg="add mod">
          <ac:chgData name="정지윤" userId="02c42eeb-3573-4fe0-87af-c4a597b73e9f" providerId="ADAL" clId="{9FBACC46-319B-4421-86B7-F535C5B48135}" dt="2023-11-02T04:34:09.621" v="14383" actId="1076"/>
          <ac:cxnSpMkLst>
            <pc:docMk/>
            <pc:sldMk cId="1364553854" sldId="1314"/>
            <ac:cxnSpMk id="29" creationId="{5EBBCC5D-2AC9-EE00-1B6D-319B61C602AE}"/>
          </ac:cxnSpMkLst>
        </pc:cxnChg>
        <pc:cxnChg chg="add mod">
          <ac:chgData name="정지윤" userId="02c42eeb-3573-4fe0-87af-c4a597b73e9f" providerId="ADAL" clId="{9FBACC46-319B-4421-86B7-F535C5B48135}" dt="2023-11-02T04:35:43.846" v="14406" actId="1076"/>
          <ac:cxnSpMkLst>
            <pc:docMk/>
            <pc:sldMk cId="1364553854" sldId="1314"/>
            <ac:cxnSpMk id="38" creationId="{2AD6DEDB-B06C-A439-475E-1B55E2CA5B85}"/>
          </ac:cxnSpMkLst>
        </pc:cxnChg>
        <pc:cxnChg chg="add mod">
          <ac:chgData name="정지윤" userId="02c42eeb-3573-4fe0-87af-c4a597b73e9f" providerId="ADAL" clId="{9FBACC46-319B-4421-86B7-F535C5B48135}" dt="2023-11-02T04:35:43.846" v="14406" actId="1076"/>
          <ac:cxnSpMkLst>
            <pc:docMk/>
            <pc:sldMk cId="1364553854" sldId="1314"/>
            <ac:cxnSpMk id="40" creationId="{E0BBFFA5-44CD-9FD4-184B-5C5E0CBC867C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1:43.555" v="16506"/>
        <pc:sldMkLst>
          <pc:docMk/>
          <pc:sldMk cId="1507145212" sldId="1315"/>
        </pc:sldMkLst>
        <pc:spChg chg="add mod">
          <ac:chgData name="정지윤" userId="02c42eeb-3573-4fe0-87af-c4a597b73e9f" providerId="ADAL" clId="{9FBACC46-319B-4421-86B7-F535C5B48135}" dt="2023-11-02T06:41:43.555" v="16506"/>
          <ac:spMkLst>
            <pc:docMk/>
            <pc:sldMk cId="1507145212" sldId="1315"/>
            <ac:spMk id="4" creationId="{B43B33E1-F91E-15DC-56BF-625BA6BE3FF2}"/>
          </ac:spMkLst>
        </pc:spChg>
        <pc:spChg chg="mod">
          <ac:chgData name="정지윤" userId="02c42eeb-3573-4fe0-87af-c4a597b73e9f" providerId="ADAL" clId="{9FBACC46-319B-4421-86B7-F535C5B48135}" dt="2023-11-02T04:36:59.729" v="14423"/>
          <ac:spMkLst>
            <pc:docMk/>
            <pc:sldMk cId="1507145212" sldId="1315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2T04:36:43.992" v="14419" actId="478"/>
          <ac:spMkLst>
            <pc:docMk/>
            <pc:sldMk cId="1507145212" sldId="1315"/>
            <ac:spMk id="8" creationId="{BDE1CE57-9D3E-B1E1-8199-67C35B27B687}"/>
          </ac:spMkLst>
        </pc:spChg>
        <pc:spChg chg="mod">
          <ac:chgData name="정지윤" userId="02c42eeb-3573-4fe0-87af-c4a597b73e9f" providerId="ADAL" clId="{9FBACC46-319B-4421-86B7-F535C5B48135}" dt="2023-11-02T04:36:50.405" v="14421" actId="14100"/>
          <ac:spMkLst>
            <pc:docMk/>
            <pc:sldMk cId="1507145212" sldId="1315"/>
            <ac:spMk id="10" creationId="{1822C386-70BC-3782-43D7-684664E30C9C}"/>
          </ac:spMkLst>
        </pc:spChg>
        <pc:graphicFrameChg chg="modGraphic">
          <ac:chgData name="정지윤" userId="02c42eeb-3573-4fe0-87af-c4a597b73e9f" providerId="ADAL" clId="{9FBACC46-319B-4421-86B7-F535C5B48135}" dt="2023-11-02T04:37:49.617" v="14431" actId="20577"/>
          <ac:graphicFrameMkLst>
            <pc:docMk/>
            <pc:sldMk cId="1507145212" sldId="131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4:36:37.991" v="14417" actId="167"/>
          <ac:picMkLst>
            <pc:docMk/>
            <pc:sldMk cId="1507145212" sldId="1315"/>
            <ac:picMk id="5" creationId="{C60C11A9-BBED-7A32-BC04-3841AD4D0859}"/>
          </ac:picMkLst>
        </pc:picChg>
        <pc:picChg chg="del">
          <ac:chgData name="정지윤" userId="02c42eeb-3573-4fe0-87af-c4a597b73e9f" providerId="ADAL" clId="{9FBACC46-319B-4421-86B7-F535C5B48135}" dt="2023-11-02T04:36:39.305" v="14418" actId="478"/>
          <ac:picMkLst>
            <pc:docMk/>
            <pc:sldMk cId="1507145212" sldId="1315"/>
            <ac:picMk id="6" creationId="{9DAFC278-1E13-0CAF-D0BC-97244DBE1380}"/>
          </ac:picMkLst>
        </pc:picChg>
        <pc:cxnChg chg="del">
          <ac:chgData name="정지윤" userId="02c42eeb-3573-4fe0-87af-c4a597b73e9f" providerId="ADAL" clId="{9FBACC46-319B-4421-86B7-F535C5B48135}" dt="2023-11-02T04:36:43.992" v="14419" actId="478"/>
          <ac:cxnSpMkLst>
            <pc:docMk/>
            <pc:sldMk cId="1507145212" sldId="1315"/>
            <ac:cxnSpMk id="9" creationId="{A4F047C7-9750-C387-A3F6-9032E7CCC4D7}"/>
          </ac:cxnSpMkLst>
        </pc:cxnChg>
        <pc:cxnChg chg="add mod">
          <ac:chgData name="정지윤" userId="02c42eeb-3573-4fe0-87af-c4a597b73e9f" providerId="ADAL" clId="{9FBACC46-319B-4421-86B7-F535C5B48135}" dt="2023-11-02T04:37:27.102" v="14428" actId="1076"/>
          <ac:cxnSpMkLst>
            <pc:docMk/>
            <pc:sldMk cId="1507145212" sldId="1315"/>
            <ac:cxnSpMk id="11" creationId="{83CEBD1D-3853-C04B-4C67-DDB018C08478}"/>
          </ac:cxnSpMkLst>
        </pc:cxnChg>
        <pc:cxnChg chg="del">
          <ac:chgData name="정지윤" userId="02c42eeb-3573-4fe0-87af-c4a597b73e9f" providerId="ADAL" clId="{9FBACC46-319B-4421-86B7-F535C5B48135}" dt="2023-11-02T04:36:43.992" v="14419" actId="478"/>
          <ac:cxnSpMkLst>
            <pc:docMk/>
            <pc:sldMk cId="1507145212" sldId="1315"/>
            <ac:cxnSpMk id="12" creationId="{B38A93F0-25E8-A5F9-035B-57BE3A2E9927}"/>
          </ac:cxnSpMkLst>
        </pc:cxnChg>
      </pc:sldChg>
      <pc:sldChg chg="addSp delSp modSp add del mod ord">
        <pc:chgData name="정지윤" userId="02c42eeb-3573-4fe0-87af-c4a597b73e9f" providerId="ADAL" clId="{9FBACC46-319B-4421-86B7-F535C5B48135}" dt="2023-11-02T04:35:47.502" v="14407" actId="47"/>
        <pc:sldMkLst>
          <pc:docMk/>
          <pc:sldMk cId="2713661350" sldId="1315"/>
        </pc:sldMkLst>
        <pc:spChg chg="mod">
          <ac:chgData name="정지윤" userId="02c42eeb-3573-4fe0-87af-c4a597b73e9f" providerId="ADAL" clId="{9FBACC46-319B-4421-86B7-F535C5B48135}" dt="2023-11-02T04:30:23.003" v="14123" actId="20577"/>
          <ac:spMkLst>
            <pc:docMk/>
            <pc:sldMk cId="2713661350" sldId="131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4:28:43.677" v="13679" actId="1076"/>
          <ac:spMkLst>
            <pc:docMk/>
            <pc:sldMk cId="2713661350" sldId="1315"/>
            <ac:spMk id="8" creationId="{BDE1CE57-9D3E-B1E1-8199-67C35B27B687}"/>
          </ac:spMkLst>
        </pc:spChg>
        <pc:spChg chg="mod">
          <ac:chgData name="정지윤" userId="02c42eeb-3573-4fe0-87af-c4a597b73e9f" providerId="ADAL" clId="{9FBACC46-319B-4421-86B7-F535C5B48135}" dt="2023-11-02T04:28:43.677" v="13679" actId="1076"/>
          <ac:spMkLst>
            <pc:docMk/>
            <pc:sldMk cId="2713661350" sldId="1315"/>
            <ac:spMk id="10" creationId="{1822C386-70BC-3782-43D7-684664E30C9C}"/>
          </ac:spMkLst>
        </pc:spChg>
        <pc:picChg chg="add mod ord modCrop">
          <ac:chgData name="정지윤" userId="02c42eeb-3573-4fe0-87af-c4a597b73e9f" providerId="ADAL" clId="{9FBACC46-319B-4421-86B7-F535C5B48135}" dt="2023-11-02T04:34:52.109" v="14392" actId="1076"/>
          <ac:picMkLst>
            <pc:docMk/>
            <pc:sldMk cId="2713661350" sldId="1315"/>
            <ac:picMk id="5" creationId="{669E5E0E-B3D2-4C8B-C835-84DEB6476325}"/>
          </ac:picMkLst>
        </pc:picChg>
        <pc:picChg chg="add del">
          <ac:chgData name="정지윤" userId="02c42eeb-3573-4fe0-87af-c4a597b73e9f" providerId="ADAL" clId="{9FBACC46-319B-4421-86B7-F535C5B48135}" dt="2023-11-02T04:28:37.724" v="13677" actId="478"/>
          <ac:picMkLst>
            <pc:docMk/>
            <pc:sldMk cId="2713661350" sldId="1315"/>
            <ac:picMk id="6" creationId="{9DAFC278-1E13-0CAF-D0BC-97244DBE1380}"/>
          </ac:picMkLst>
        </pc:picChg>
        <pc:cxnChg chg="mod">
          <ac:chgData name="정지윤" userId="02c42eeb-3573-4fe0-87af-c4a597b73e9f" providerId="ADAL" clId="{9FBACC46-319B-4421-86B7-F535C5B48135}" dt="2023-11-02T04:28:43.677" v="13679" actId="1076"/>
          <ac:cxnSpMkLst>
            <pc:docMk/>
            <pc:sldMk cId="2713661350" sldId="1315"/>
            <ac:cxnSpMk id="9" creationId="{A4F047C7-9750-C387-A3F6-9032E7CCC4D7}"/>
          </ac:cxnSpMkLst>
        </pc:cxnChg>
        <pc:cxnChg chg="mod">
          <ac:chgData name="정지윤" userId="02c42eeb-3573-4fe0-87af-c4a597b73e9f" providerId="ADAL" clId="{9FBACC46-319B-4421-86B7-F535C5B48135}" dt="2023-11-02T04:28:43.677" v="13679" actId="1076"/>
          <ac:cxnSpMkLst>
            <pc:docMk/>
            <pc:sldMk cId="2713661350" sldId="1315"/>
            <ac:cxnSpMk id="12" creationId="{B38A93F0-25E8-A5F9-035B-57BE3A2E9927}"/>
          </ac:cxnSpMkLst>
        </pc:cxnChg>
      </pc:sldChg>
      <pc:sldChg chg="add del">
        <pc:chgData name="정지윤" userId="02c42eeb-3573-4fe0-87af-c4a597b73e9f" providerId="ADAL" clId="{9FBACC46-319B-4421-86B7-F535C5B48135}" dt="2023-11-02T04:37:28.926" v="14429" actId="47"/>
        <pc:sldMkLst>
          <pc:docMk/>
          <pc:sldMk cId="2595237745" sldId="1316"/>
        </pc:sldMkLst>
      </pc:sldChg>
      <pc:sldChg chg="addSp delSp modSp add mod">
        <pc:chgData name="정지윤" userId="02c42eeb-3573-4fe0-87af-c4a597b73e9f" providerId="ADAL" clId="{9FBACC46-319B-4421-86B7-F535C5B48135}" dt="2023-11-02T06:41:44.748" v="16507"/>
        <pc:sldMkLst>
          <pc:docMk/>
          <pc:sldMk cId="2873122813" sldId="1316"/>
        </pc:sldMkLst>
        <pc:spChg chg="add mod">
          <ac:chgData name="정지윤" userId="02c42eeb-3573-4fe0-87af-c4a597b73e9f" providerId="ADAL" clId="{9FBACC46-319B-4421-86B7-F535C5B48135}" dt="2023-11-02T06:41:44.748" v="16507"/>
          <ac:spMkLst>
            <pc:docMk/>
            <pc:sldMk cId="2873122813" sldId="1316"/>
            <ac:spMk id="4" creationId="{08A17642-D4BD-8813-1F7D-990568A626CC}"/>
          </ac:spMkLst>
        </pc:spChg>
        <pc:spChg chg="mod">
          <ac:chgData name="정지윤" userId="02c42eeb-3573-4fe0-87af-c4a597b73e9f" providerId="ADAL" clId="{9FBACC46-319B-4421-86B7-F535C5B48135}" dt="2023-11-02T04:42:14.119" v="14849" actId="13926"/>
          <ac:spMkLst>
            <pc:docMk/>
            <pc:sldMk cId="2873122813" sldId="1316"/>
            <ac:spMk id="7" creationId="{0C81DD60-D84B-4D3C-8F3E-7D0E22E11300}"/>
          </ac:spMkLst>
        </pc:spChg>
        <pc:spChg chg="add del mod">
          <ac:chgData name="정지윤" userId="02c42eeb-3573-4fe0-87af-c4a597b73e9f" providerId="ADAL" clId="{9FBACC46-319B-4421-86B7-F535C5B48135}" dt="2023-11-02T04:41:19.134" v="14697"/>
          <ac:spMkLst>
            <pc:docMk/>
            <pc:sldMk cId="2873122813" sldId="1316"/>
            <ac:spMk id="8" creationId="{0FDC8213-0FD5-4C90-C727-515D90F28F7B}"/>
          </ac:spMkLst>
        </pc:spChg>
        <pc:spChg chg="add del mod">
          <ac:chgData name="정지윤" userId="02c42eeb-3573-4fe0-87af-c4a597b73e9f" providerId="ADAL" clId="{9FBACC46-319B-4421-86B7-F535C5B48135}" dt="2023-11-02T04:41:19.134" v="14697"/>
          <ac:spMkLst>
            <pc:docMk/>
            <pc:sldMk cId="2873122813" sldId="1316"/>
            <ac:spMk id="9" creationId="{2254BBC7-45BB-BC9F-0F9F-B7686467AA7A}"/>
          </ac:spMkLst>
        </pc:spChg>
        <pc:spChg chg="del mod">
          <ac:chgData name="정지윤" userId="02c42eeb-3573-4fe0-87af-c4a597b73e9f" providerId="ADAL" clId="{9FBACC46-319B-4421-86B7-F535C5B48135}" dt="2023-11-02T04:41:19.134" v="14697"/>
          <ac:spMkLst>
            <pc:docMk/>
            <pc:sldMk cId="2873122813" sldId="1316"/>
            <ac:spMk id="10" creationId="{1822C386-70BC-3782-43D7-684664E30C9C}"/>
          </ac:spMkLst>
        </pc:spChg>
        <pc:spChg chg="mod">
          <ac:chgData name="정지윤" userId="02c42eeb-3573-4fe0-87af-c4a597b73e9f" providerId="ADAL" clId="{9FBACC46-319B-4421-86B7-F535C5B48135}" dt="2023-11-02T04:41:19.134" v="14697"/>
          <ac:spMkLst>
            <pc:docMk/>
            <pc:sldMk cId="2873122813" sldId="1316"/>
            <ac:spMk id="12" creationId="{7F14214B-AEF9-CDA1-8399-99E2C1390CFB}"/>
          </ac:spMkLst>
        </pc:spChg>
        <pc:picChg chg="del">
          <ac:chgData name="정지윤" userId="02c42eeb-3573-4fe0-87af-c4a597b73e9f" providerId="ADAL" clId="{9FBACC46-319B-4421-86B7-F535C5B48135}" dt="2023-11-02T04:38:11.517" v="14441" actId="478"/>
          <ac:picMkLst>
            <pc:docMk/>
            <pc:sldMk cId="2873122813" sldId="1316"/>
            <ac:picMk id="5" creationId="{C60C11A9-BBED-7A32-BC04-3841AD4D0859}"/>
          </ac:picMkLst>
        </pc:picChg>
        <pc:picChg chg="add mod ord modCrop">
          <ac:chgData name="정지윤" userId="02c42eeb-3573-4fe0-87af-c4a597b73e9f" providerId="ADAL" clId="{9FBACC46-319B-4421-86B7-F535C5B48135}" dt="2023-11-02T04:38:10.496" v="14440" actId="167"/>
          <ac:picMkLst>
            <pc:docMk/>
            <pc:sldMk cId="2873122813" sldId="1316"/>
            <ac:picMk id="6" creationId="{2E80F150-A34E-3189-1F3A-304852ACE5EB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2T06:41:46.345" v="16508"/>
        <pc:sldMkLst>
          <pc:docMk/>
          <pc:sldMk cId="1549033675" sldId="1317"/>
        </pc:sldMkLst>
        <pc:spChg chg="add mod">
          <ac:chgData name="정지윤" userId="02c42eeb-3573-4fe0-87af-c4a597b73e9f" providerId="ADAL" clId="{9FBACC46-319B-4421-86B7-F535C5B48135}" dt="2023-11-02T04:40:45.815" v="14688" actId="1076"/>
          <ac:spMkLst>
            <pc:docMk/>
            <pc:sldMk cId="1549033675" sldId="1317"/>
            <ac:spMk id="4" creationId="{4827ECB7-E821-07B9-6E90-7E3BD0459FA5}"/>
          </ac:spMkLst>
        </pc:spChg>
        <pc:spChg chg="mod">
          <ac:chgData name="정지윤" userId="02c42eeb-3573-4fe0-87af-c4a597b73e9f" providerId="ADAL" clId="{9FBACC46-319B-4421-86B7-F535C5B48135}" dt="2023-11-02T04:42:26.015" v="14856" actId="20577"/>
          <ac:spMkLst>
            <pc:docMk/>
            <pc:sldMk cId="1549033675" sldId="1317"/>
            <ac:spMk id="7" creationId="{0C81DD60-D84B-4D3C-8F3E-7D0E22E11300}"/>
          </ac:spMkLst>
        </pc:spChg>
        <pc:spChg chg="add del mod">
          <ac:chgData name="정지윤" userId="02c42eeb-3573-4fe0-87af-c4a597b73e9f" providerId="ADAL" clId="{9FBACC46-319B-4421-86B7-F535C5B48135}" dt="2023-11-02T04:42:17.761" v="14852"/>
          <ac:spMkLst>
            <pc:docMk/>
            <pc:sldMk cId="1549033675" sldId="1317"/>
            <ac:spMk id="8" creationId="{3027E892-B9C9-AB62-9AFF-E68504F87B3C}"/>
          </ac:spMkLst>
        </pc:spChg>
        <pc:spChg chg="add mod">
          <ac:chgData name="정지윤" userId="02c42eeb-3573-4fe0-87af-c4a597b73e9f" providerId="ADAL" clId="{9FBACC46-319B-4421-86B7-F535C5B48135}" dt="2023-11-02T06:41:46.345" v="16508"/>
          <ac:spMkLst>
            <pc:docMk/>
            <pc:sldMk cId="1549033675" sldId="1317"/>
            <ac:spMk id="8" creationId="{F794B956-E9F7-9D75-FFB2-5B72379B3D47}"/>
          </ac:spMkLst>
        </pc:spChg>
        <pc:spChg chg="mod">
          <ac:chgData name="정지윤" userId="02c42eeb-3573-4fe0-87af-c4a597b73e9f" providerId="ADAL" clId="{9FBACC46-319B-4421-86B7-F535C5B48135}" dt="2023-11-02T04:40:42.742" v="14686" actId="14100"/>
          <ac:spMkLst>
            <pc:docMk/>
            <pc:sldMk cId="1549033675" sldId="1317"/>
            <ac:spMk id="10" creationId="{1822C386-70BC-3782-43D7-684664E30C9C}"/>
          </ac:spMkLst>
        </pc:spChg>
        <pc:cxnChg chg="add mod">
          <ac:chgData name="정지윤" userId="02c42eeb-3573-4fe0-87af-c4a597b73e9f" providerId="ADAL" clId="{9FBACC46-319B-4421-86B7-F535C5B48135}" dt="2023-11-02T04:40:47.974" v="14689" actId="571"/>
          <ac:cxnSpMkLst>
            <pc:docMk/>
            <pc:sldMk cId="1549033675" sldId="1317"/>
            <ac:cxnSpMk id="5" creationId="{51B7C0C6-BE92-557E-DBD5-A2EE0B4EF4E4}"/>
          </ac:cxnSpMkLst>
        </pc:cxnChg>
        <pc:cxnChg chg="mod">
          <ac:chgData name="정지윤" userId="02c42eeb-3573-4fe0-87af-c4a597b73e9f" providerId="ADAL" clId="{9FBACC46-319B-4421-86B7-F535C5B48135}" dt="2023-11-02T04:40:50.558" v="14690" actId="1076"/>
          <ac:cxnSpMkLst>
            <pc:docMk/>
            <pc:sldMk cId="1549033675" sldId="1317"/>
            <ac:cxnSpMk id="11" creationId="{83CEBD1D-3853-C04B-4C67-DDB018C0847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1:47.223" v="16509"/>
        <pc:sldMkLst>
          <pc:docMk/>
          <pc:sldMk cId="2933574779" sldId="1318"/>
        </pc:sldMkLst>
        <pc:spChg chg="add mod">
          <ac:chgData name="정지윤" userId="02c42eeb-3573-4fe0-87af-c4a597b73e9f" providerId="ADAL" clId="{9FBACC46-319B-4421-86B7-F535C5B48135}" dt="2023-11-02T06:41:47.223" v="16509"/>
          <ac:spMkLst>
            <pc:docMk/>
            <pc:sldMk cId="2933574779" sldId="1318"/>
            <ac:spMk id="4" creationId="{7E057532-2E72-7BED-BFD7-057E51B9D03A}"/>
          </ac:spMkLst>
        </pc:spChg>
        <pc:spChg chg="mod">
          <ac:chgData name="정지윤" userId="02c42eeb-3573-4fe0-87af-c4a597b73e9f" providerId="ADAL" clId="{9FBACC46-319B-4421-86B7-F535C5B48135}" dt="2023-11-02T04:47:03.483" v="15020" actId="5793"/>
          <ac:spMkLst>
            <pc:docMk/>
            <pc:sldMk cId="2933574779" sldId="1318"/>
            <ac:spMk id="7" creationId="{0C81DD60-D84B-4D3C-8F3E-7D0E22E11300}"/>
          </ac:spMkLst>
        </pc:spChg>
        <pc:spChg chg="add mod ord">
          <ac:chgData name="정지윤" userId="02c42eeb-3573-4fe0-87af-c4a597b73e9f" providerId="ADAL" clId="{9FBACC46-319B-4421-86B7-F535C5B48135}" dt="2023-11-02T04:44:41.973" v="14988" actId="14100"/>
          <ac:spMkLst>
            <pc:docMk/>
            <pc:sldMk cId="2933574779" sldId="1318"/>
            <ac:spMk id="8" creationId="{BF26AA5A-9233-C198-6B6D-35C6D39869AC}"/>
          </ac:spMkLst>
        </pc:spChg>
        <pc:spChg chg="mod">
          <ac:chgData name="정지윤" userId="02c42eeb-3573-4fe0-87af-c4a597b73e9f" providerId="ADAL" clId="{9FBACC46-319B-4421-86B7-F535C5B48135}" dt="2023-11-02T04:43:53.817" v="14967" actId="164"/>
          <ac:spMkLst>
            <pc:docMk/>
            <pc:sldMk cId="2933574779" sldId="1318"/>
            <ac:spMk id="10" creationId="{1822C386-70BC-3782-43D7-684664E30C9C}"/>
          </ac:spMkLst>
        </pc:spChg>
        <pc:grpChg chg="add mod">
          <ac:chgData name="정지윤" userId="02c42eeb-3573-4fe0-87af-c4a597b73e9f" providerId="ADAL" clId="{9FBACC46-319B-4421-86B7-F535C5B48135}" dt="2023-11-02T04:44:27.759" v="14982" actId="1076"/>
          <ac:grpSpMkLst>
            <pc:docMk/>
            <pc:sldMk cId="2933574779" sldId="1318"/>
            <ac:grpSpMk id="9" creationId="{4C110E62-ED77-0156-DB3A-9297727DE07D}"/>
          </ac:grpSpMkLst>
        </pc:grpChg>
        <pc:graphicFrameChg chg="modGraphic">
          <ac:chgData name="정지윤" userId="02c42eeb-3573-4fe0-87af-c4a597b73e9f" providerId="ADAL" clId="{9FBACC46-319B-4421-86B7-F535C5B48135}" dt="2023-11-02T04:46:21.633" v="14993" actId="20577"/>
          <ac:graphicFrameMkLst>
            <pc:docMk/>
            <pc:sldMk cId="2933574779" sldId="1318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4:43:53.817" v="14967" actId="164"/>
          <ac:picMkLst>
            <pc:docMk/>
            <pc:sldMk cId="2933574779" sldId="1318"/>
            <ac:picMk id="5" creationId="{3C5236CF-009B-C9AF-66F8-4DFCD51577FE}"/>
          </ac:picMkLst>
        </pc:picChg>
        <pc:picChg chg="del">
          <ac:chgData name="정지윤" userId="02c42eeb-3573-4fe0-87af-c4a597b73e9f" providerId="ADAL" clId="{9FBACC46-319B-4421-86B7-F535C5B48135}" dt="2023-11-02T04:42:56.742" v="14865" actId="478"/>
          <ac:picMkLst>
            <pc:docMk/>
            <pc:sldMk cId="2933574779" sldId="1318"/>
            <ac:picMk id="6" creationId="{2E80F150-A34E-3189-1F3A-304852ACE5EB}"/>
          </ac:picMkLst>
        </pc:picChg>
        <pc:picChg chg="add mod modCrop">
          <ac:chgData name="정지윤" userId="02c42eeb-3573-4fe0-87af-c4a597b73e9f" providerId="ADAL" clId="{9FBACC46-319B-4421-86B7-F535C5B48135}" dt="2023-11-02T04:44:33.765" v="14984" actId="1076"/>
          <ac:picMkLst>
            <pc:docMk/>
            <pc:sldMk cId="2933574779" sldId="1318"/>
            <ac:picMk id="13" creationId="{0A9A32B1-855F-ED71-B3A9-6B20CC0A464B}"/>
          </ac:picMkLst>
        </pc:picChg>
        <pc:cxnChg chg="mod">
          <ac:chgData name="정지윤" userId="02c42eeb-3573-4fe0-87af-c4a597b73e9f" providerId="ADAL" clId="{9FBACC46-319B-4421-86B7-F535C5B48135}" dt="2023-11-02T04:44:44.117" v="14989" actId="1076"/>
          <ac:cxnSpMkLst>
            <pc:docMk/>
            <pc:sldMk cId="2933574779" sldId="1318"/>
            <ac:cxnSpMk id="11" creationId="{83CEBD1D-3853-C04B-4C67-DDB018C08478}"/>
          </ac:cxnSpMkLst>
        </pc:cxnChg>
        <pc:cxnChg chg="add mod">
          <ac:chgData name="정지윤" userId="02c42eeb-3573-4fe0-87af-c4a597b73e9f" providerId="ADAL" clId="{9FBACC46-319B-4421-86B7-F535C5B48135}" dt="2023-11-02T04:44:46.902" v="14991" actId="1076"/>
          <ac:cxnSpMkLst>
            <pc:docMk/>
            <pc:sldMk cId="2933574779" sldId="1318"/>
            <ac:cxnSpMk id="14" creationId="{2650BBD4-783F-3EE1-A32F-2DA2E6061166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30.814" v="16491" actId="113"/>
        <pc:sldMkLst>
          <pc:docMk/>
          <pc:sldMk cId="449420495" sldId="1319"/>
        </pc:sldMkLst>
        <pc:spChg chg="add del mod">
          <ac:chgData name="정지윤" userId="02c42eeb-3573-4fe0-87af-c4a597b73e9f" providerId="ADAL" clId="{9FBACC46-319B-4421-86B7-F535C5B48135}" dt="2023-11-02T06:40:13.213" v="16472" actId="478"/>
          <ac:spMkLst>
            <pc:docMk/>
            <pc:sldMk cId="449420495" sldId="1319"/>
            <ac:spMk id="4" creationId="{1F8D7432-1F15-6C65-456A-EBEBBBCA130C}"/>
          </ac:spMkLst>
        </pc:spChg>
        <pc:spChg chg="add mod">
          <ac:chgData name="정지윤" userId="02c42eeb-3573-4fe0-87af-c4a597b73e9f" providerId="ADAL" clId="{9FBACC46-319B-4421-86B7-F535C5B48135}" dt="2023-11-02T06:40:30.814" v="16491" actId="113"/>
          <ac:spMkLst>
            <pc:docMk/>
            <pc:sldMk cId="449420495" sldId="1319"/>
            <ac:spMk id="6" creationId="{77F1C59A-CA0D-10AC-7EF4-F8BB92C4B128}"/>
          </ac:spMkLst>
        </pc:spChg>
        <pc:spChg chg="mod">
          <ac:chgData name="정지윤" userId="02c42eeb-3573-4fe0-87af-c4a597b73e9f" providerId="ADAL" clId="{9FBACC46-319B-4421-86B7-F535C5B48135}" dt="2023-11-02T04:57:15.235" v="15243" actId="13926"/>
          <ac:spMkLst>
            <pc:docMk/>
            <pc:sldMk cId="449420495" sldId="131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4:56:01.262" v="15041" actId="14100"/>
          <ac:spMkLst>
            <pc:docMk/>
            <pc:sldMk cId="449420495" sldId="1319"/>
            <ac:spMk id="8" creationId="{EE0A2FEB-4E38-A34C-B499-995A30C59F2E}"/>
          </ac:spMkLst>
        </pc:spChg>
        <pc:graphicFrameChg chg="mod">
          <ac:chgData name="정지윤" userId="02c42eeb-3573-4fe0-87af-c4a597b73e9f" providerId="ADAL" clId="{9FBACC46-319B-4421-86B7-F535C5B48135}" dt="2023-11-02T06:39:04.069" v="16461"/>
          <ac:graphicFrameMkLst>
            <pc:docMk/>
            <pc:sldMk cId="449420495" sldId="1319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4:55:56.797" v="15039" actId="1076"/>
          <ac:picMkLst>
            <pc:docMk/>
            <pc:sldMk cId="449420495" sldId="1319"/>
            <ac:picMk id="5" creationId="{B41B4A60-5728-DB98-5934-B4553D7DEF55}"/>
          </ac:picMkLst>
        </pc:picChg>
        <pc:picChg chg="del">
          <ac:chgData name="정지윤" userId="02c42eeb-3573-4fe0-87af-c4a597b73e9f" providerId="ADAL" clId="{9FBACC46-319B-4421-86B7-F535C5B48135}" dt="2023-11-02T04:55:46.080" v="15034" actId="478"/>
          <ac:picMkLst>
            <pc:docMk/>
            <pc:sldMk cId="449420495" sldId="1319"/>
            <ac:picMk id="6" creationId="{21B64409-DE3F-5B3F-D367-519954288690}"/>
          </ac:picMkLst>
        </pc:picChg>
        <pc:cxnChg chg="mod">
          <ac:chgData name="정지윤" userId="02c42eeb-3573-4fe0-87af-c4a597b73e9f" providerId="ADAL" clId="{9FBACC46-319B-4421-86B7-F535C5B48135}" dt="2023-11-02T04:56:02.917" v="15042" actId="1076"/>
          <ac:cxnSpMkLst>
            <pc:docMk/>
            <pc:sldMk cId="449420495" sldId="1319"/>
            <ac:cxnSpMk id="10" creationId="{DEEA7467-C122-76A9-C1B5-59427B82C25A}"/>
          </ac:cxnSpMkLst>
        </pc:cxnChg>
      </pc:sldChg>
      <pc:sldChg chg="new del">
        <pc:chgData name="정지윤" userId="02c42eeb-3573-4fe0-87af-c4a597b73e9f" providerId="ADAL" clId="{9FBACC46-319B-4421-86B7-F535C5B48135}" dt="2023-11-02T04:47:53.565" v="15022" actId="47"/>
        <pc:sldMkLst>
          <pc:docMk/>
          <pc:sldMk cId="2333365413" sldId="1319"/>
        </pc:sldMkLst>
      </pc:sldChg>
      <pc:sldChg chg="addSp delSp modSp add mod ord">
        <pc:chgData name="정지윤" userId="02c42eeb-3573-4fe0-87af-c4a597b73e9f" providerId="ADAL" clId="{9FBACC46-319B-4421-86B7-F535C5B48135}" dt="2023-11-02T06:40:34.415" v="16492"/>
        <pc:sldMkLst>
          <pc:docMk/>
          <pc:sldMk cId="4122176090" sldId="1320"/>
        </pc:sldMkLst>
        <pc:spChg chg="add mod">
          <ac:chgData name="정지윤" userId="02c42eeb-3573-4fe0-87af-c4a597b73e9f" providerId="ADAL" clId="{9FBACC46-319B-4421-86B7-F535C5B48135}" dt="2023-11-02T06:40:34.415" v="16492"/>
          <ac:spMkLst>
            <pc:docMk/>
            <pc:sldMk cId="4122176090" sldId="1320"/>
            <ac:spMk id="4" creationId="{BF9DA1F9-EBDC-C64A-50BB-7D50ED860E77}"/>
          </ac:spMkLst>
        </pc:spChg>
        <pc:spChg chg="mod">
          <ac:chgData name="정지윤" userId="02c42eeb-3573-4fe0-87af-c4a597b73e9f" providerId="ADAL" clId="{9FBACC46-319B-4421-86B7-F535C5B48135}" dt="2023-11-02T04:58:48.086" v="15591" actId="13926"/>
          <ac:spMkLst>
            <pc:docMk/>
            <pc:sldMk cId="4122176090" sldId="1320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4:59:34.533" v="15605" actId="14100"/>
          <ac:spMkLst>
            <pc:docMk/>
            <pc:sldMk cId="4122176090" sldId="1320"/>
            <ac:spMk id="8" creationId="{EE0A2FEB-4E38-A34C-B499-995A30C59F2E}"/>
          </ac:spMkLst>
        </pc:spChg>
        <pc:graphicFrameChg chg="modGraphic">
          <ac:chgData name="정지윤" userId="02c42eeb-3573-4fe0-87af-c4a597b73e9f" providerId="ADAL" clId="{9FBACC46-319B-4421-86B7-F535C5B48135}" dt="2023-11-02T05:21:28.864" v="16023" actId="20577"/>
          <ac:graphicFrameMkLst>
            <pc:docMk/>
            <pc:sldMk cId="4122176090" sldId="132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4:59:21.996" v="15600" actId="478"/>
          <ac:picMkLst>
            <pc:docMk/>
            <pc:sldMk cId="4122176090" sldId="1320"/>
            <ac:picMk id="5" creationId="{B41B4A60-5728-DB98-5934-B4553D7DEF55}"/>
          </ac:picMkLst>
        </pc:picChg>
        <pc:picChg chg="add mod ord modCrop">
          <ac:chgData name="정지윤" userId="02c42eeb-3573-4fe0-87af-c4a597b73e9f" providerId="ADAL" clId="{9FBACC46-319B-4421-86B7-F535C5B48135}" dt="2023-11-02T04:59:31.222" v="15604" actId="1076"/>
          <ac:picMkLst>
            <pc:docMk/>
            <pc:sldMk cId="4122176090" sldId="1320"/>
            <ac:picMk id="6" creationId="{F3A2978F-8876-1D74-DD06-6ADE261F544A}"/>
          </ac:picMkLst>
        </pc:picChg>
      </pc:sldChg>
      <pc:sldChg chg="addSp delSp modSp add del mod">
        <pc:chgData name="정지윤" userId="02c42eeb-3573-4fe0-87af-c4a597b73e9f" providerId="ADAL" clId="{9FBACC46-319B-4421-86B7-F535C5B48135}" dt="2023-11-02T05:25:39.745" v="16421" actId="47"/>
        <pc:sldMkLst>
          <pc:docMk/>
          <pc:sldMk cId="241739023" sldId="1321"/>
        </pc:sldMkLst>
        <pc:spChg chg="mod">
          <ac:chgData name="정지윤" userId="02c42eeb-3573-4fe0-87af-c4a597b73e9f" providerId="ADAL" clId="{9FBACC46-319B-4421-86B7-F535C5B48135}" dt="2023-11-02T05:02:28.453" v="15754" actId="20577"/>
          <ac:spMkLst>
            <pc:docMk/>
            <pc:sldMk cId="241739023" sldId="1321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02:21.758" v="15746" actId="14100"/>
          <ac:spMkLst>
            <pc:docMk/>
            <pc:sldMk cId="241739023" sldId="1321"/>
            <ac:spMk id="8" creationId="{EE0A2FEB-4E38-A34C-B499-995A30C59F2E}"/>
          </ac:spMkLst>
        </pc:spChg>
        <pc:picChg chg="del">
          <ac:chgData name="정지윤" userId="02c42eeb-3573-4fe0-87af-c4a597b73e9f" providerId="ADAL" clId="{9FBACC46-319B-4421-86B7-F535C5B48135}" dt="2023-11-02T05:02:17.398" v="15744" actId="478"/>
          <ac:picMkLst>
            <pc:docMk/>
            <pc:sldMk cId="241739023" sldId="1321"/>
            <ac:picMk id="5" creationId="{B41B4A60-5728-DB98-5934-B4553D7DEF55}"/>
          </ac:picMkLst>
        </pc:picChg>
        <pc:picChg chg="add mod ord modCrop">
          <ac:chgData name="정지윤" userId="02c42eeb-3573-4fe0-87af-c4a597b73e9f" providerId="ADAL" clId="{9FBACC46-319B-4421-86B7-F535C5B48135}" dt="2023-11-02T05:02:15.673" v="15743" actId="167"/>
          <ac:picMkLst>
            <pc:docMk/>
            <pc:sldMk cId="241739023" sldId="1321"/>
            <ac:picMk id="6" creationId="{58D0633B-D13D-4AD3-0D2D-4ADABBE2F853}"/>
          </ac:picMkLst>
        </pc:picChg>
        <pc:cxnChg chg="mod">
          <ac:chgData name="정지윤" userId="02c42eeb-3573-4fe0-87af-c4a597b73e9f" providerId="ADAL" clId="{9FBACC46-319B-4421-86B7-F535C5B48135}" dt="2023-11-02T05:02:23.077" v="15747" actId="1076"/>
          <ac:cxnSpMkLst>
            <pc:docMk/>
            <pc:sldMk cId="241739023" sldId="1321"/>
            <ac:cxnSpMk id="10" creationId="{DEEA7467-C122-76A9-C1B5-59427B82C25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40.127" v="16498"/>
        <pc:sldMkLst>
          <pc:docMk/>
          <pc:sldMk cId="4200675675" sldId="1322"/>
        </pc:sldMkLst>
        <pc:spChg chg="add mod">
          <ac:chgData name="정지윤" userId="02c42eeb-3573-4fe0-87af-c4a597b73e9f" providerId="ADAL" clId="{9FBACC46-319B-4421-86B7-F535C5B48135}" dt="2023-11-02T06:40:40.127" v="16498"/>
          <ac:spMkLst>
            <pc:docMk/>
            <pc:sldMk cId="4200675675" sldId="1322"/>
            <ac:spMk id="4" creationId="{EBB05743-C5CF-96F5-DC24-20E75E6F16E2}"/>
          </ac:spMkLst>
        </pc:spChg>
        <pc:spChg chg="mod">
          <ac:chgData name="정지윤" userId="02c42eeb-3573-4fe0-87af-c4a597b73e9f" providerId="ADAL" clId="{9FBACC46-319B-4421-86B7-F535C5B48135}" dt="2023-11-02T05:05:54.901" v="15768" actId="1076"/>
          <ac:spMkLst>
            <pc:docMk/>
            <pc:sldMk cId="4200675675" sldId="1322"/>
            <ac:spMk id="5" creationId="{19C65246-A565-16F7-7EA1-C7C71FE17987}"/>
          </ac:spMkLst>
        </pc:spChg>
        <pc:picChg chg="add mod ord modCrop">
          <ac:chgData name="정지윤" userId="02c42eeb-3573-4fe0-87af-c4a597b73e9f" providerId="ADAL" clId="{9FBACC46-319B-4421-86B7-F535C5B48135}" dt="2023-11-02T05:05:50.272" v="15766" actId="167"/>
          <ac:picMkLst>
            <pc:docMk/>
            <pc:sldMk cId="4200675675" sldId="1322"/>
            <ac:picMk id="8" creationId="{9439DC3F-47D7-B189-5417-D2B10D0A92A8}"/>
          </ac:picMkLst>
        </pc:picChg>
        <pc:picChg chg="del">
          <ac:chgData name="정지윤" userId="02c42eeb-3573-4fe0-87af-c4a597b73e9f" providerId="ADAL" clId="{9FBACC46-319B-4421-86B7-F535C5B48135}" dt="2023-11-02T05:05:51.533" v="15767" actId="478"/>
          <ac:picMkLst>
            <pc:docMk/>
            <pc:sldMk cId="4200675675" sldId="1322"/>
            <ac:picMk id="9" creationId="{66680C0E-9431-2C60-C6F0-80E4AD915249}"/>
          </ac:picMkLst>
        </pc:picChg>
        <pc:cxnChg chg="mod">
          <ac:chgData name="정지윤" userId="02c42eeb-3573-4fe0-87af-c4a597b73e9f" providerId="ADAL" clId="{9FBACC46-319B-4421-86B7-F535C5B48135}" dt="2023-11-02T05:05:54.901" v="15768" actId="1076"/>
          <ac:cxnSpMkLst>
            <pc:docMk/>
            <pc:sldMk cId="4200675675" sldId="1322"/>
            <ac:cxnSpMk id="6" creationId="{F213BA58-73D6-5383-2AF7-1E9211127EE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40.601" v="16499"/>
        <pc:sldMkLst>
          <pc:docMk/>
          <pc:sldMk cId="781500531" sldId="1323"/>
        </pc:sldMkLst>
        <pc:spChg chg="mod">
          <ac:chgData name="정지윤" userId="02c42eeb-3573-4fe0-87af-c4a597b73e9f" providerId="ADAL" clId="{9FBACC46-319B-4421-86B7-F535C5B48135}" dt="2023-11-02T05:07:19.485" v="15781" actId="1076"/>
          <ac:spMkLst>
            <pc:docMk/>
            <pc:sldMk cId="781500531" sldId="1323"/>
            <ac:spMk id="4" creationId="{D597B47F-4580-4805-A693-16BFF739E5FA}"/>
          </ac:spMkLst>
        </pc:spChg>
        <pc:spChg chg="add mod">
          <ac:chgData name="정지윤" userId="02c42eeb-3573-4fe0-87af-c4a597b73e9f" providerId="ADAL" clId="{9FBACC46-319B-4421-86B7-F535C5B48135}" dt="2023-11-02T06:40:40.601" v="16499"/>
          <ac:spMkLst>
            <pc:docMk/>
            <pc:sldMk cId="781500531" sldId="1323"/>
            <ac:spMk id="6" creationId="{3879C61A-B290-BBB5-F7AC-1694B211B6A1}"/>
          </ac:spMkLst>
        </pc:spChg>
        <pc:picChg chg="add mod ord modCrop">
          <ac:chgData name="정지윤" userId="02c42eeb-3573-4fe0-87af-c4a597b73e9f" providerId="ADAL" clId="{9FBACC46-319B-4421-86B7-F535C5B48135}" dt="2023-11-02T05:07:09.787" v="15779" actId="167"/>
          <ac:picMkLst>
            <pc:docMk/>
            <pc:sldMk cId="781500531" sldId="1323"/>
            <ac:picMk id="8" creationId="{E75E702D-3066-4DF5-8D57-E1B67F0A4B24}"/>
          </ac:picMkLst>
        </pc:picChg>
        <pc:picChg chg="del">
          <ac:chgData name="정지윤" userId="02c42eeb-3573-4fe0-87af-c4a597b73e9f" providerId="ADAL" clId="{9FBACC46-319B-4421-86B7-F535C5B48135}" dt="2023-11-02T05:07:11.473" v="15780" actId="478"/>
          <ac:picMkLst>
            <pc:docMk/>
            <pc:sldMk cId="781500531" sldId="1323"/>
            <ac:picMk id="12" creationId="{7B8C7EC2-59C7-4714-4EBC-0671EFC6BE3B}"/>
          </ac:picMkLst>
        </pc:picChg>
        <pc:cxnChg chg="mod">
          <ac:chgData name="정지윤" userId="02c42eeb-3573-4fe0-87af-c4a597b73e9f" providerId="ADAL" clId="{9FBACC46-319B-4421-86B7-F535C5B48135}" dt="2023-11-02T05:07:19.485" v="15781" actId="1076"/>
          <ac:cxnSpMkLst>
            <pc:docMk/>
            <pc:sldMk cId="781500531" sldId="1323"/>
            <ac:cxnSpMk id="5" creationId="{D19B5965-415C-9086-40AB-B81631B0846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2:05.652" v="16510"/>
        <pc:sldMkLst>
          <pc:docMk/>
          <pc:sldMk cId="3674964490" sldId="1324"/>
        </pc:sldMkLst>
        <pc:spChg chg="mod">
          <ac:chgData name="정지윤" userId="02c42eeb-3573-4fe0-87af-c4a597b73e9f" providerId="ADAL" clId="{9FBACC46-319B-4421-86B7-F535C5B48135}" dt="2023-11-02T05:07:52.325" v="15793" actId="1076"/>
          <ac:spMkLst>
            <pc:docMk/>
            <pc:sldMk cId="3674964490" sldId="1324"/>
            <ac:spMk id="4" creationId="{EE1F067C-9A10-FDE6-1755-A7E7CEDC6DFE}"/>
          </ac:spMkLst>
        </pc:spChg>
        <pc:spChg chg="add mod">
          <ac:chgData name="정지윤" userId="02c42eeb-3573-4fe0-87af-c4a597b73e9f" providerId="ADAL" clId="{9FBACC46-319B-4421-86B7-F535C5B48135}" dt="2023-11-02T06:42:05.652" v="16510"/>
          <ac:spMkLst>
            <pc:docMk/>
            <pc:sldMk cId="3674964490" sldId="1324"/>
            <ac:spMk id="6" creationId="{7D4C36B6-823E-DCA2-7064-A0EFC5D4C07F}"/>
          </ac:spMkLst>
        </pc:spChg>
        <pc:spChg chg="mod">
          <ac:chgData name="정지윤" userId="02c42eeb-3573-4fe0-87af-c4a597b73e9f" providerId="ADAL" clId="{9FBACC46-319B-4421-86B7-F535C5B48135}" dt="2023-11-02T05:07:58.730" v="15795" actId="20577"/>
          <ac:spMkLst>
            <pc:docMk/>
            <pc:sldMk cId="3674964490" sldId="1324"/>
            <ac:spMk id="10" creationId="{CB04E24F-235B-72D6-672B-F7BD40993EFC}"/>
          </ac:spMkLst>
        </pc:spChg>
        <pc:picChg chg="del">
          <ac:chgData name="정지윤" userId="02c42eeb-3573-4fe0-87af-c4a597b73e9f" providerId="ADAL" clId="{9FBACC46-319B-4421-86B7-F535C5B48135}" dt="2023-11-02T05:07:46.774" v="15792" actId="478"/>
          <ac:picMkLst>
            <pc:docMk/>
            <pc:sldMk cId="3674964490" sldId="1324"/>
            <ac:picMk id="6" creationId="{42CF4D0D-278E-8C12-CAC6-99C7A026C985}"/>
          </ac:picMkLst>
        </pc:picChg>
        <pc:picChg chg="add mod ord modCrop">
          <ac:chgData name="정지윤" userId="02c42eeb-3573-4fe0-87af-c4a597b73e9f" providerId="ADAL" clId="{9FBACC46-319B-4421-86B7-F535C5B48135}" dt="2023-11-02T05:07:45.031" v="15791" actId="167"/>
          <ac:picMkLst>
            <pc:docMk/>
            <pc:sldMk cId="3674964490" sldId="1324"/>
            <ac:picMk id="12" creationId="{E0B5E457-DD90-8794-9171-F47FDFAB390F}"/>
          </ac:picMkLst>
        </pc:picChg>
        <pc:cxnChg chg="mod">
          <ac:chgData name="정지윤" userId="02c42eeb-3573-4fe0-87af-c4a597b73e9f" providerId="ADAL" clId="{9FBACC46-319B-4421-86B7-F535C5B48135}" dt="2023-11-02T05:07:52.325" v="15793" actId="1076"/>
          <ac:cxnSpMkLst>
            <pc:docMk/>
            <pc:sldMk cId="3674964490" sldId="1324"/>
            <ac:cxnSpMk id="5" creationId="{04A76A42-4E9D-E393-C2F4-D3E835126C5B}"/>
          </ac:cxnSpMkLst>
        </pc:cxnChg>
      </pc:sldChg>
      <pc:sldChg chg="addSp modSp add mod">
        <pc:chgData name="정지윤" userId="02c42eeb-3573-4fe0-87af-c4a597b73e9f" providerId="ADAL" clId="{9FBACC46-319B-4421-86B7-F535C5B48135}" dt="2023-11-02T06:42:07.291" v="16511"/>
        <pc:sldMkLst>
          <pc:docMk/>
          <pc:sldMk cId="517543876" sldId="1325"/>
        </pc:sldMkLst>
        <pc:spChg chg="add mod">
          <ac:chgData name="정지윤" userId="02c42eeb-3573-4fe0-87af-c4a597b73e9f" providerId="ADAL" clId="{9FBACC46-319B-4421-86B7-F535C5B48135}" dt="2023-11-02T06:42:07.291" v="16511"/>
          <ac:spMkLst>
            <pc:docMk/>
            <pc:sldMk cId="517543876" sldId="1325"/>
            <ac:spMk id="4" creationId="{A88C8AE7-82B9-0812-01DC-CBBDBD7888CD}"/>
          </ac:spMkLst>
        </pc:spChg>
        <pc:graphicFrameChg chg="modGraphic">
          <ac:chgData name="정지윤" userId="02c42eeb-3573-4fe0-87af-c4a597b73e9f" providerId="ADAL" clId="{9FBACC46-319B-4421-86B7-F535C5B48135}" dt="2023-11-02T05:25:22.860" v="16391" actId="20577"/>
          <ac:graphicFrameMkLst>
            <pc:docMk/>
            <pc:sldMk cId="517543876" sldId="1325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2T06:40:34.932" v="16493"/>
        <pc:sldMkLst>
          <pc:docMk/>
          <pc:sldMk cId="729103919" sldId="1326"/>
        </pc:sldMkLst>
        <pc:spChg chg="add mod">
          <ac:chgData name="정지윤" userId="02c42eeb-3573-4fe0-87af-c4a597b73e9f" providerId="ADAL" clId="{9FBACC46-319B-4421-86B7-F535C5B48135}" dt="2023-11-02T06:40:34.932" v="16493"/>
          <ac:spMkLst>
            <pc:docMk/>
            <pc:sldMk cId="729103919" sldId="1326"/>
            <ac:spMk id="4" creationId="{A3CD4DBB-6A5D-030F-BA5B-5B11A7F48160}"/>
          </ac:spMkLst>
        </pc:spChg>
        <pc:spChg chg="mod">
          <ac:chgData name="정지윤" userId="02c42eeb-3573-4fe0-87af-c4a597b73e9f" providerId="ADAL" clId="{9FBACC46-319B-4421-86B7-F535C5B48135}" dt="2023-11-02T05:17:36.371" v="15962" actId="20577"/>
          <ac:spMkLst>
            <pc:docMk/>
            <pc:sldMk cId="729103919" sldId="132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17:14.324" v="15811" actId="14100"/>
          <ac:spMkLst>
            <pc:docMk/>
            <pc:sldMk cId="729103919" sldId="1326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5:19:07.381" v="16002"/>
          <ac:graphicFrameMkLst>
            <pc:docMk/>
            <pc:sldMk cId="729103919" sldId="1326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5:17:08.338" v="15809" actId="167"/>
          <ac:picMkLst>
            <pc:docMk/>
            <pc:sldMk cId="729103919" sldId="1326"/>
            <ac:picMk id="5" creationId="{6318AAA4-BB96-496B-AAA7-44F1BA6FACF1}"/>
          </ac:picMkLst>
        </pc:picChg>
        <pc:picChg chg="del">
          <ac:chgData name="정지윤" userId="02c42eeb-3573-4fe0-87af-c4a597b73e9f" providerId="ADAL" clId="{9FBACC46-319B-4421-86B7-F535C5B48135}" dt="2023-11-02T05:17:05.831" v="15808" actId="478"/>
          <ac:picMkLst>
            <pc:docMk/>
            <pc:sldMk cId="729103919" sldId="1326"/>
            <ac:picMk id="6" creationId="{F3A2978F-8876-1D74-DD06-6ADE261F544A}"/>
          </ac:picMkLst>
        </pc:picChg>
        <pc:cxnChg chg="mod">
          <ac:chgData name="정지윤" userId="02c42eeb-3573-4fe0-87af-c4a597b73e9f" providerId="ADAL" clId="{9FBACC46-319B-4421-86B7-F535C5B48135}" dt="2023-11-02T05:17:15.869" v="15812" actId="1076"/>
          <ac:cxnSpMkLst>
            <pc:docMk/>
            <pc:sldMk cId="729103919" sldId="1326"/>
            <ac:cxnSpMk id="10" creationId="{DEEA7467-C122-76A9-C1B5-59427B82C25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35.890" v="16494"/>
        <pc:sldMkLst>
          <pc:docMk/>
          <pc:sldMk cId="1404549546" sldId="1327"/>
        </pc:sldMkLst>
        <pc:spChg chg="add mod">
          <ac:chgData name="정지윤" userId="02c42eeb-3573-4fe0-87af-c4a597b73e9f" providerId="ADAL" clId="{9FBACC46-319B-4421-86B7-F535C5B48135}" dt="2023-11-02T06:40:35.890" v="16494"/>
          <ac:spMkLst>
            <pc:docMk/>
            <pc:sldMk cId="1404549546" sldId="1327"/>
            <ac:spMk id="4" creationId="{776AEFB1-6BF9-5ACD-D489-BA327DD4A249}"/>
          </ac:spMkLst>
        </pc:spChg>
        <pc:spChg chg="mod">
          <ac:chgData name="정지윤" userId="02c42eeb-3573-4fe0-87af-c4a597b73e9f" providerId="ADAL" clId="{9FBACC46-319B-4421-86B7-F535C5B48135}" dt="2023-11-02T05:20:02.104" v="16020"/>
          <ac:spMkLst>
            <pc:docMk/>
            <pc:sldMk cId="1404549546" sldId="132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19:36.045" v="16015" actId="14100"/>
          <ac:spMkLst>
            <pc:docMk/>
            <pc:sldMk cId="1404549546" sldId="1327"/>
            <ac:spMk id="8" creationId="{EE0A2FEB-4E38-A34C-B499-995A30C59F2E}"/>
          </ac:spMkLst>
        </pc:spChg>
        <pc:picChg chg="del">
          <ac:chgData name="정지윤" userId="02c42eeb-3573-4fe0-87af-c4a597b73e9f" providerId="ADAL" clId="{9FBACC46-319B-4421-86B7-F535C5B48135}" dt="2023-11-02T05:19:29.560" v="16012" actId="478"/>
          <ac:picMkLst>
            <pc:docMk/>
            <pc:sldMk cId="1404549546" sldId="1327"/>
            <ac:picMk id="5" creationId="{6318AAA4-BB96-496B-AAA7-44F1BA6FACF1}"/>
          </ac:picMkLst>
        </pc:picChg>
        <pc:picChg chg="add mod ord modCrop">
          <ac:chgData name="정지윤" userId="02c42eeb-3573-4fe0-87af-c4a597b73e9f" providerId="ADAL" clId="{9FBACC46-319B-4421-86B7-F535C5B48135}" dt="2023-11-02T05:19:27.960" v="16011" actId="167"/>
          <ac:picMkLst>
            <pc:docMk/>
            <pc:sldMk cId="1404549546" sldId="1327"/>
            <ac:picMk id="6" creationId="{E4881814-3FA7-0C81-D649-8EB29DE2B9D8}"/>
          </ac:picMkLst>
        </pc:picChg>
        <pc:cxnChg chg="mod">
          <ac:chgData name="정지윤" userId="02c42eeb-3573-4fe0-87af-c4a597b73e9f" providerId="ADAL" clId="{9FBACC46-319B-4421-86B7-F535C5B48135}" dt="2023-11-02T05:19:38.732" v="16016" actId="1076"/>
          <ac:cxnSpMkLst>
            <pc:docMk/>
            <pc:sldMk cId="1404549546" sldId="1327"/>
            <ac:cxnSpMk id="10" creationId="{DEEA7467-C122-76A9-C1B5-59427B82C25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6:40:36.842" v="16495"/>
        <pc:sldMkLst>
          <pc:docMk/>
          <pc:sldMk cId="784386078" sldId="1328"/>
        </pc:sldMkLst>
        <pc:spChg chg="add mod">
          <ac:chgData name="정지윤" userId="02c42eeb-3573-4fe0-87af-c4a597b73e9f" providerId="ADAL" clId="{9FBACC46-319B-4421-86B7-F535C5B48135}" dt="2023-11-02T06:40:36.842" v="16495"/>
          <ac:spMkLst>
            <pc:docMk/>
            <pc:sldMk cId="784386078" sldId="1328"/>
            <ac:spMk id="4" creationId="{B943CB0B-69C3-F785-A101-5B1AF73E7FD0}"/>
          </ac:spMkLst>
        </pc:spChg>
        <pc:spChg chg="mod">
          <ac:chgData name="정지윤" userId="02c42eeb-3573-4fe0-87af-c4a597b73e9f" providerId="ADAL" clId="{9FBACC46-319B-4421-86B7-F535C5B48135}" dt="2023-11-02T05:22:51.258" v="16249" actId="20577"/>
          <ac:spMkLst>
            <pc:docMk/>
            <pc:sldMk cId="784386078" sldId="1328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22:15.925" v="16055" actId="1076"/>
          <ac:spMkLst>
            <pc:docMk/>
            <pc:sldMk cId="784386078" sldId="1328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5:22:28.824" v="16058" actId="20577"/>
          <ac:graphicFrameMkLst>
            <pc:docMk/>
            <pc:sldMk cId="784386078" sldId="1328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5:22:10.529" v="16053" actId="167"/>
          <ac:picMkLst>
            <pc:docMk/>
            <pc:sldMk cId="784386078" sldId="1328"/>
            <ac:picMk id="5" creationId="{8312E6E5-F2B1-144A-0FA5-4B65B9650831}"/>
          </ac:picMkLst>
        </pc:picChg>
        <pc:picChg chg="del">
          <ac:chgData name="정지윤" userId="02c42eeb-3573-4fe0-87af-c4a597b73e9f" providerId="ADAL" clId="{9FBACC46-319B-4421-86B7-F535C5B48135}" dt="2023-11-02T05:22:12.168" v="16054" actId="478"/>
          <ac:picMkLst>
            <pc:docMk/>
            <pc:sldMk cId="784386078" sldId="1328"/>
            <ac:picMk id="6" creationId="{E4881814-3FA7-0C81-D649-8EB29DE2B9D8}"/>
          </ac:picMkLst>
        </pc:picChg>
        <pc:cxnChg chg="mod">
          <ac:chgData name="정지윤" userId="02c42eeb-3573-4fe0-87af-c4a597b73e9f" providerId="ADAL" clId="{9FBACC46-319B-4421-86B7-F535C5B48135}" dt="2023-11-02T05:22:17.941" v="16056" actId="1076"/>
          <ac:cxnSpMkLst>
            <pc:docMk/>
            <pc:sldMk cId="784386078" sldId="1328"/>
            <ac:cxnSpMk id="10" creationId="{DEEA7467-C122-76A9-C1B5-59427B82C25A}"/>
          </ac:cxnSpMkLst>
        </pc:cxnChg>
      </pc:sldChg>
      <pc:sldChg chg="add del ord">
        <pc:chgData name="정지윤" userId="02c42eeb-3573-4fe0-87af-c4a597b73e9f" providerId="ADAL" clId="{9FBACC46-319B-4421-86B7-F535C5B48135}" dt="2023-11-02T05:20:06.905" v="16021" actId="47"/>
        <pc:sldMkLst>
          <pc:docMk/>
          <pc:sldMk cId="3646029797" sldId="1328"/>
        </pc:sldMkLst>
      </pc:sldChg>
      <pc:sldChg chg="addSp delSp modSp add mod">
        <pc:chgData name="정지윤" userId="02c42eeb-3573-4fe0-87af-c4a597b73e9f" providerId="ADAL" clId="{9FBACC46-319B-4421-86B7-F535C5B48135}" dt="2023-11-02T06:40:37.817" v="16496"/>
        <pc:sldMkLst>
          <pc:docMk/>
          <pc:sldMk cId="3264352737" sldId="1329"/>
        </pc:sldMkLst>
        <pc:spChg chg="add mod">
          <ac:chgData name="정지윤" userId="02c42eeb-3573-4fe0-87af-c4a597b73e9f" providerId="ADAL" clId="{9FBACC46-319B-4421-86B7-F535C5B48135}" dt="2023-11-02T06:40:37.817" v="16496"/>
          <ac:spMkLst>
            <pc:docMk/>
            <pc:sldMk cId="3264352737" sldId="1329"/>
            <ac:spMk id="4" creationId="{97066A17-4493-681F-51BE-4781679E29BD}"/>
          </ac:spMkLst>
        </pc:spChg>
        <pc:spChg chg="mod">
          <ac:chgData name="정지윤" userId="02c42eeb-3573-4fe0-87af-c4a597b73e9f" providerId="ADAL" clId="{9FBACC46-319B-4421-86B7-F535C5B48135}" dt="2023-11-02T05:23:42.469" v="16378" actId="20577"/>
          <ac:spMkLst>
            <pc:docMk/>
            <pc:sldMk cId="3264352737" sldId="132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5:23:24.845" v="16260" actId="1076"/>
          <ac:spMkLst>
            <pc:docMk/>
            <pc:sldMk cId="3264352737" sldId="1329"/>
            <ac:spMk id="8" creationId="{EE0A2FEB-4E38-A34C-B499-995A30C59F2E}"/>
          </ac:spMkLst>
        </pc:spChg>
        <pc:picChg chg="del">
          <ac:chgData name="정지윤" userId="02c42eeb-3573-4fe0-87af-c4a597b73e9f" providerId="ADAL" clId="{9FBACC46-319B-4421-86B7-F535C5B48135}" dt="2023-11-02T05:23:18.817" v="16259" actId="478"/>
          <ac:picMkLst>
            <pc:docMk/>
            <pc:sldMk cId="3264352737" sldId="1329"/>
            <ac:picMk id="5" creationId="{8312E6E5-F2B1-144A-0FA5-4B65B9650831}"/>
          </ac:picMkLst>
        </pc:picChg>
        <pc:picChg chg="add mod ord modCrop">
          <ac:chgData name="정지윤" userId="02c42eeb-3573-4fe0-87af-c4a597b73e9f" providerId="ADAL" clId="{9FBACC46-319B-4421-86B7-F535C5B48135}" dt="2023-11-02T05:23:17.736" v="16258" actId="167"/>
          <ac:picMkLst>
            <pc:docMk/>
            <pc:sldMk cId="3264352737" sldId="1329"/>
            <ac:picMk id="6" creationId="{C22C6ADC-9E61-91C3-A42C-BF65D5C8D2F0}"/>
          </ac:picMkLst>
        </pc:picChg>
        <pc:cxnChg chg="mod">
          <ac:chgData name="정지윤" userId="02c42eeb-3573-4fe0-87af-c4a597b73e9f" providerId="ADAL" clId="{9FBACC46-319B-4421-86B7-F535C5B48135}" dt="2023-11-02T05:23:24.845" v="16260" actId="1076"/>
          <ac:cxnSpMkLst>
            <pc:docMk/>
            <pc:sldMk cId="3264352737" sldId="1329"/>
            <ac:cxnSpMk id="10" creationId="{DEEA7467-C122-76A9-C1B5-59427B82C25A}"/>
          </ac:cxnSpMkLst>
        </pc:cxnChg>
      </pc:sldChg>
      <pc:sldChg chg="modSp add del mod ord">
        <pc:chgData name="정지윤" userId="02c42eeb-3573-4fe0-87af-c4a597b73e9f" providerId="ADAL" clId="{9FBACC46-319B-4421-86B7-F535C5B48135}" dt="2023-11-02T05:25:31.177" v="16400" actId="47"/>
        <pc:sldMkLst>
          <pc:docMk/>
          <pc:sldMk cId="3727531770" sldId="1330"/>
        </pc:sldMkLst>
        <pc:graphicFrameChg chg="mod modGraphic">
          <ac:chgData name="정지윤" userId="02c42eeb-3573-4fe0-87af-c4a597b73e9f" providerId="ADAL" clId="{9FBACC46-319B-4421-86B7-F535C5B48135}" dt="2023-11-02T05:25:05.445" v="16389"/>
          <ac:graphicFrameMkLst>
            <pc:docMk/>
            <pc:sldMk cId="3727531770" sldId="1330"/>
            <ac:graphicFrameMk id="3" creationId="{EB5E6BEF-7528-22F3-81D3-C88DBE43847E}"/>
          </ac:graphicFrameMkLst>
        </pc:graphicFrameChg>
      </pc:sldChg>
      <pc:sldChg chg="addSp modSp add mod">
        <pc:chgData name="정지윤" userId="02c42eeb-3573-4fe0-87af-c4a597b73e9f" providerId="ADAL" clId="{9FBACC46-319B-4421-86B7-F535C5B48135}" dt="2023-11-02T06:42:08.124" v="16512"/>
        <pc:sldMkLst>
          <pc:docMk/>
          <pc:sldMk cId="3871242632" sldId="1331"/>
        </pc:sldMkLst>
        <pc:spChg chg="add mod">
          <ac:chgData name="정지윤" userId="02c42eeb-3573-4fe0-87af-c4a597b73e9f" providerId="ADAL" clId="{9FBACC46-319B-4421-86B7-F535C5B48135}" dt="2023-11-02T06:42:08.124" v="16512"/>
          <ac:spMkLst>
            <pc:docMk/>
            <pc:sldMk cId="3871242632" sldId="1331"/>
            <ac:spMk id="4" creationId="{A0F8C939-5574-DFEB-13CB-4016F6CBB9AD}"/>
          </ac:spMkLst>
        </pc:spChg>
        <pc:graphicFrameChg chg="mod modGraphic">
          <ac:chgData name="정지윤" userId="02c42eeb-3573-4fe0-87af-c4a597b73e9f" providerId="ADAL" clId="{9FBACC46-319B-4421-86B7-F535C5B48135}" dt="2023-11-02T05:25:30.469" v="16399"/>
          <ac:graphicFrameMkLst>
            <pc:docMk/>
            <pc:sldMk cId="3871242632" sldId="1331"/>
            <ac:graphicFrameMk id="3" creationId="{EB5E6BEF-7528-22F3-81D3-C88DBE43847E}"/>
          </ac:graphicFrameMkLst>
        </pc:graphicFrameChg>
      </pc:sldChg>
      <pc:sldChg chg="addSp modSp add mod">
        <pc:chgData name="정지윤" userId="02c42eeb-3573-4fe0-87af-c4a597b73e9f" providerId="ADAL" clId="{9FBACC46-319B-4421-86B7-F535C5B48135}" dt="2023-11-02T06:40:39.002" v="16497"/>
        <pc:sldMkLst>
          <pc:docMk/>
          <pc:sldMk cId="2843722141" sldId="1332"/>
        </pc:sldMkLst>
        <pc:spChg chg="add mod">
          <ac:chgData name="정지윤" userId="02c42eeb-3573-4fe0-87af-c4a597b73e9f" providerId="ADAL" clId="{9FBACC46-319B-4421-86B7-F535C5B48135}" dt="2023-11-02T06:40:39.002" v="16497"/>
          <ac:spMkLst>
            <pc:docMk/>
            <pc:sldMk cId="2843722141" sldId="1332"/>
            <ac:spMk id="4" creationId="{2DC3816D-41A9-1249-4100-6D259007CC8B}"/>
          </ac:spMkLst>
        </pc:spChg>
        <pc:graphicFrameChg chg="mod modGraphic">
          <ac:chgData name="정지윤" userId="02c42eeb-3573-4fe0-87af-c4a597b73e9f" providerId="ADAL" clId="{9FBACC46-319B-4421-86B7-F535C5B48135}" dt="2023-11-02T05:25:39.045" v="16420"/>
          <ac:graphicFrameMkLst>
            <pc:docMk/>
            <pc:sldMk cId="2843722141" sldId="1332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2T06:51:36.353" v="16801" actId="20577"/>
        <pc:sldMkLst>
          <pc:docMk/>
          <pc:sldMk cId="1712874369" sldId="1333"/>
        </pc:sldMkLst>
        <pc:spChg chg="mod">
          <ac:chgData name="정지윤" userId="02c42eeb-3573-4fe0-87af-c4a597b73e9f" providerId="ADAL" clId="{9FBACC46-319B-4421-86B7-F535C5B48135}" dt="2023-11-02T06:51:23.371" v="16799" actId="20577"/>
          <ac:spMkLst>
            <pc:docMk/>
            <pc:sldMk cId="1712874369" sldId="1333"/>
            <ac:spMk id="7" creationId="{0C81DD60-D84B-4D3C-8F3E-7D0E22E11300}"/>
          </ac:spMkLst>
        </pc:spChg>
        <pc:spChg chg="mod ord">
          <ac:chgData name="정지윤" userId="02c42eeb-3573-4fe0-87af-c4a597b73e9f" providerId="ADAL" clId="{9FBACC46-319B-4421-86B7-F535C5B48135}" dt="2023-11-02T06:49:53.940" v="16558" actId="14100"/>
          <ac:spMkLst>
            <pc:docMk/>
            <pc:sldMk cId="1712874369" sldId="1333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6:51:36.353" v="16801" actId="20577"/>
          <ac:graphicFrameMkLst>
            <pc:docMk/>
            <pc:sldMk cId="1712874369" sldId="1333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6:49:48.277" v="16555" actId="478"/>
          <ac:picMkLst>
            <pc:docMk/>
            <pc:sldMk cId="1712874369" sldId="1333"/>
            <ac:picMk id="6" creationId="{58D0633B-D13D-4AD3-0D2D-4ADABBE2F853}"/>
          </ac:picMkLst>
        </pc:picChg>
        <pc:picChg chg="add mod modCrop">
          <ac:chgData name="정지윤" userId="02c42eeb-3573-4fe0-87af-c4a597b73e9f" providerId="ADAL" clId="{9FBACC46-319B-4421-86B7-F535C5B48135}" dt="2023-11-02T06:49:47.373" v="16554" actId="1076"/>
          <ac:picMkLst>
            <pc:docMk/>
            <pc:sldMk cId="1712874369" sldId="1333"/>
            <ac:picMk id="9" creationId="{E19196AA-76D4-3151-2F0F-8C2CC86E4E11}"/>
          </ac:picMkLst>
        </pc:picChg>
        <pc:cxnChg chg="mod ord">
          <ac:chgData name="정지윤" userId="02c42eeb-3573-4fe0-87af-c4a597b73e9f" providerId="ADAL" clId="{9FBACC46-319B-4421-86B7-F535C5B48135}" dt="2023-11-02T06:49:57.892" v="16560" actId="166"/>
          <ac:cxnSpMkLst>
            <pc:docMk/>
            <pc:sldMk cId="1712874369" sldId="1333"/>
            <ac:cxnSpMk id="10" creationId="{DEEA7467-C122-76A9-C1B5-59427B82C25A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2T06:59:17.827" v="17713" actId="6549"/>
        <pc:sldMkLst>
          <pc:docMk/>
          <pc:sldMk cId="468985992" sldId="1334"/>
        </pc:sldMkLst>
        <pc:spChg chg="mod">
          <ac:chgData name="정지윤" userId="02c42eeb-3573-4fe0-87af-c4a597b73e9f" providerId="ADAL" clId="{9FBACC46-319B-4421-86B7-F535C5B48135}" dt="2023-11-02T06:59:17.827" v="17713" actId="6549"/>
          <ac:spMkLst>
            <pc:docMk/>
            <pc:sldMk cId="468985992" sldId="1334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6:57:04.797" v="17577" actId="14100"/>
          <ac:spMkLst>
            <pc:docMk/>
            <pc:sldMk cId="468985992" sldId="1334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6:56:35.605" v="17567"/>
          <ac:graphicFrameMkLst>
            <pc:docMk/>
            <pc:sldMk cId="468985992" sldId="1334"/>
            <ac:graphicFrameMk id="3" creationId="{EB5E6BEF-7528-22F3-81D3-C88DBE43847E}"/>
          </ac:graphicFrameMkLst>
        </pc:graphicFrameChg>
        <pc:picChg chg="add del mod ord modCrop">
          <ac:chgData name="정지윤" userId="02c42eeb-3573-4fe0-87af-c4a597b73e9f" providerId="ADAL" clId="{9FBACC46-319B-4421-86B7-F535C5B48135}" dt="2023-11-02T06:56:59.420" v="17575" actId="478"/>
          <ac:picMkLst>
            <pc:docMk/>
            <pc:sldMk cId="468985992" sldId="1334"/>
            <ac:picMk id="6" creationId="{9C57E6F7-4837-CACF-CD28-3A8CD7A1FDBB}"/>
          </ac:picMkLst>
        </pc:picChg>
        <pc:picChg chg="del mod modCrop">
          <ac:chgData name="정지윤" userId="02c42eeb-3573-4fe0-87af-c4a597b73e9f" providerId="ADAL" clId="{9FBACC46-319B-4421-86B7-F535C5B48135}" dt="2023-11-02T06:52:44.383" v="16817" actId="478"/>
          <ac:picMkLst>
            <pc:docMk/>
            <pc:sldMk cId="468985992" sldId="1334"/>
            <ac:picMk id="9" creationId="{E19196AA-76D4-3151-2F0F-8C2CC86E4E11}"/>
          </ac:picMkLst>
        </pc:picChg>
        <pc:picChg chg="add del mod">
          <ac:chgData name="정지윤" userId="02c42eeb-3573-4fe0-87af-c4a597b73e9f" providerId="ADAL" clId="{9FBACC46-319B-4421-86B7-F535C5B48135}" dt="2023-11-02T06:54:42.201" v="17421" actId="478"/>
          <ac:picMkLst>
            <pc:docMk/>
            <pc:sldMk cId="468985992" sldId="1334"/>
            <ac:picMk id="12" creationId="{179DD2E6-D5AB-B4E2-ADA9-0847C88F7895}"/>
          </ac:picMkLst>
        </pc:picChg>
        <pc:picChg chg="add mod ord modCrop">
          <ac:chgData name="정지윤" userId="02c42eeb-3573-4fe0-87af-c4a597b73e9f" providerId="ADAL" clId="{9FBACC46-319B-4421-86B7-F535C5B48135}" dt="2023-11-02T06:56:58.315" v="17574" actId="167"/>
          <ac:picMkLst>
            <pc:docMk/>
            <pc:sldMk cId="468985992" sldId="1334"/>
            <ac:picMk id="14" creationId="{2A2F6E91-76A0-5323-C501-3194D66DE6E1}"/>
          </ac:picMkLst>
        </pc:picChg>
        <pc:cxnChg chg="mod">
          <ac:chgData name="정지윤" userId="02c42eeb-3573-4fe0-87af-c4a597b73e9f" providerId="ADAL" clId="{9FBACC46-319B-4421-86B7-F535C5B48135}" dt="2023-11-02T06:57:07.492" v="17578" actId="1076"/>
          <ac:cxnSpMkLst>
            <pc:docMk/>
            <pc:sldMk cId="468985992" sldId="1334"/>
            <ac:cxnSpMk id="10" creationId="{DEEA7467-C122-76A9-C1B5-59427B82C25A}"/>
          </ac:cxnSpMkLst>
        </pc:cxnChg>
      </pc:sldChg>
      <pc:sldChg chg="modSp add mod ord">
        <pc:chgData name="정지윤" userId="02c42eeb-3573-4fe0-87af-c4a597b73e9f" providerId="ADAL" clId="{9FBACC46-319B-4421-86B7-F535C5B48135}" dt="2023-11-02T06:56:22.834" v="17548"/>
        <pc:sldMkLst>
          <pc:docMk/>
          <pc:sldMk cId="1435893700" sldId="1335"/>
        </pc:sldMkLst>
        <pc:spChg chg="mod">
          <ac:chgData name="정지윤" userId="02c42eeb-3573-4fe0-87af-c4a597b73e9f" providerId="ADAL" clId="{9FBACC46-319B-4421-86B7-F535C5B48135}" dt="2023-11-02T06:55:26.618" v="17544" actId="20577"/>
          <ac:spMkLst>
            <pc:docMk/>
            <pc:sldMk cId="1435893700" sldId="1335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2T06:56:22.834" v="17548"/>
          <ac:graphicFrameMkLst>
            <pc:docMk/>
            <pc:sldMk cId="1435893700" sldId="1335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2T07:01:25.013" v="17762"/>
        <pc:sldMkLst>
          <pc:docMk/>
          <pc:sldMk cId="3342676789" sldId="1336"/>
        </pc:sldMkLst>
        <pc:spChg chg="mod">
          <ac:chgData name="정지윤" userId="02c42eeb-3573-4fe0-87af-c4a597b73e9f" providerId="ADAL" clId="{9FBACC46-319B-4421-86B7-F535C5B48135}" dt="2023-11-02T07:00:36.170" v="17731" actId="20577"/>
          <ac:spMkLst>
            <pc:docMk/>
            <pc:sldMk cId="3342676789" sldId="1336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2T07:01:16.984" v="17747" actId="478"/>
          <ac:spMkLst>
            <pc:docMk/>
            <pc:sldMk cId="3342676789" sldId="1336"/>
            <ac:spMk id="8" creationId="{EE0A2FEB-4E38-A34C-B499-995A30C59F2E}"/>
          </ac:spMkLst>
        </pc:spChg>
        <pc:graphicFrameChg chg="mod modGraphic">
          <ac:chgData name="정지윤" userId="02c42eeb-3573-4fe0-87af-c4a597b73e9f" providerId="ADAL" clId="{9FBACC46-319B-4421-86B7-F535C5B48135}" dt="2023-11-02T07:01:25.013" v="17762"/>
          <ac:graphicFrameMkLst>
            <pc:docMk/>
            <pc:sldMk cId="3342676789" sldId="1336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7:01:12.961" v="17744" actId="167"/>
          <ac:picMkLst>
            <pc:docMk/>
            <pc:sldMk cId="3342676789" sldId="1336"/>
            <ac:picMk id="6" creationId="{D06495F7-152C-88E2-ABB3-F8EB83D29FE7}"/>
          </ac:picMkLst>
        </pc:picChg>
        <pc:picChg chg="del mod">
          <ac:chgData name="정지윤" userId="02c42eeb-3573-4fe0-87af-c4a597b73e9f" providerId="ADAL" clId="{9FBACC46-319B-4421-86B7-F535C5B48135}" dt="2023-11-02T07:01:13.845" v="17746" actId="21"/>
          <ac:picMkLst>
            <pc:docMk/>
            <pc:sldMk cId="3342676789" sldId="1336"/>
            <ac:picMk id="14" creationId="{2A2F6E91-76A0-5323-C501-3194D66DE6E1}"/>
          </ac:picMkLst>
        </pc:picChg>
        <pc:cxnChg chg="del">
          <ac:chgData name="정지윤" userId="02c42eeb-3573-4fe0-87af-c4a597b73e9f" providerId="ADAL" clId="{9FBACC46-319B-4421-86B7-F535C5B48135}" dt="2023-11-02T07:01:16.984" v="17747" actId="478"/>
          <ac:cxnSpMkLst>
            <pc:docMk/>
            <pc:sldMk cId="3342676789" sldId="1336"/>
            <ac:cxnSpMk id="10" creationId="{DEEA7467-C122-76A9-C1B5-59427B82C25A}"/>
          </ac:cxnSpMkLst>
        </pc:cxnChg>
      </pc:sldChg>
      <pc:sldChg chg="modSp add mod">
        <pc:chgData name="정지윤" userId="02c42eeb-3573-4fe0-87af-c4a597b73e9f" providerId="ADAL" clId="{9FBACC46-319B-4421-86B7-F535C5B48135}" dt="2023-11-02T07:01:31.509" v="17777"/>
        <pc:sldMkLst>
          <pc:docMk/>
          <pc:sldMk cId="2682390883" sldId="1337"/>
        </pc:sldMkLst>
        <pc:graphicFrameChg chg="mod modGraphic">
          <ac:chgData name="정지윤" userId="02c42eeb-3573-4fe0-87af-c4a597b73e9f" providerId="ADAL" clId="{9FBACC46-319B-4421-86B7-F535C5B48135}" dt="2023-11-02T07:01:31.509" v="17777"/>
          <ac:graphicFrameMkLst>
            <pc:docMk/>
            <pc:sldMk cId="2682390883" sldId="1337"/>
            <ac:graphicFrameMk id="3" creationId="{EB5E6BEF-7528-22F3-81D3-C88DBE43847E}"/>
          </ac:graphicFrameMkLst>
        </pc:graphicFrameChg>
      </pc:sldChg>
      <pc:sldChg chg="modSp add mod">
        <pc:chgData name="정지윤" userId="02c42eeb-3573-4fe0-87af-c4a597b73e9f" providerId="ADAL" clId="{9FBACC46-319B-4421-86B7-F535C5B48135}" dt="2023-11-02T07:02:05.353" v="17797"/>
        <pc:sldMkLst>
          <pc:docMk/>
          <pc:sldMk cId="850194351" sldId="1338"/>
        </pc:sldMkLst>
        <pc:graphicFrameChg chg="mod modGraphic">
          <ac:chgData name="정지윤" userId="02c42eeb-3573-4fe0-87af-c4a597b73e9f" providerId="ADAL" clId="{9FBACC46-319B-4421-86B7-F535C5B48135}" dt="2023-11-02T07:02:05.353" v="17797"/>
          <ac:graphicFrameMkLst>
            <pc:docMk/>
            <pc:sldMk cId="850194351" sldId="1338"/>
            <ac:graphicFrameMk id="3" creationId="{EB5E6BEF-7528-22F3-81D3-C88DBE43847E}"/>
          </ac:graphicFrameMkLst>
        </pc:graphicFrameChg>
      </pc:sldChg>
      <pc:sldChg chg="add">
        <pc:chgData name="정지윤" userId="02c42eeb-3573-4fe0-87af-c4a597b73e9f" providerId="ADAL" clId="{9FBACC46-319B-4421-86B7-F535C5B48135}" dt="2023-11-02T07:02:05.955" v="17798"/>
        <pc:sldMkLst>
          <pc:docMk/>
          <pc:sldMk cId="2213596229" sldId="1339"/>
        </pc:sldMkLst>
      </pc:sldChg>
      <pc:sldChg chg="addSp delSp modSp add mod">
        <pc:chgData name="정지윤" userId="02c42eeb-3573-4fe0-87af-c4a597b73e9f" providerId="ADAL" clId="{9FBACC46-319B-4421-86B7-F535C5B48135}" dt="2023-11-02T07:35:57.893" v="17864"/>
        <pc:sldMkLst>
          <pc:docMk/>
          <pc:sldMk cId="2115765827" sldId="1340"/>
        </pc:sldMkLst>
        <pc:spChg chg="mod">
          <ac:chgData name="정지윤" userId="02c42eeb-3573-4fe0-87af-c4a597b73e9f" providerId="ADAL" clId="{9FBACC46-319B-4421-86B7-F535C5B48135}" dt="2023-11-02T07:34:58.649" v="17857"/>
          <ac:spMkLst>
            <pc:docMk/>
            <pc:sldMk cId="2115765827" sldId="1340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2T07:35:35.915" v="17860" actId="14100"/>
          <ac:spMkLst>
            <pc:docMk/>
            <pc:sldMk cId="2115765827" sldId="1340"/>
            <ac:spMk id="9" creationId="{42C8C479-821C-B202-3BD2-BEEF0230DED2}"/>
          </ac:spMkLst>
        </pc:spChg>
        <pc:graphicFrameChg chg="mod modGraphic">
          <ac:chgData name="정지윤" userId="02c42eeb-3573-4fe0-87af-c4a597b73e9f" providerId="ADAL" clId="{9FBACC46-319B-4421-86B7-F535C5B48135}" dt="2023-11-02T07:35:27.859" v="17859" actId="6549"/>
          <ac:graphicFrameMkLst>
            <pc:docMk/>
            <pc:sldMk cId="2115765827" sldId="1340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7:34:08.742" v="17812" actId="478"/>
          <ac:picMkLst>
            <pc:docMk/>
            <pc:sldMk cId="2115765827" sldId="1340"/>
            <ac:picMk id="6" creationId="{D06495F7-152C-88E2-ABB3-F8EB83D29FE7}"/>
          </ac:picMkLst>
        </pc:picChg>
        <pc:picChg chg="add mod ord modCrop">
          <ac:chgData name="정지윤" userId="02c42eeb-3573-4fe0-87af-c4a597b73e9f" providerId="ADAL" clId="{9FBACC46-319B-4421-86B7-F535C5B48135}" dt="2023-11-02T07:34:07.430" v="17811" actId="167"/>
          <ac:picMkLst>
            <pc:docMk/>
            <pc:sldMk cId="2115765827" sldId="1340"/>
            <ac:picMk id="8" creationId="{701AE1D3-201D-1410-C67E-C8E910A667D8}"/>
          </ac:picMkLst>
        </pc:picChg>
        <pc:cxnChg chg="add mod">
          <ac:chgData name="정지윤" userId="02c42eeb-3573-4fe0-87af-c4a597b73e9f" providerId="ADAL" clId="{9FBACC46-319B-4421-86B7-F535C5B48135}" dt="2023-11-02T07:35:43.620" v="17862" actId="1076"/>
          <ac:cxnSpMkLst>
            <pc:docMk/>
            <pc:sldMk cId="2115765827" sldId="1340"/>
            <ac:cxnSpMk id="10" creationId="{9AB6F2D1-E283-AE2D-259D-572BDDFCBB39}"/>
          </ac:cxnSpMkLst>
        </pc:cxnChg>
        <pc:cxnChg chg="add del mod">
          <ac:chgData name="정지윤" userId="02c42eeb-3573-4fe0-87af-c4a597b73e9f" providerId="ADAL" clId="{9FBACC46-319B-4421-86B7-F535C5B48135}" dt="2023-11-02T07:35:57.893" v="17864"/>
          <ac:cxnSpMkLst>
            <pc:docMk/>
            <pc:sldMk cId="2115765827" sldId="1340"/>
            <ac:cxnSpMk id="11" creationId="{EC24727B-8175-B2CD-B3A0-0FD1B1CF94BD}"/>
          </ac:cxnSpMkLst>
        </pc:cxnChg>
      </pc:sldChg>
      <pc:sldChg chg="add del">
        <pc:chgData name="정지윤" userId="02c42eeb-3573-4fe0-87af-c4a597b73e9f" providerId="ADAL" clId="{9FBACC46-319B-4421-86B7-F535C5B48135}" dt="2023-11-02T07:43:45.585" v="18296" actId="47"/>
        <pc:sldMkLst>
          <pc:docMk/>
          <pc:sldMk cId="2407681250" sldId="1341"/>
        </pc:sldMkLst>
      </pc:sldChg>
      <pc:sldChg chg="addSp delSp modSp add mod modClrScheme chgLayout">
        <pc:chgData name="정지윤" userId="02c42eeb-3573-4fe0-87af-c4a597b73e9f" providerId="ADAL" clId="{9FBACC46-319B-4421-86B7-F535C5B48135}" dt="2023-11-02T07:37:43.829" v="17888" actId="1076"/>
        <pc:sldMkLst>
          <pc:docMk/>
          <pc:sldMk cId="4225943214" sldId="1342"/>
        </pc:sldMkLst>
        <pc:spChg chg="mod ord">
          <ac:chgData name="정지윤" userId="02c42eeb-3573-4fe0-87af-c4a597b73e9f" providerId="ADAL" clId="{9FBACC46-319B-4421-86B7-F535C5B48135}" dt="2023-11-02T07:36:14.782" v="17871" actId="700"/>
          <ac:spMkLst>
            <pc:docMk/>
            <pc:sldMk cId="4225943214" sldId="1342"/>
            <ac:spMk id="2" creationId="{DC8B0B2E-051C-4693-AC44-65BE8AE195C5}"/>
          </ac:spMkLst>
        </pc:spChg>
        <pc:spChg chg="mod ord">
          <ac:chgData name="정지윤" userId="02c42eeb-3573-4fe0-87af-c4a597b73e9f" providerId="ADAL" clId="{9FBACC46-319B-4421-86B7-F535C5B48135}" dt="2023-11-02T07:36:14.782" v="17871" actId="700"/>
          <ac:spMkLst>
            <pc:docMk/>
            <pc:sldMk cId="4225943214" sldId="1342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7:37:42.117" v="17887" actId="14100"/>
          <ac:spMkLst>
            <pc:docMk/>
            <pc:sldMk cId="4225943214" sldId="1342"/>
            <ac:spMk id="9" creationId="{42C8C479-821C-B202-3BD2-BEEF0230DED2}"/>
          </ac:spMkLst>
        </pc:spChg>
        <pc:graphicFrameChg chg="modGraphic">
          <ac:chgData name="정지윤" userId="02c42eeb-3573-4fe0-87af-c4a597b73e9f" providerId="ADAL" clId="{9FBACC46-319B-4421-86B7-F535C5B48135}" dt="2023-11-02T07:37:06.378" v="17874" actId="6549"/>
          <ac:graphicFrameMkLst>
            <pc:docMk/>
            <pc:sldMk cId="4225943214" sldId="1342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7:37:36.612" v="17884" actId="167"/>
          <ac:picMkLst>
            <pc:docMk/>
            <pc:sldMk cId="4225943214" sldId="1342"/>
            <ac:picMk id="6" creationId="{D24FAB58-8A43-7464-852D-2C79581BAC23}"/>
          </ac:picMkLst>
        </pc:picChg>
        <pc:picChg chg="del">
          <ac:chgData name="정지윤" userId="02c42eeb-3573-4fe0-87af-c4a597b73e9f" providerId="ADAL" clId="{9FBACC46-319B-4421-86B7-F535C5B48135}" dt="2023-11-02T07:37:37.848" v="17885" actId="478"/>
          <ac:picMkLst>
            <pc:docMk/>
            <pc:sldMk cId="4225943214" sldId="1342"/>
            <ac:picMk id="8" creationId="{701AE1D3-201D-1410-C67E-C8E910A667D8}"/>
          </ac:picMkLst>
        </pc:picChg>
        <pc:cxnChg chg="mod">
          <ac:chgData name="정지윤" userId="02c42eeb-3573-4fe0-87af-c4a597b73e9f" providerId="ADAL" clId="{9FBACC46-319B-4421-86B7-F535C5B48135}" dt="2023-11-02T07:37:43.829" v="17888" actId="1076"/>
          <ac:cxnSpMkLst>
            <pc:docMk/>
            <pc:sldMk cId="4225943214" sldId="1342"/>
            <ac:cxnSpMk id="10" creationId="{9AB6F2D1-E283-AE2D-259D-572BDDFCBB39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7:40:56.619" v="18173" actId="20577"/>
        <pc:sldMkLst>
          <pc:docMk/>
          <pc:sldMk cId="3448584457" sldId="1343"/>
        </pc:sldMkLst>
        <pc:spChg chg="mod">
          <ac:chgData name="정지윤" userId="02c42eeb-3573-4fe0-87af-c4a597b73e9f" providerId="ADAL" clId="{9FBACC46-319B-4421-86B7-F535C5B48135}" dt="2023-11-02T07:39:30.709" v="18089" actId="20577"/>
          <ac:spMkLst>
            <pc:docMk/>
            <pc:sldMk cId="3448584457" sldId="1343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7:38:58.741" v="17939" actId="14100"/>
          <ac:spMkLst>
            <pc:docMk/>
            <pc:sldMk cId="3448584457" sldId="1343"/>
            <ac:spMk id="9" creationId="{42C8C479-821C-B202-3BD2-BEEF0230DED2}"/>
          </ac:spMkLst>
        </pc:spChg>
        <pc:spChg chg="add mod">
          <ac:chgData name="정지윤" userId="02c42eeb-3573-4fe0-87af-c4a597b73e9f" providerId="ADAL" clId="{9FBACC46-319B-4421-86B7-F535C5B48135}" dt="2023-11-02T07:39:02.268" v="17941" actId="14100"/>
          <ac:spMkLst>
            <pc:docMk/>
            <pc:sldMk cId="3448584457" sldId="1343"/>
            <ac:spMk id="13" creationId="{37881D78-6B0E-DE67-41CE-7B0FAEA2CEE7}"/>
          </ac:spMkLst>
        </pc:spChg>
        <pc:graphicFrameChg chg="mod modGraphic">
          <ac:chgData name="정지윤" userId="02c42eeb-3573-4fe0-87af-c4a597b73e9f" providerId="ADAL" clId="{9FBACC46-319B-4421-86B7-F535C5B48135}" dt="2023-11-02T07:40:56.619" v="18173" actId="20577"/>
          <ac:graphicFrameMkLst>
            <pc:docMk/>
            <pc:sldMk cId="3448584457" sldId="1343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7:38:51.023" v="17936" actId="478"/>
          <ac:picMkLst>
            <pc:docMk/>
            <pc:sldMk cId="3448584457" sldId="1343"/>
            <ac:picMk id="6" creationId="{D24FAB58-8A43-7464-852D-2C79581BAC23}"/>
          </ac:picMkLst>
        </pc:picChg>
        <pc:picChg chg="add mod ord modCrop">
          <ac:chgData name="정지윤" userId="02c42eeb-3573-4fe0-87af-c4a597b73e9f" providerId="ADAL" clId="{9FBACC46-319B-4421-86B7-F535C5B48135}" dt="2023-11-02T07:38:53.623" v="17937" actId="167"/>
          <ac:picMkLst>
            <pc:docMk/>
            <pc:sldMk cId="3448584457" sldId="1343"/>
            <ac:picMk id="8" creationId="{2FB3E25D-2AA5-FDCC-BC55-30E069C7A026}"/>
          </ac:picMkLst>
        </pc:picChg>
        <pc:picChg chg="add mod ord modCrop">
          <ac:chgData name="정지윤" userId="02c42eeb-3573-4fe0-87af-c4a597b73e9f" providerId="ADAL" clId="{9FBACC46-319B-4421-86B7-F535C5B48135}" dt="2023-11-02T07:38:53.623" v="17937" actId="167"/>
          <ac:picMkLst>
            <pc:docMk/>
            <pc:sldMk cId="3448584457" sldId="1343"/>
            <ac:picMk id="12" creationId="{A3A44D52-F325-0503-1942-266722A18D15}"/>
          </ac:picMkLst>
        </pc:picChg>
        <pc:cxnChg chg="mod">
          <ac:chgData name="정지윤" userId="02c42eeb-3573-4fe0-87af-c4a597b73e9f" providerId="ADAL" clId="{9FBACC46-319B-4421-86B7-F535C5B48135}" dt="2023-11-02T07:39:03.684" v="17942" actId="1076"/>
          <ac:cxnSpMkLst>
            <pc:docMk/>
            <pc:sldMk cId="3448584457" sldId="1343"/>
            <ac:cxnSpMk id="10" creationId="{9AB6F2D1-E283-AE2D-259D-572BDDFCBB39}"/>
          </ac:cxnSpMkLst>
        </pc:cxnChg>
        <pc:cxnChg chg="add mod">
          <ac:chgData name="정지윤" userId="02c42eeb-3573-4fe0-87af-c4a597b73e9f" providerId="ADAL" clId="{9FBACC46-319B-4421-86B7-F535C5B48135}" dt="2023-11-02T07:39:05.950" v="17943" actId="571"/>
          <ac:cxnSpMkLst>
            <pc:docMk/>
            <pc:sldMk cId="3448584457" sldId="1343"/>
            <ac:cxnSpMk id="14" creationId="{B2213911-A3CB-5C99-4C9A-B5A1FA94084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2T07:43:50.094" v="18299" actId="478"/>
        <pc:sldMkLst>
          <pc:docMk/>
          <pc:sldMk cId="3557281895" sldId="1344"/>
        </pc:sldMkLst>
        <pc:spChg chg="mod">
          <ac:chgData name="정지윤" userId="02c42eeb-3573-4fe0-87af-c4a597b73e9f" providerId="ADAL" clId="{9FBACC46-319B-4421-86B7-F535C5B48135}" dt="2023-11-02T07:42:20.905" v="18295" actId="20577"/>
          <ac:spMkLst>
            <pc:docMk/>
            <pc:sldMk cId="3557281895" sldId="1344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7:40:24.580" v="18107" actId="14100"/>
          <ac:spMkLst>
            <pc:docMk/>
            <pc:sldMk cId="3557281895" sldId="1344"/>
            <ac:spMk id="9" creationId="{42C8C479-821C-B202-3BD2-BEEF0230DED2}"/>
          </ac:spMkLst>
        </pc:spChg>
        <pc:spChg chg="del">
          <ac:chgData name="정지윤" userId="02c42eeb-3573-4fe0-87af-c4a597b73e9f" providerId="ADAL" clId="{9FBACC46-319B-4421-86B7-F535C5B48135}" dt="2023-11-02T07:40:15.758" v="18103" actId="478"/>
          <ac:spMkLst>
            <pc:docMk/>
            <pc:sldMk cId="3557281895" sldId="1344"/>
            <ac:spMk id="13" creationId="{37881D78-6B0E-DE67-41CE-7B0FAEA2CEE7}"/>
          </ac:spMkLst>
        </pc:spChg>
        <pc:graphicFrameChg chg="modGraphic">
          <ac:chgData name="정지윤" userId="02c42eeb-3573-4fe0-87af-c4a597b73e9f" providerId="ADAL" clId="{9FBACC46-319B-4421-86B7-F535C5B48135}" dt="2023-11-02T07:41:11.244" v="18175" actId="20577"/>
          <ac:graphicFrameMkLst>
            <pc:docMk/>
            <pc:sldMk cId="3557281895" sldId="1344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2T07:40:12.280" v="18101" actId="167"/>
          <ac:picMkLst>
            <pc:docMk/>
            <pc:sldMk cId="3557281895" sldId="1344"/>
            <ac:picMk id="6" creationId="{0344599C-4C2D-C4F0-8CB7-9134C42B7936}"/>
          </ac:picMkLst>
        </pc:picChg>
        <pc:picChg chg="del">
          <ac:chgData name="정지윤" userId="02c42eeb-3573-4fe0-87af-c4a597b73e9f" providerId="ADAL" clId="{9FBACC46-319B-4421-86B7-F535C5B48135}" dt="2023-11-02T07:40:13.688" v="18102" actId="478"/>
          <ac:picMkLst>
            <pc:docMk/>
            <pc:sldMk cId="3557281895" sldId="1344"/>
            <ac:picMk id="8" creationId="{2FB3E25D-2AA5-FDCC-BC55-30E069C7A026}"/>
          </ac:picMkLst>
        </pc:picChg>
        <pc:picChg chg="del">
          <ac:chgData name="정지윤" userId="02c42eeb-3573-4fe0-87af-c4a597b73e9f" providerId="ADAL" clId="{9FBACC46-319B-4421-86B7-F535C5B48135}" dt="2023-11-02T07:40:13.688" v="18102" actId="478"/>
          <ac:picMkLst>
            <pc:docMk/>
            <pc:sldMk cId="3557281895" sldId="1344"/>
            <ac:picMk id="12" creationId="{A3A44D52-F325-0503-1942-266722A18D15}"/>
          </ac:picMkLst>
        </pc:picChg>
        <pc:picChg chg="add del mod">
          <ac:chgData name="정지윤" userId="02c42eeb-3573-4fe0-87af-c4a597b73e9f" providerId="ADAL" clId="{9FBACC46-319B-4421-86B7-F535C5B48135}" dt="2023-11-02T07:43:50.094" v="18299" actId="478"/>
          <ac:picMkLst>
            <pc:docMk/>
            <pc:sldMk cId="3557281895" sldId="1344"/>
            <ac:picMk id="15" creationId="{DAF90E77-9A40-C670-9FA4-80A755625500}"/>
          </ac:picMkLst>
        </pc:picChg>
        <pc:cxnChg chg="del">
          <ac:chgData name="정지윤" userId="02c42eeb-3573-4fe0-87af-c4a597b73e9f" providerId="ADAL" clId="{9FBACC46-319B-4421-86B7-F535C5B48135}" dt="2023-11-02T07:40:15.758" v="18103" actId="478"/>
          <ac:cxnSpMkLst>
            <pc:docMk/>
            <pc:sldMk cId="3557281895" sldId="1344"/>
            <ac:cxnSpMk id="10" creationId="{9AB6F2D1-E283-AE2D-259D-572BDDFCBB39}"/>
          </ac:cxnSpMkLst>
        </pc:cxnChg>
        <pc:cxnChg chg="mod">
          <ac:chgData name="정지윤" userId="02c42eeb-3573-4fe0-87af-c4a597b73e9f" providerId="ADAL" clId="{9FBACC46-319B-4421-86B7-F535C5B48135}" dt="2023-11-02T07:40:26.323" v="18108" actId="1076"/>
          <ac:cxnSpMkLst>
            <pc:docMk/>
            <pc:sldMk cId="3557281895" sldId="1344"/>
            <ac:cxnSpMk id="14" creationId="{B2213911-A3CB-5C99-4C9A-B5A1FA940842}"/>
          </ac:cxnSpMkLst>
        </pc:cxnChg>
      </pc:sldChg>
      <pc:sldChg chg="delSp modSp add mod">
        <pc:chgData name="정지윤" userId="02c42eeb-3573-4fe0-87af-c4a597b73e9f" providerId="ADAL" clId="{9FBACC46-319B-4421-86B7-F535C5B48135}" dt="2023-11-03T01:30:32.222" v="19260" actId="6549"/>
        <pc:sldMkLst>
          <pc:docMk/>
          <pc:sldMk cId="915577697" sldId="1345"/>
        </pc:sldMkLst>
        <pc:spChg chg="mod">
          <ac:chgData name="정지윤" userId="02c42eeb-3573-4fe0-87af-c4a597b73e9f" providerId="ADAL" clId="{9FBACC46-319B-4421-86B7-F535C5B48135}" dt="2023-11-03T01:30:32.222" v="19260" actId="6549"/>
          <ac:spMkLst>
            <pc:docMk/>
            <pc:sldMk cId="915577697" sldId="134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2T07:44:18.621" v="18310" actId="14100"/>
          <ac:spMkLst>
            <pc:docMk/>
            <pc:sldMk cId="915577697" sldId="1345"/>
            <ac:spMk id="9" creationId="{42C8C479-821C-B202-3BD2-BEEF0230DED2}"/>
          </ac:spMkLst>
        </pc:spChg>
        <pc:graphicFrameChg chg="modGraphic">
          <ac:chgData name="정지윤" userId="02c42eeb-3573-4fe0-87af-c4a597b73e9f" providerId="ADAL" clId="{9FBACC46-319B-4421-86B7-F535C5B48135}" dt="2023-11-02T07:45:30.740" v="18520" actId="20577"/>
          <ac:graphicFrameMkLst>
            <pc:docMk/>
            <pc:sldMk cId="915577697" sldId="1345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2T07:44:09.841" v="18307" actId="478"/>
          <ac:picMkLst>
            <pc:docMk/>
            <pc:sldMk cId="915577697" sldId="1345"/>
            <ac:picMk id="6" creationId="{0344599C-4C2D-C4F0-8CB7-9134C42B7936}"/>
          </ac:picMkLst>
        </pc:picChg>
        <pc:picChg chg="mod ord modCrop">
          <ac:chgData name="정지윤" userId="02c42eeb-3573-4fe0-87af-c4a597b73e9f" providerId="ADAL" clId="{9FBACC46-319B-4421-86B7-F535C5B48135}" dt="2023-11-02T07:44:08.765" v="18306" actId="167"/>
          <ac:picMkLst>
            <pc:docMk/>
            <pc:sldMk cId="915577697" sldId="1345"/>
            <ac:picMk id="15" creationId="{DAF90E77-9A40-C670-9FA4-80A755625500}"/>
          </ac:picMkLst>
        </pc:picChg>
        <pc:cxnChg chg="mod">
          <ac:chgData name="정지윤" userId="02c42eeb-3573-4fe0-87af-c4a597b73e9f" providerId="ADAL" clId="{9FBACC46-319B-4421-86B7-F535C5B48135}" dt="2023-11-02T07:44:13.100" v="18308" actId="1076"/>
          <ac:cxnSpMkLst>
            <pc:docMk/>
            <pc:sldMk cId="915577697" sldId="1345"/>
            <ac:cxnSpMk id="14" creationId="{B2213911-A3CB-5C99-4C9A-B5A1FA94084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1:30:20.632" v="19254"/>
        <pc:sldMkLst>
          <pc:docMk/>
          <pc:sldMk cId="2551553666" sldId="1346"/>
        </pc:sldMkLst>
        <pc:spChg chg="mod">
          <ac:chgData name="정지윤" userId="02c42eeb-3573-4fe0-87af-c4a597b73e9f" providerId="ADAL" clId="{9FBACC46-319B-4421-86B7-F535C5B48135}" dt="2023-11-03T00:22:35.546" v="18525" actId="20577"/>
          <ac:spMkLst>
            <pc:docMk/>
            <pc:sldMk cId="2551553666" sldId="1346"/>
            <ac:spMk id="4" creationId="{A0F8C939-5574-DFEB-13CB-4016F6CBB9AD}"/>
          </ac:spMkLst>
        </pc:spChg>
        <pc:spChg chg="mod">
          <ac:chgData name="정지윤" userId="02c42eeb-3573-4fe0-87af-c4a597b73e9f" providerId="ADAL" clId="{9FBACC46-319B-4421-86B7-F535C5B48135}" dt="2023-11-03T01:30:20.632" v="19254"/>
          <ac:spMkLst>
            <pc:docMk/>
            <pc:sldMk cId="2551553666" sldId="1346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3T00:43:11.257" v="18534" actId="20577"/>
          <ac:graphicFrameMkLst>
            <pc:docMk/>
            <pc:sldMk cId="2551553666" sldId="1346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0:43:34.820" v="18544" actId="167"/>
          <ac:picMkLst>
            <pc:docMk/>
            <pc:sldMk cId="2551553666" sldId="1346"/>
            <ac:picMk id="6" creationId="{25CEE1AE-D6A3-331D-E56D-9A22E9477037}"/>
          </ac:picMkLst>
        </pc:picChg>
        <pc:picChg chg="del mod">
          <ac:chgData name="정지윤" userId="02c42eeb-3573-4fe0-87af-c4a597b73e9f" providerId="ADAL" clId="{9FBACC46-319B-4421-86B7-F535C5B48135}" dt="2023-11-03T00:43:36.099" v="18546" actId="478"/>
          <ac:picMkLst>
            <pc:docMk/>
            <pc:sldMk cId="2551553666" sldId="1346"/>
            <ac:picMk id="15" creationId="{DAF90E77-9A40-C670-9FA4-80A755625500}"/>
          </ac:picMkLst>
        </pc:picChg>
      </pc:sldChg>
      <pc:sldChg chg="modSp add mod">
        <pc:chgData name="정지윤" userId="02c42eeb-3573-4fe0-87af-c4a597b73e9f" providerId="ADAL" clId="{9FBACC46-319B-4421-86B7-F535C5B48135}" dt="2023-11-03T01:29:55.167" v="19246" actId="6549"/>
        <pc:sldMkLst>
          <pc:docMk/>
          <pc:sldMk cId="593923077" sldId="1347"/>
        </pc:sldMkLst>
        <pc:spChg chg="mod">
          <ac:chgData name="정지윤" userId="02c42eeb-3573-4fe0-87af-c4a597b73e9f" providerId="ADAL" clId="{9FBACC46-319B-4421-86B7-F535C5B48135}" dt="2023-11-03T01:29:55.167" v="19246" actId="6549"/>
          <ac:spMkLst>
            <pc:docMk/>
            <pc:sldMk cId="593923077" sldId="134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0:43:54.499" v="18552" actId="14100"/>
          <ac:spMkLst>
            <pc:docMk/>
            <pc:sldMk cId="593923077" sldId="1347"/>
            <ac:spMk id="9" creationId="{42C8C479-821C-B202-3BD2-BEEF0230DED2}"/>
          </ac:spMkLst>
        </pc:spChg>
        <pc:graphicFrameChg chg="modGraphic">
          <ac:chgData name="정지윤" userId="02c42eeb-3573-4fe0-87af-c4a597b73e9f" providerId="ADAL" clId="{9FBACC46-319B-4421-86B7-F535C5B48135}" dt="2023-11-03T00:44:41.860" v="18652" actId="20577"/>
          <ac:graphicFrameMkLst>
            <pc:docMk/>
            <pc:sldMk cId="593923077" sldId="1347"/>
            <ac:graphicFrameMk id="3" creationId="{EB5E6BEF-7528-22F3-81D3-C88DBE43847E}"/>
          </ac:graphicFrameMkLst>
        </pc:graphicFrameChg>
        <pc:cxnChg chg="mod">
          <ac:chgData name="정지윤" userId="02c42eeb-3573-4fe0-87af-c4a597b73e9f" providerId="ADAL" clId="{9FBACC46-319B-4421-86B7-F535C5B48135}" dt="2023-11-03T00:43:52.410" v="18551" actId="1076"/>
          <ac:cxnSpMkLst>
            <pc:docMk/>
            <pc:sldMk cId="593923077" sldId="1347"/>
            <ac:cxnSpMk id="14" creationId="{B2213911-A3CB-5C99-4C9A-B5A1FA94084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1:30:04.131" v="19252" actId="6549"/>
        <pc:sldMkLst>
          <pc:docMk/>
          <pc:sldMk cId="2715922667" sldId="1348"/>
        </pc:sldMkLst>
        <pc:spChg chg="mod">
          <ac:chgData name="정지윤" userId="02c42eeb-3573-4fe0-87af-c4a597b73e9f" providerId="ADAL" clId="{9FBACC46-319B-4421-86B7-F535C5B48135}" dt="2023-11-03T01:30:04.131" v="19252" actId="6549"/>
          <ac:spMkLst>
            <pc:docMk/>
            <pc:sldMk cId="2715922667" sldId="1348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22:07.306" v="19151" actId="1076"/>
          <ac:spMkLst>
            <pc:docMk/>
            <pc:sldMk cId="2715922667" sldId="1348"/>
            <ac:spMk id="9" creationId="{42C8C479-821C-B202-3BD2-BEEF0230DED2}"/>
          </ac:spMkLst>
        </pc:spChg>
        <pc:graphicFrameChg chg="mod modGraphic">
          <ac:chgData name="정지윤" userId="02c42eeb-3573-4fe0-87af-c4a597b73e9f" providerId="ADAL" clId="{9FBACC46-319B-4421-86B7-F535C5B48135}" dt="2023-11-03T00:57:06.859" v="19084"/>
          <ac:graphicFrameMkLst>
            <pc:docMk/>
            <pc:sldMk cId="2715922667" sldId="1348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1:22:02.511" v="19148" actId="478"/>
          <ac:picMkLst>
            <pc:docMk/>
            <pc:sldMk cId="2715922667" sldId="1348"/>
            <ac:picMk id="6" creationId="{25CEE1AE-D6A3-331D-E56D-9A22E9477037}"/>
          </ac:picMkLst>
        </pc:picChg>
        <pc:picChg chg="add del mod modCrop">
          <ac:chgData name="정지윤" userId="02c42eeb-3573-4fe0-87af-c4a597b73e9f" providerId="ADAL" clId="{9FBACC46-319B-4421-86B7-F535C5B48135}" dt="2023-11-03T01:22:00.630" v="19147" actId="21"/>
          <ac:picMkLst>
            <pc:docMk/>
            <pc:sldMk cId="2715922667" sldId="1348"/>
            <ac:picMk id="8" creationId="{7AAB569F-DEDC-0904-D5BC-89B3B4B9FC49}"/>
          </ac:picMkLst>
        </pc:picChg>
        <pc:picChg chg="add mod ord">
          <ac:chgData name="정지윤" userId="02c42eeb-3573-4fe0-87af-c4a597b73e9f" providerId="ADAL" clId="{9FBACC46-319B-4421-86B7-F535C5B48135}" dt="2023-11-03T01:22:04.161" v="19150" actId="167"/>
          <ac:picMkLst>
            <pc:docMk/>
            <pc:sldMk cId="2715922667" sldId="1348"/>
            <ac:picMk id="10" creationId="{E6103EBD-EBBD-66FE-ECED-3CFFEB028EC6}"/>
          </ac:picMkLst>
        </pc:picChg>
        <pc:cxnChg chg="mod">
          <ac:chgData name="정지윤" userId="02c42eeb-3573-4fe0-87af-c4a597b73e9f" providerId="ADAL" clId="{9FBACC46-319B-4421-86B7-F535C5B48135}" dt="2023-11-03T01:22:07.306" v="19151" actId="1076"/>
          <ac:cxnSpMkLst>
            <pc:docMk/>
            <pc:sldMk cId="2715922667" sldId="1348"/>
            <ac:cxnSpMk id="14" creationId="{B2213911-A3CB-5C99-4C9A-B5A1FA94084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1:17:46.746" v="19121" actId="5793"/>
        <pc:sldMkLst>
          <pc:docMk/>
          <pc:sldMk cId="4232423886" sldId="1349"/>
        </pc:sldMkLst>
        <pc:spChg chg="mod">
          <ac:chgData name="정지윤" userId="02c42eeb-3573-4fe0-87af-c4a597b73e9f" providerId="ADAL" clId="{9FBACC46-319B-4421-86B7-F535C5B48135}" dt="2023-11-03T01:17:46.746" v="19121" actId="5793"/>
          <ac:spMkLst>
            <pc:docMk/>
            <pc:sldMk cId="4232423886" sldId="1349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15:44.209" v="19101" actId="14100"/>
          <ac:spMkLst>
            <pc:docMk/>
            <pc:sldMk cId="4232423886" sldId="1349"/>
            <ac:spMk id="9" creationId="{42C8C479-821C-B202-3BD2-BEEF0230DED2}"/>
          </ac:spMkLst>
        </pc:spChg>
        <pc:graphicFrameChg chg="modGraphic">
          <ac:chgData name="정지윤" userId="02c42eeb-3573-4fe0-87af-c4a597b73e9f" providerId="ADAL" clId="{9FBACC46-319B-4421-86B7-F535C5B48135}" dt="2023-11-03T01:16:58.748" v="19109" actId="20577"/>
          <ac:graphicFrameMkLst>
            <pc:docMk/>
            <pc:sldMk cId="4232423886" sldId="1349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1:15:38.804" v="19099" actId="478"/>
          <ac:picMkLst>
            <pc:docMk/>
            <pc:sldMk cId="4232423886" sldId="1349"/>
            <ac:picMk id="6" creationId="{25CEE1AE-D6A3-331D-E56D-9A22E9477037}"/>
          </ac:picMkLst>
        </pc:picChg>
        <pc:picChg chg="add mod ord modCrop">
          <ac:chgData name="정지윤" userId="02c42eeb-3573-4fe0-87af-c4a597b73e9f" providerId="ADAL" clId="{9FBACC46-319B-4421-86B7-F535C5B48135}" dt="2023-11-03T01:15:37.736" v="19098" actId="167"/>
          <ac:picMkLst>
            <pc:docMk/>
            <pc:sldMk cId="4232423886" sldId="1349"/>
            <ac:picMk id="8" creationId="{040B5834-F158-EA9C-9683-D35B04F3378D}"/>
          </ac:picMkLst>
        </pc:picChg>
        <pc:cxnChg chg="mod">
          <ac:chgData name="정지윤" userId="02c42eeb-3573-4fe0-87af-c4a597b73e9f" providerId="ADAL" clId="{9FBACC46-319B-4421-86B7-F535C5B48135}" dt="2023-11-03T01:15:46.386" v="19102" actId="1076"/>
          <ac:cxnSpMkLst>
            <pc:docMk/>
            <pc:sldMk cId="4232423886" sldId="1349"/>
            <ac:cxnSpMk id="14" creationId="{B2213911-A3CB-5C99-4C9A-B5A1FA940842}"/>
          </ac:cxnSpMkLst>
        </pc:cxnChg>
      </pc:sldChg>
      <pc:sldChg chg="modSp add mod">
        <pc:chgData name="정지윤" userId="02c42eeb-3573-4fe0-87af-c4a597b73e9f" providerId="ADAL" clId="{9FBACC46-319B-4421-86B7-F535C5B48135}" dt="2023-11-03T01:18:02.289" v="19133"/>
        <pc:sldMkLst>
          <pc:docMk/>
          <pc:sldMk cId="1471874842" sldId="1350"/>
        </pc:sldMkLst>
        <pc:graphicFrameChg chg="mod modGraphic">
          <ac:chgData name="정지윤" userId="02c42eeb-3573-4fe0-87af-c4a597b73e9f" providerId="ADAL" clId="{9FBACC46-319B-4421-86B7-F535C5B48135}" dt="2023-11-03T01:18:02.289" v="19133"/>
          <ac:graphicFrameMkLst>
            <pc:docMk/>
            <pc:sldMk cId="1471874842" sldId="1350"/>
            <ac:graphicFrameMk id="3" creationId="{EB5E6BEF-7528-22F3-81D3-C88DBE43847E}"/>
          </ac:graphicFrameMkLst>
        </pc:graphicFrameChg>
      </pc:sldChg>
      <pc:sldChg chg="add del ord">
        <pc:chgData name="정지윤" userId="02c42eeb-3573-4fe0-87af-c4a597b73e9f" providerId="ADAL" clId="{9FBACC46-319B-4421-86B7-F535C5B48135}" dt="2023-11-03T01:17:48.962" v="19122" actId="47"/>
        <pc:sldMkLst>
          <pc:docMk/>
          <pc:sldMk cId="2173778223" sldId="1350"/>
        </pc:sldMkLst>
      </pc:sldChg>
      <pc:sldChg chg="addSp delSp modSp add mod ord">
        <pc:chgData name="정지윤" userId="02c42eeb-3573-4fe0-87af-c4a597b73e9f" providerId="ADAL" clId="{9FBACC46-319B-4421-86B7-F535C5B48135}" dt="2023-11-03T01:30:47.714" v="19264"/>
        <pc:sldMkLst>
          <pc:docMk/>
          <pc:sldMk cId="3272142947" sldId="1351"/>
        </pc:sldMkLst>
        <pc:spChg chg="mod">
          <ac:chgData name="정지윤" userId="02c42eeb-3573-4fe0-87af-c4a597b73e9f" providerId="ADAL" clId="{9FBACC46-319B-4421-86B7-F535C5B48135}" dt="2023-11-03T01:30:47.714" v="19264"/>
          <ac:spMkLst>
            <pc:docMk/>
            <pc:sldMk cId="3272142947" sldId="1351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22:49.754" v="19184" actId="14100"/>
          <ac:spMkLst>
            <pc:docMk/>
            <pc:sldMk cId="3272142947" sldId="1351"/>
            <ac:spMk id="9" creationId="{42C8C479-821C-B202-3BD2-BEEF0230DED2}"/>
          </ac:spMkLst>
        </pc:spChg>
        <pc:graphicFrameChg chg="mod modGraphic">
          <ac:chgData name="정지윤" userId="02c42eeb-3573-4fe0-87af-c4a597b73e9f" providerId="ADAL" clId="{9FBACC46-319B-4421-86B7-F535C5B48135}" dt="2023-11-03T01:22:34.802" v="19179"/>
          <ac:graphicFrameMkLst>
            <pc:docMk/>
            <pc:sldMk cId="3272142947" sldId="1351"/>
            <ac:graphicFrameMk id="3" creationId="{EB5E6BEF-7528-22F3-81D3-C88DBE43847E}"/>
          </ac:graphicFrameMkLst>
        </pc:graphicFrameChg>
        <pc:picChg chg="add mod ord">
          <ac:chgData name="정지윤" userId="02c42eeb-3573-4fe0-87af-c4a597b73e9f" providerId="ADAL" clId="{9FBACC46-319B-4421-86B7-F535C5B48135}" dt="2023-11-03T01:22:42.642" v="19182" actId="167"/>
          <ac:picMkLst>
            <pc:docMk/>
            <pc:sldMk cId="3272142947" sldId="1351"/>
            <ac:picMk id="5" creationId="{04920884-1EFE-B7CF-B508-B9955B0B7B4D}"/>
          </ac:picMkLst>
        </pc:picChg>
        <pc:picChg chg="del">
          <ac:chgData name="정지윤" userId="02c42eeb-3573-4fe0-87af-c4a597b73e9f" providerId="ADAL" clId="{9FBACC46-319B-4421-86B7-F535C5B48135}" dt="2023-11-03T01:22:39.674" v="19180" actId="478"/>
          <ac:picMkLst>
            <pc:docMk/>
            <pc:sldMk cId="3272142947" sldId="1351"/>
            <ac:picMk id="6" creationId="{25CEE1AE-D6A3-331D-E56D-9A22E9477037}"/>
          </ac:picMkLst>
        </pc:picChg>
        <pc:cxnChg chg="mod">
          <ac:chgData name="정지윤" userId="02c42eeb-3573-4fe0-87af-c4a597b73e9f" providerId="ADAL" clId="{9FBACC46-319B-4421-86B7-F535C5B48135}" dt="2023-11-03T01:22:51.491" v="19185" actId="1076"/>
          <ac:cxnSpMkLst>
            <pc:docMk/>
            <pc:sldMk cId="3272142947" sldId="1351"/>
            <ac:cxnSpMk id="14" creationId="{B2213911-A3CB-5C99-4C9A-B5A1FA940842}"/>
          </ac:cxnSpMkLst>
        </pc:cxnChg>
      </pc:sldChg>
      <pc:sldChg chg="modSp add mod">
        <pc:chgData name="정지윤" userId="02c42eeb-3573-4fe0-87af-c4a597b73e9f" providerId="ADAL" clId="{9FBACC46-319B-4421-86B7-F535C5B48135}" dt="2023-11-03T01:32:31.347" v="19276" actId="14734"/>
        <pc:sldMkLst>
          <pc:docMk/>
          <pc:sldMk cId="2116165651" sldId="1352"/>
        </pc:sldMkLst>
        <pc:graphicFrameChg chg="mod modGraphic">
          <ac:chgData name="정지윤" userId="02c42eeb-3573-4fe0-87af-c4a597b73e9f" providerId="ADAL" clId="{9FBACC46-319B-4421-86B7-F535C5B48135}" dt="2023-11-03T01:32:31.347" v="19276" actId="14734"/>
          <ac:graphicFrameMkLst>
            <pc:docMk/>
            <pc:sldMk cId="2116165651" sldId="1352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3T01:33:09.910" v="19294" actId="478"/>
        <pc:sldMkLst>
          <pc:docMk/>
          <pc:sldMk cId="3376572710" sldId="1353"/>
        </pc:sldMkLst>
        <pc:graphicFrameChg chg="mod modGraphic">
          <ac:chgData name="정지윤" userId="02c42eeb-3573-4fe0-87af-c4a597b73e9f" providerId="ADAL" clId="{9FBACC46-319B-4421-86B7-F535C5B48135}" dt="2023-11-03T01:32:37.898" v="19285"/>
          <ac:graphicFrameMkLst>
            <pc:docMk/>
            <pc:sldMk cId="3376572710" sldId="1353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1:33:08.010" v="19293" actId="167"/>
          <ac:picMkLst>
            <pc:docMk/>
            <pc:sldMk cId="3376572710" sldId="1353"/>
            <ac:picMk id="6" creationId="{FC9358C1-8AB7-A463-3AA1-195182924F18}"/>
          </ac:picMkLst>
        </pc:picChg>
        <pc:picChg chg="del">
          <ac:chgData name="정지윤" userId="02c42eeb-3573-4fe0-87af-c4a597b73e9f" providerId="ADAL" clId="{9FBACC46-319B-4421-86B7-F535C5B48135}" dt="2023-11-03T01:33:09.910" v="19294" actId="478"/>
          <ac:picMkLst>
            <pc:docMk/>
            <pc:sldMk cId="3376572710" sldId="1353"/>
            <ac:picMk id="8" creationId="{040B5834-F158-EA9C-9683-D35B04F3378D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1:37:20.645" v="19683" actId="20577"/>
        <pc:sldMkLst>
          <pc:docMk/>
          <pc:sldMk cId="3589996671" sldId="1354"/>
        </pc:sldMkLst>
        <pc:spChg chg="mod">
          <ac:chgData name="정지윤" userId="02c42eeb-3573-4fe0-87af-c4a597b73e9f" providerId="ADAL" clId="{9FBACC46-319B-4421-86B7-F535C5B48135}" dt="2023-11-03T01:37:20.645" v="19683" actId="20577"/>
          <ac:spMkLst>
            <pc:docMk/>
            <pc:sldMk cId="3589996671" sldId="1354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34:34.434" v="19325" actId="14100"/>
          <ac:spMkLst>
            <pc:docMk/>
            <pc:sldMk cId="3589996671" sldId="1354"/>
            <ac:spMk id="9" creationId="{42C8C479-821C-B202-3BD2-BEEF0230DED2}"/>
          </ac:spMkLst>
        </pc:spChg>
        <pc:spChg chg="add mod">
          <ac:chgData name="정지윤" userId="02c42eeb-3573-4fe0-87af-c4a597b73e9f" providerId="ADAL" clId="{9FBACC46-319B-4421-86B7-F535C5B48135}" dt="2023-11-03T01:34:50.546" v="19334" actId="1036"/>
          <ac:spMkLst>
            <pc:docMk/>
            <pc:sldMk cId="3589996671" sldId="1354"/>
            <ac:spMk id="11" creationId="{2DE6CB8E-D792-7A8E-794B-C35721269851}"/>
          </ac:spMkLst>
        </pc:spChg>
        <pc:spChg chg="add mod">
          <ac:chgData name="정지윤" userId="02c42eeb-3573-4fe0-87af-c4a597b73e9f" providerId="ADAL" clId="{9FBACC46-319B-4421-86B7-F535C5B48135}" dt="2023-11-03T01:34:54.083" v="19335" actId="571"/>
          <ac:spMkLst>
            <pc:docMk/>
            <pc:sldMk cId="3589996671" sldId="1354"/>
            <ac:spMk id="13" creationId="{1B216455-6C78-374E-9420-70675BD75D92}"/>
          </ac:spMkLst>
        </pc:spChg>
        <pc:graphicFrameChg chg="mod modGraphic">
          <ac:chgData name="정지윤" userId="02c42eeb-3573-4fe0-87af-c4a597b73e9f" providerId="ADAL" clId="{9FBACC46-319B-4421-86B7-F535C5B48135}" dt="2023-11-03T01:33:25.991" v="19308" actId="20577"/>
          <ac:graphicFrameMkLst>
            <pc:docMk/>
            <pc:sldMk cId="3589996671" sldId="1354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1:34:29.253" v="19322" actId="1076"/>
          <ac:picMkLst>
            <pc:docMk/>
            <pc:sldMk cId="3589996671" sldId="1354"/>
            <ac:picMk id="6" creationId="{704C133E-29F6-424D-43A7-7511C189F34C}"/>
          </ac:picMkLst>
        </pc:picChg>
        <pc:picChg chg="del">
          <ac:chgData name="정지윤" userId="02c42eeb-3573-4fe0-87af-c4a597b73e9f" providerId="ADAL" clId="{9FBACC46-319B-4421-86B7-F535C5B48135}" dt="2023-11-03T01:33:42.985" v="19318" actId="478"/>
          <ac:picMkLst>
            <pc:docMk/>
            <pc:sldMk cId="3589996671" sldId="1354"/>
            <ac:picMk id="10" creationId="{E6103EBD-EBBD-66FE-ECED-3CFFEB028EC6}"/>
          </ac:picMkLst>
        </pc:picChg>
        <pc:cxnChg chg="add mod">
          <ac:chgData name="정지윤" userId="02c42eeb-3573-4fe0-87af-c4a597b73e9f" providerId="ADAL" clId="{9FBACC46-319B-4421-86B7-F535C5B48135}" dt="2023-11-03T01:34:50.546" v="19334" actId="1036"/>
          <ac:cxnSpMkLst>
            <pc:docMk/>
            <pc:sldMk cId="3589996671" sldId="1354"/>
            <ac:cxnSpMk id="12" creationId="{C1DC5E04-E777-B9D7-A517-7A437E943798}"/>
          </ac:cxnSpMkLst>
        </pc:cxnChg>
        <pc:cxnChg chg="mod">
          <ac:chgData name="정지윤" userId="02c42eeb-3573-4fe0-87af-c4a597b73e9f" providerId="ADAL" clId="{9FBACC46-319B-4421-86B7-F535C5B48135}" dt="2023-11-03T01:34:45.681" v="19328" actId="1076"/>
          <ac:cxnSpMkLst>
            <pc:docMk/>
            <pc:sldMk cId="3589996671" sldId="1354"/>
            <ac:cxnSpMk id="14" creationId="{B2213911-A3CB-5C99-4C9A-B5A1FA940842}"/>
          </ac:cxnSpMkLst>
        </pc:cxnChg>
        <pc:cxnChg chg="add mod">
          <ac:chgData name="정지윤" userId="02c42eeb-3573-4fe0-87af-c4a597b73e9f" providerId="ADAL" clId="{9FBACC46-319B-4421-86B7-F535C5B48135}" dt="2023-11-03T01:34:54.083" v="19335" actId="571"/>
          <ac:cxnSpMkLst>
            <pc:docMk/>
            <pc:sldMk cId="3589996671" sldId="1354"/>
            <ac:cxnSpMk id="15" creationId="{C7E4FC92-A567-C8BD-5E90-BF76A6D56BA8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1:39:56.002" v="19851" actId="6549"/>
        <pc:sldMkLst>
          <pc:docMk/>
          <pc:sldMk cId="1253675464" sldId="1355"/>
        </pc:sldMkLst>
        <pc:spChg chg="mod">
          <ac:chgData name="정지윤" userId="02c42eeb-3573-4fe0-87af-c4a597b73e9f" providerId="ADAL" clId="{9FBACC46-319B-4421-86B7-F535C5B48135}" dt="2023-11-03T01:39:56.002" v="19851" actId="6549"/>
          <ac:spMkLst>
            <pc:docMk/>
            <pc:sldMk cId="1253675464" sldId="135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1:38:26.272" v="19702" actId="14100"/>
          <ac:spMkLst>
            <pc:docMk/>
            <pc:sldMk cId="1253675464" sldId="1355"/>
            <ac:spMk id="9" creationId="{42C8C479-821C-B202-3BD2-BEEF0230DED2}"/>
          </ac:spMkLst>
        </pc:spChg>
        <pc:spChg chg="add mod">
          <ac:chgData name="정지윤" userId="02c42eeb-3573-4fe0-87af-c4a597b73e9f" providerId="ADAL" clId="{9FBACC46-319B-4421-86B7-F535C5B48135}" dt="2023-11-03T01:38:41.385" v="19705" actId="571"/>
          <ac:spMkLst>
            <pc:docMk/>
            <pc:sldMk cId="1253675464" sldId="1355"/>
            <ac:spMk id="10" creationId="{5D605E93-6B0C-7B30-A8E6-F3023583C27D}"/>
          </ac:spMkLst>
        </pc:spChg>
        <pc:spChg chg="del">
          <ac:chgData name="정지윤" userId="02c42eeb-3573-4fe0-87af-c4a597b73e9f" providerId="ADAL" clId="{9FBACC46-319B-4421-86B7-F535C5B48135}" dt="2023-11-03T01:38:44.431" v="19706" actId="478"/>
          <ac:spMkLst>
            <pc:docMk/>
            <pc:sldMk cId="1253675464" sldId="1355"/>
            <ac:spMk id="11" creationId="{2DE6CB8E-D792-7A8E-794B-C35721269851}"/>
          </ac:spMkLst>
        </pc:spChg>
        <pc:spChg chg="mod">
          <ac:chgData name="정지윤" userId="02c42eeb-3573-4fe0-87af-c4a597b73e9f" providerId="ADAL" clId="{9FBACC46-319B-4421-86B7-F535C5B48135}" dt="2023-11-03T01:38:14.417" v="19699" actId="14100"/>
          <ac:spMkLst>
            <pc:docMk/>
            <pc:sldMk cId="1253675464" sldId="1355"/>
            <ac:spMk id="13" creationId="{1B216455-6C78-374E-9420-70675BD75D92}"/>
          </ac:spMkLst>
        </pc:spChg>
        <pc:spChg chg="add mod">
          <ac:chgData name="정지윤" userId="02c42eeb-3573-4fe0-87af-c4a597b73e9f" providerId="ADAL" clId="{9FBACC46-319B-4421-86B7-F535C5B48135}" dt="2023-11-03T01:38:49.202" v="19707" actId="571"/>
          <ac:spMkLst>
            <pc:docMk/>
            <pc:sldMk cId="1253675464" sldId="1355"/>
            <ac:spMk id="17" creationId="{2D9C0240-5BCF-7239-92EB-2071BFC9AC0F}"/>
          </ac:spMkLst>
        </pc:spChg>
        <pc:spChg chg="add mod">
          <ac:chgData name="정지윤" userId="02c42eeb-3573-4fe0-87af-c4a597b73e9f" providerId="ADAL" clId="{9FBACC46-319B-4421-86B7-F535C5B48135}" dt="2023-11-03T01:38:49.202" v="19707" actId="571"/>
          <ac:spMkLst>
            <pc:docMk/>
            <pc:sldMk cId="1253675464" sldId="1355"/>
            <ac:spMk id="19" creationId="{F8F54C01-6246-3EBE-AD69-B11AB4A1658E}"/>
          </ac:spMkLst>
        </pc:spChg>
        <pc:spChg chg="add mod">
          <ac:chgData name="정지윤" userId="02c42eeb-3573-4fe0-87af-c4a597b73e9f" providerId="ADAL" clId="{9FBACC46-319B-4421-86B7-F535C5B48135}" dt="2023-11-03T01:38:49.202" v="19707" actId="571"/>
          <ac:spMkLst>
            <pc:docMk/>
            <pc:sldMk cId="1253675464" sldId="1355"/>
            <ac:spMk id="21" creationId="{D0D316FB-DBBB-4C7C-38E5-A94D0B434D17}"/>
          </ac:spMkLst>
        </pc:spChg>
        <pc:picChg chg="del">
          <ac:chgData name="정지윤" userId="02c42eeb-3573-4fe0-87af-c4a597b73e9f" providerId="ADAL" clId="{9FBACC46-319B-4421-86B7-F535C5B48135}" dt="2023-11-03T01:37:59.594" v="19694" actId="478"/>
          <ac:picMkLst>
            <pc:docMk/>
            <pc:sldMk cId="1253675464" sldId="1355"/>
            <ac:picMk id="6" creationId="{704C133E-29F6-424D-43A7-7511C189F34C}"/>
          </ac:picMkLst>
        </pc:picChg>
        <pc:picChg chg="add mod ord modCrop">
          <ac:chgData name="정지윤" userId="02c42eeb-3573-4fe0-87af-c4a597b73e9f" providerId="ADAL" clId="{9FBACC46-319B-4421-86B7-F535C5B48135}" dt="2023-11-03T01:38:05.427" v="19696" actId="1076"/>
          <ac:picMkLst>
            <pc:docMk/>
            <pc:sldMk cId="1253675464" sldId="1355"/>
            <ac:picMk id="8" creationId="{50A8C847-0DA4-45AE-3E5E-47F8BF3B0190}"/>
          </ac:picMkLst>
        </pc:picChg>
        <pc:cxnChg chg="del">
          <ac:chgData name="정지윤" userId="02c42eeb-3573-4fe0-87af-c4a597b73e9f" providerId="ADAL" clId="{9FBACC46-319B-4421-86B7-F535C5B48135}" dt="2023-11-03T01:38:44.431" v="19706" actId="478"/>
          <ac:cxnSpMkLst>
            <pc:docMk/>
            <pc:sldMk cId="1253675464" sldId="1355"/>
            <ac:cxnSpMk id="12" creationId="{C1DC5E04-E777-B9D7-A517-7A437E943798}"/>
          </ac:cxnSpMkLst>
        </pc:cxnChg>
        <pc:cxnChg chg="mod">
          <ac:chgData name="정지윤" userId="02c42eeb-3573-4fe0-87af-c4a597b73e9f" providerId="ADAL" clId="{9FBACC46-319B-4421-86B7-F535C5B48135}" dt="2023-11-03T01:38:37.297" v="19704" actId="1076"/>
          <ac:cxnSpMkLst>
            <pc:docMk/>
            <pc:sldMk cId="1253675464" sldId="1355"/>
            <ac:cxnSpMk id="14" creationId="{B2213911-A3CB-5C99-4C9A-B5A1FA940842}"/>
          </ac:cxnSpMkLst>
        </pc:cxnChg>
        <pc:cxnChg chg="mod">
          <ac:chgData name="정지윤" userId="02c42eeb-3573-4fe0-87af-c4a597b73e9f" providerId="ADAL" clId="{9FBACC46-319B-4421-86B7-F535C5B48135}" dt="2023-11-03T01:38:18.664" v="19700" actId="1076"/>
          <ac:cxnSpMkLst>
            <pc:docMk/>
            <pc:sldMk cId="1253675464" sldId="1355"/>
            <ac:cxnSpMk id="15" creationId="{C7E4FC92-A567-C8BD-5E90-BF76A6D56BA8}"/>
          </ac:cxnSpMkLst>
        </pc:cxnChg>
        <pc:cxnChg chg="add mod">
          <ac:chgData name="정지윤" userId="02c42eeb-3573-4fe0-87af-c4a597b73e9f" providerId="ADAL" clId="{9FBACC46-319B-4421-86B7-F535C5B48135}" dt="2023-11-03T01:38:41.385" v="19705" actId="571"/>
          <ac:cxnSpMkLst>
            <pc:docMk/>
            <pc:sldMk cId="1253675464" sldId="1355"/>
            <ac:cxnSpMk id="16" creationId="{103CB386-CC02-E9C9-F40D-318447C6D4FB}"/>
          </ac:cxnSpMkLst>
        </pc:cxnChg>
        <pc:cxnChg chg="add mod">
          <ac:chgData name="정지윤" userId="02c42eeb-3573-4fe0-87af-c4a597b73e9f" providerId="ADAL" clId="{9FBACC46-319B-4421-86B7-F535C5B48135}" dt="2023-11-03T01:38:49.202" v="19707" actId="571"/>
          <ac:cxnSpMkLst>
            <pc:docMk/>
            <pc:sldMk cId="1253675464" sldId="1355"/>
            <ac:cxnSpMk id="18" creationId="{708FFC6D-04AF-5451-2631-A5E84777D37A}"/>
          </ac:cxnSpMkLst>
        </pc:cxnChg>
        <pc:cxnChg chg="add mod">
          <ac:chgData name="정지윤" userId="02c42eeb-3573-4fe0-87af-c4a597b73e9f" providerId="ADAL" clId="{9FBACC46-319B-4421-86B7-F535C5B48135}" dt="2023-11-03T01:38:49.202" v="19707" actId="571"/>
          <ac:cxnSpMkLst>
            <pc:docMk/>
            <pc:sldMk cId="1253675464" sldId="1355"/>
            <ac:cxnSpMk id="20" creationId="{4FC5FB62-4A51-CE3D-C03D-AD895BF1EA1A}"/>
          </ac:cxnSpMkLst>
        </pc:cxnChg>
        <pc:cxnChg chg="add mod">
          <ac:chgData name="정지윤" userId="02c42eeb-3573-4fe0-87af-c4a597b73e9f" providerId="ADAL" clId="{9FBACC46-319B-4421-86B7-F535C5B48135}" dt="2023-11-03T01:38:49.202" v="19707" actId="571"/>
          <ac:cxnSpMkLst>
            <pc:docMk/>
            <pc:sldMk cId="1253675464" sldId="1355"/>
            <ac:cxnSpMk id="22" creationId="{ADC3FE65-0E47-7C5A-40CD-CA5EC9BAE19F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2:30:40.246" v="19922" actId="478"/>
        <pc:sldMkLst>
          <pc:docMk/>
          <pc:sldMk cId="253413563" sldId="1356"/>
        </pc:sldMkLst>
        <pc:spChg chg="mod">
          <ac:chgData name="정지윤" userId="02c42eeb-3573-4fe0-87af-c4a597b73e9f" providerId="ADAL" clId="{9FBACC46-319B-4421-86B7-F535C5B48135}" dt="2023-11-03T02:28:28.311" v="19909" actId="20577"/>
          <ac:spMkLst>
            <pc:docMk/>
            <pc:sldMk cId="253413563" sldId="1356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9" creationId="{42C8C479-821C-B202-3BD2-BEEF0230DED2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10" creationId="{5D605E93-6B0C-7B30-A8E6-F3023583C27D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13" creationId="{1B216455-6C78-374E-9420-70675BD75D92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17" creationId="{2D9C0240-5BCF-7239-92EB-2071BFC9AC0F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19" creationId="{F8F54C01-6246-3EBE-AD69-B11AB4A1658E}"/>
          </ac:spMkLst>
        </pc:spChg>
        <pc:spChg chg="del">
          <ac:chgData name="정지윤" userId="02c42eeb-3573-4fe0-87af-c4a597b73e9f" providerId="ADAL" clId="{9FBACC46-319B-4421-86B7-F535C5B48135}" dt="2023-11-03T02:19:11.419" v="19880" actId="478"/>
          <ac:spMkLst>
            <pc:docMk/>
            <pc:sldMk cId="253413563" sldId="1356"/>
            <ac:spMk id="21" creationId="{D0D316FB-DBBB-4C7C-38E5-A94D0B434D17}"/>
          </ac:spMkLst>
        </pc:spChg>
        <pc:graphicFrameChg chg="modGraphic">
          <ac:chgData name="정지윤" userId="02c42eeb-3573-4fe0-87af-c4a597b73e9f" providerId="ADAL" clId="{9FBACC46-319B-4421-86B7-F535C5B48135}" dt="2023-11-03T02:14:17.832" v="19863" actId="20577"/>
          <ac:graphicFrameMkLst>
            <pc:docMk/>
            <pc:sldMk cId="253413563" sldId="1356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3T02:30:38.775" v="19921" actId="1076"/>
          <ac:picMkLst>
            <pc:docMk/>
            <pc:sldMk cId="253413563" sldId="1356"/>
            <ac:picMk id="6" creationId="{9B5A5B33-CC6F-0934-6C69-DA3DAB356B28}"/>
          </ac:picMkLst>
        </pc:picChg>
        <pc:picChg chg="del">
          <ac:chgData name="정지윤" userId="02c42eeb-3573-4fe0-87af-c4a597b73e9f" providerId="ADAL" clId="{9FBACC46-319B-4421-86B7-F535C5B48135}" dt="2023-11-03T02:30:40.246" v="19922" actId="478"/>
          <ac:picMkLst>
            <pc:docMk/>
            <pc:sldMk cId="253413563" sldId="1356"/>
            <ac:picMk id="8" creationId="{50A8C847-0DA4-45AE-3E5E-47F8BF3B0190}"/>
          </ac:picMkLst>
        </pc:pic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14" creationId="{B2213911-A3CB-5C99-4C9A-B5A1FA940842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15" creationId="{C7E4FC92-A567-C8BD-5E90-BF76A6D56BA8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16" creationId="{103CB386-CC02-E9C9-F40D-318447C6D4FB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18" creationId="{708FFC6D-04AF-5451-2631-A5E84777D37A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20" creationId="{4FC5FB62-4A51-CE3D-C03D-AD895BF1EA1A}"/>
          </ac:cxnSpMkLst>
        </pc:cxnChg>
        <pc:cxnChg chg="del">
          <ac:chgData name="정지윤" userId="02c42eeb-3573-4fe0-87af-c4a597b73e9f" providerId="ADAL" clId="{9FBACC46-319B-4421-86B7-F535C5B48135}" dt="2023-11-03T02:19:11.419" v="19880" actId="478"/>
          <ac:cxnSpMkLst>
            <pc:docMk/>
            <pc:sldMk cId="253413563" sldId="1356"/>
            <ac:cxnSpMk id="22" creationId="{ADC3FE65-0E47-7C5A-40CD-CA5EC9BAE19F}"/>
          </ac:cxnSpMkLst>
        </pc:cxnChg>
      </pc:sldChg>
      <pc:sldChg chg="modSp add mod">
        <pc:chgData name="정지윤" userId="02c42eeb-3573-4fe0-87af-c4a597b73e9f" providerId="ADAL" clId="{9FBACC46-319B-4421-86B7-F535C5B48135}" dt="2023-11-03T02:31:43.647" v="19934"/>
        <pc:sldMkLst>
          <pc:docMk/>
          <pc:sldMk cId="869366161" sldId="1357"/>
        </pc:sldMkLst>
        <pc:graphicFrameChg chg="mod modGraphic">
          <ac:chgData name="정지윤" userId="02c42eeb-3573-4fe0-87af-c4a597b73e9f" providerId="ADAL" clId="{9FBACC46-319B-4421-86B7-F535C5B48135}" dt="2023-11-03T02:31:43.647" v="19934"/>
          <ac:graphicFrameMkLst>
            <pc:docMk/>
            <pc:sldMk cId="869366161" sldId="1357"/>
            <ac:graphicFrameMk id="3" creationId="{EB5E6BEF-7528-22F3-81D3-C88DBE43847E}"/>
          </ac:graphicFrameMkLst>
        </pc:graphicFrameChg>
      </pc:sldChg>
      <pc:sldChg chg="addSp delSp modSp add mod">
        <pc:chgData name="정지윤" userId="02c42eeb-3573-4fe0-87af-c4a597b73e9f" providerId="ADAL" clId="{9FBACC46-319B-4421-86B7-F535C5B48135}" dt="2023-11-03T02:37:30.096" v="19963" actId="478"/>
        <pc:sldMkLst>
          <pc:docMk/>
          <pc:sldMk cId="679591167" sldId="1358"/>
        </pc:sldMkLst>
        <pc:graphicFrameChg chg="mod modGraphic">
          <ac:chgData name="정지윤" userId="02c42eeb-3573-4fe0-87af-c4a597b73e9f" providerId="ADAL" clId="{9FBACC46-319B-4421-86B7-F535C5B48135}" dt="2023-11-03T02:32:10.478" v="19951"/>
          <ac:graphicFrameMkLst>
            <pc:docMk/>
            <pc:sldMk cId="679591167" sldId="1358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3T02:37:30.096" v="19963" actId="478"/>
          <ac:picMkLst>
            <pc:docMk/>
            <pc:sldMk cId="679591167" sldId="1358"/>
            <ac:picMk id="6" creationId="{9B5A5B33-CC6F-0934-6C69-DA3DAB356B28}"/>
          </ac:picMkLst>
        </pc:picChg>
        <pc:picChg chg="add mod ord modCrop">
          <ac:chgData name="정지윤" userId="02c42eeb-3573-4fe0-87af-c4a597b73e9f" providerId="ADAL" clId="{9FBACC46-319B-4421-86B7-F535C5B48135}" dt="2023-11-03T02:37:29.006" v="19962" actId="167"/>
          <ac:picMkLst>
            <pc:docMk/>
            <pc:sldMk cId="679591167" sldId="1358"/>
            <ac:picMk id="8" creationId="{52FBB990-29BE-E16B-2103-A481404EFD76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4:08:46.839" v="20266" actId="20577"/>
        <pc:sldMkLst>
          <pc:docMk/>
          <pc:sldMk cId="3759303833" sldId="1359"/>
        </pc:sldMkLst>
        <pc:spChg chg="mod">
          <ac:chgData name="정지윤" userId="02c42eeb-3573-4fe0-87af-c4a597b73e9f" providerId="ADAL" clId="{9FBACC46-319B-4421-86B7-F535C5B48135}" dt="2023-11-03T04:08:46.839" v="20266" actId="20577"/>
          <ac:spMkLst>
            <pc:docMk/>
            <pc:sldMk cId="3759303833" sldId="1359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3T04:02:49.645" v="20198" actId="14100"/>
          <ac:spMkLst>
            <pc:docMk/>
            <pc:sldMk cId="3759303833" sldId="1359"/>
            <ac:spMk id="9" creationId="{A8B9E368-64FA-979B-C886-6F2A4792A699}"/>
          </ac:spMkLst>
        </pc:spChg>
        <pc:spChg chg="add del">
          <ac:chgData name="정지윤" userId="02c42eeb-3573-4fe0-87af-c4a597b73e9f" providerId="ADAL" clId="{9FBACC46-319B-4421-86B7-F535C5B48135}" dt="2023-11-03T04:00:51.110" v="20152" actId="478"/>
          <ac:spMkLst>
            <pc:docMk/>
            <pc:sldMk cId="3759303833" sldId="1359"/>
            <ac:spMk id="12" creationId="{A39E4142-1D30-2D50-C857-A041B56252DB}"/>
          </ac:spMkLst>
        </pc:spChg>
        <pc:spChg chg="add mod">
          <ac:chgData name="정지윤" userId="02c42eeb-3573-4fe0-87af-c4a597b73e9f" providerId="ADAL" clId="{9FBACC46-319B-4421-86B7-F535C5B48135}" dt="2023-11-03T04:02:56.407" v="20200" actId="571"/>
          <ac:spMkLst>
            <pc:docMk/>
            <pc:sldMk cId="3759303833" sldId="1359"/>
            <ac:spMk id="15" creationId="{FE87A3D8-8015-E0BA-E687-A6741B908595}"/>
          </ac:spMkLst>
        </pc:spChg>
        <pc:graphicFrameChg chg="mod modGraphic">
          <ac:chgData name="정지윤" userId="02c42eeb-3573-4fe0-87af-c4a597b73e9f" providerId="ADAL" clId="{9FBACC46-319B-4421-86B7-F535C5B48135}" dt="2023-11-03T04:04:52.738" v="20240" actId="20577"/>
          <ac:graphicFrameMkLst>
            <pc:docMk/>
            <pc:sldMk cId="3759303833" sldId="1359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3T03:38:11.701" v="19978" actId="478"/>
          <ac:picMkLst>
            <pc:docMk/>
            <pc:sldMk cId="3759303833" sldId="1359"/>
            <ac:picMk id="6" creationId="{9B5A5B33-CC6F-0934-6C69-DA3DAB356B28}"/>
          </ac:picMkLst>
        </pc:picChg>
        <pc:picChg chg="add del mod modCrop">
          <ac:chgData name="정지윤" userId="02c42eeb-3573-4fe0-87af-c4a597b73e9f" providerId="ADAL" clId="{9FBACC46-319B-4421-86B7-F535C5B48135}" dt="2023-11-03T04:02:42.708" v="20196" actId="478"/>
          <ac:picMkLst>
            <pc:docMk/>
            <pc:sldMk cId="3759303833" sldId="1359"/>
            <ac:picMk id="8" creationId="{AC2AF84E-8E86-79CE-79A0-FDCF4FBCE12C}"/>
          </ac:picMkLst>
        </pc:picChg>
        <pc:picChg chg="add mod ord modCrop">
          <ac:chgData name="정지윤" userId="02c42eeb-3573-4fe0-87af-c4a597b73e9f" providerId="ADAL" clId="{9FBACC46-319B-4421-86B7-F535C5B48135}" dt="2023-11-03T04:02:41.813" v="20195" actId="167"/>
          <ac:picMkLst>
            <pc:docMk/>
            <pc:sldMk cId="3759303833" sldId="1359"/>
            <ac:picMk id="14" creationId="{56AE67E2-2D1F-27A3-7663-91A30980630D}"/>
          </ac:picMkLst>
        </pc:picChg>
        <pc:picChg chg="add del">
          <ac:chgData name="정지윤" userId="02c42eeb-3573-4fe0-87af-c4a597b73e9f" providerId="ADAL" clId="{9FBACC46-319B-4421-86B7-F535C5B48135}" dt="2023-11-03T04:04:12.220" v="20233" actId="22"/>
          <ac:picMkLst>
            <pc:docMk/>
            <pc:sldMk cId="3759303833" sldId="1359"/>
            <ac:picMk id="18" creationId="{4DB40832-7A52-6322-D345-6B791C3C195B}"/>
          </ac:picMkLst>
        </pc:picChg>
        <pc:picChg chg="add del">
          <ac:chgData name="정지윤" userId="02c42eeb-3573-4fe0-87af-c4a597b73e9f" providerId="ADAL" clId="{9FBACC46-319B-4421-86B7-F535C5B48135}" dt="2023-11-03T04:04:48.804" v="20239" actId="22"/>
          <ac:picMkLst>
            <pc:docMk/>
            <pc:sldMk cId="3759303833" sldId="1359"/>
            <ac:picMk id="20" creationId="{B7E166DD-D1D1-19F4-87DD-7803A8FBA1F9}"/>
          </ac:picMkLst>
        </pc:picChg>
        <pc:cxnChg chg="add mod">
          <ac:chgData name="정지윤" userId="02c42eeb-3573-4fe0-87af-c4a597b73e9f" providerId="ADAL" clId="{9FBACC46-319B-4421-86B7-F535C5B48135}" dt="2023-11-03T04:02:51.981" v="20199" actId="1076"/>
          <ac:cxnSpMkLst>
            <pc:docMk/>
            <pc:sldMk cId="3759303833" sldId="1359"/>
            <ac:cxnSpMk id="10" creationId="{348CB0FA-43A2-0E96-090F-CA50A615812A}"/>
          </ac:cxnSpMkLst>
        </pc:cxnChg>
        <pc:cxnChg chg="add mod">
          <ac:chgData name="정지윤" userId="02c42eeb-3573-4fe0-87af-c4a597b73e9f" providerId="ADAL" clId="{9FBACC46-319B-4421-86B7-F535C5B48135}" dt="2023-11-03T04:02:56.407" v="20200" actId="571"/>
          <ac:cxnSpMkLst>
            <pc:docMk/>
            <pc:sldMk cId="3759303833" sldId="1359"/>
            <ac:cxnSpMk id="16" creationId="{2038AD2F-E492-0C56-33EE-F09F88506D2D}"/>
          </ac:cxnSpMkLst>
        </pc:cxnChg>
      </pc:sldChg>
      <pc:sldChg chg="delSp modSp add mod">
        <pc:chgData name="정지윤" userId="02c42eeb-3573-4fe0-87af-c4a597b73e9f" providerId="ADAL" clId="{9FBACC46-319B-4421-86B7-F535C5B48135}" dt="2023-11-03T04:01:04.808" v="20184"/>
        <pc:sldMkLst>
          <pc:docMk/>
          <pc:sldMk cId="3174202715" sldId="1360"/>
        </pc:sldMkLst>
        <pc:spChg chg="del">
          <ac:chgData name="정지윤" userId="02c42eeb-3573-4fe0-87af-c4a597b73e9f" providerId="ADAL" clId="{9FBACC46-319B-4421-86B7-F535C5B48135}" dt="2023-11-03T04:00:48.976" v="20151" actId="478"/>
          <ac:spMkLst>
            <pc:docMk/>
            <pc:sldMk cId="3174202715" sldId="1360"/>
            <ac:spMk id="12" creationId="{A39E4142-1D30-2D50-C857-A041B56252DB}"/>
          </ac:spMkLst>
        </pc:spChg>
        <pc:graphicFrameChg chg="mod">
          <ac:chgData name="정지윤" userId="02c42eeb-3573-4fe0-87af-c4a597b73e9f" providerId="ADAL" clId="{9FBACC46-319B-4421-86B7-F535C5B48135}" dt="2023-11-03T04:01:04.808" v="20184"/>
          <ac:graphicFrameMkLst>
            <pc:docMk/>
            <pc:sldMk cId="3174202715" sldId="1360"/>
            <ac:graphicFrameMk id="3" creationId="{EB5E6BEF-7528-22F3-81D3-C88DBE43847E}"/>
          </ac:graphicFrameMkLst>
        </pc:graphicFrameChg>
      </pc:sldChg>
      <pc:sldChg chg="add del">
        <pc:chgData name="정지윤" userId="02c42eeb-3573-4fe0-87af-c4a597b73e9f" providerId="ADAL" clId="{9FBACC46-319B-4421-86B7-F535C5B48135}" dt="2023-11-03T04:08:52.717" v="20267" actId="47"/>
        <pc:sldMkLst>
          <pc:docMk/>
          <pc:sldMk cId="852021630" sldId="1361"/>
        </pc:sldMkLst>
      </pc:sldChg>
      <pc:sldChg chg="addSp delSp modSp add mod ord">
        <pc:chgData name="정지윤" userId="02c42eeb-3573-4fe0-87af-c4a597b73e9f" providerId="ADAL" clId="{9FBACC46-319B-4421-86B7-F535C5B48135}" dt="2023-11-03T04:13:35.900" v="20451" actId="20577"/>
        <pc:sldMkLst>
          <pc:docMk/>
          <pc:sldMk cId="2055606894" sldId="1361"/>
        </pc:sldMkLst>
        <pc:spChg chg="mod">
          <ac:chgData name="정지윤" userId="02c42eeb-3573-4fe0-87af-c4a597b73e9f" providerId="ADAL" clId="{9FBACC46-319B-4421-86B7-F535C5B48135}" dt="2023-11-03T04:13:35.900" v="20451" actId="20577"/>
          <ac:spMkLst>
            <pc:docMk/>
            <pc:sldMk cId="2055606894" sldId="1361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3T04:09:17.775" v="20278" actId="478"/>
          <ac:spMkLst>
            <pc:docMk/>
            <pc:sldMk cId="2055606894" sldId="1361"/>
            <ac:spMk id="15" creationId="{FE87A3D8-8015-E0BA-E687-A6741B908595}"/>
          </ac:spMkLst>
        </pc:spChg>
        <pc:picChg chg="add mod ord modCrop">
          <ac:chgData name="정지윤" userId="02c42eeb-3573-4fe0-87af-c4a597b73e9f" providerId="ADAL" clId="{9FBACC46-319B-4421-86B7-F535C5B48135}" dt="2023-11-03T04:09:15.717" v="20276" actId="167"/>
          <ac:picMkLst>
            <pc:docMk/>
            <pc:sldMk cId="2055606894" sldId="1361"/>
            <ac:picMk id="6" creationId="{CF760CCB-2B5D-E6F3-3E25-36C3CCD6BD2F}"/>
          </ac:picMkLst>
        </pc:picChg>
        <pc:picChg chg="del">
          <ac:chgData name="정지윤" userId="02c42eeb-3573-4fe0-87af-c4a597b73e9f" providerId="ADAL" clId="{9FBACC46-319B-4421-86B7-F535C5B48135}" dt="2023-11-03T04:09:16.704" v="20277" actId="478"/>
          <ac:picMkLst>
            <pc:docMk/>
            <pc:sldMk cId="2055606894" sldId="1361"/>
            <ac:picMk id="14" creationId="{56AE67E2-2D1F-27A3-7663-91A30980630D}"/>
          </ac:picMkLst>
        </pc:picChg>
        <pc:cxnChg chg="del">
          <ac:chgData name="정지윤" userId="02c42eeb-3573-4fe0-87af-c4a597b73e9f" providerId="ADAL" clId="{9FBACC46-319B-4421-86B7-F535C5B48135}" dt="2023-11-03T04:09:17.775" v="20278" actId="478"/>
          <ac:cxnSpMkLst>
            <pc:docMk/>
            <pc:sldMk cId="2055606894" sldId="1361"/>
            <ac:cxnSpMk id="16" creationId="{2038AD2F-E492-0C56-33EE-F09F88506D2D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4:26:44.061" v="20551"/>
        <pc:sldMkLst>
          <pc:docMk/>
          <pc:sldMk cId="1425767390" sldId="1362"/>
        </pc:sldMkLst>
        <pc:spChg chg="mod">
          <ac:chgData name="정지윤" userId="02c42eeb-3573-4fe0-87af-c4a597b73e9f" providerId="ADAL" clId="{9FBACC46-319B-4421-86B7-F535C5B48135}" dt="2023-11-03T04:24:54.762" v="20487"/>
          <ac:spMkLst>
            <pc:docMk/>
            <pc:sldMk cId="1425767390" sldId="1362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4:25:45.788" v="20514" actId="14100"/>
          <ac:spMkLst>
            <pc:docMk/>
            <pc:sldMk cId="1425767390" sldId="1362"/>
            <ac:spMk id="9" creationId="{A8B9E368-64FA-979B-C886-6F2A4792A699}"/>
          </ac:spMkLst>
        </pc:spChg>
        <pc:graphicFrameChg chg="mod modGraphic">
          <ac:chgData name="정지윤" userId="02c42eeb-3573-4fe0-87af-c4a597b73e9f" providerId="ADAL" clId="{9FBACC46-319B-4421-86B7-F535C5B48135}" dt="2023-11-03T04:26:44.061" v="20551"/>
          <ac:graphicFrameMkLst>
            <pc:docMk/>
            <pc:sldMk cId="1425767390" sldId="1362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4:22:42.177" v="20463" actId="478"/>
          <ac:picMkLst>
            <pc:docMk/>
            <pc:sldMk cId="1425767390" sldId="1362"/>
            <ac:picMk id="6" creationId="{CF760CCB-2B5D-E6F3-3E25-36C3CCD6BD2F}"/>
          </ac:picMkLst>
        </pc:picChg>
        <pc:picChg chg="add del mod ord modCrop">
          <ac:chgData name="정지윤" userId="02c42eeb-3573-4fe0-87af-c4a597b73e9f" providerId="ADAL" clId="{9FBACC46-319B-4421-86B7-F535C5B48135}" dt="2023-11-03T04:25:41.456" v="20512" actId="478"/>
          <ac:picMkLst>
            <pc:docMk/>
            <pc:sldMk cId="1425767390" sldId="1362"/>
            <ac:picMk id="8" creationId="{2F323BE5-949A-DC9C-031F-E74B5537CF90}"/>
          </ac:picMkLst>
        </pc:picChg>
        <pc:picChg chg="add mod ord modCrop">
          <ac:chgData name="정지윤" userId="02c42eeb-3573-4fe0-87af-c4a597b73e9f" providerId="ADAL" clId="{9FBACC46-319B-4421-86B7-F535C5B48135}" dt="2023-11-03T04:25:40.636" v="20511" actId="167"/>
          <ac:picMkLst>
            <pc:docMk/>
            <pc:sldMk cId="1425767390" sldId="1362"/>
            <ac:picMk id="14" creationId="{F00F27A6-F499-5837-57B3-38669B6FC5D8}"/>
          </ac:picMkLst>
        </pc:picChg>
        <pc:cxnChg chg="mod">
          <ac:chgData name="정지윤" userId="02c42eeb-3573-4fe0-87af-c4a597b73e9f" providerId="ADAL" clId="{9FBACC46-319B-4421-86B7-F535C5B48135}" dt="2023-11-03T04:25:48.476" v="20515" actId="1076"/>
          <ac:cxnSpMkLst>
            <pc:docMk/>
            <pc:sldMk cId="1425767390" sldId="1362"/>
            <ac:cxnSpMk id="10" creationId="{348CB0FA-43A2-0E96-090F-CA50A615812A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3T04:26:23.994" v="20533"/>
        <pc:sldMkLst>
          <pc:docMk/>
          <pc:sldMk cId="1894937702" sldId="1363"/>
        </pc:sldMkLst>
        <pc:spChg chg="add mod">
          <ac:chgData name="정지윤" userId="02c42eeb-3573-4fe0-87af-c4a597b73e9f" providerId="ADAL" clId="{9FBACC46-319B-4421-86B7-F535C5B48135}" dt="2023-11-03T04:23:55.925" v="20475" actId="1076"/>
          <ac:spMkLst>
            <pc:docMk/>
            <pc:sldMk cId="1894937702" sldId="1363"/>
            <ac:spMk id="5" creationId="{590210E7-58F0-C5AC-BD4B-518B19ED97E2}"/>
          </ac:spMkLst>
        </pc:spChg>
        <pc:graphicFrameChg chg="mod modGraphic">
          <ac:chgData name="정지윤" userId="02c42eeb-3573-4fe0-87af-c4a597b73e9f" providerId="ADAL" clId="{9FBACC46-319B-4421-86B7-F535C5B48135}" dt="2023-11-03T04:26:23.994" v="20533"/>
          <ac:graphicFrameMkLst>
            <pc:docMk/>
            <pc:sldMk cId="1894937702" sldId="1363"/>
            <ac:graphicFrameMk id="3" creationId="{EB5E6BEF-7528-22F3-81D3-C88DBE43847E}"/>
          </ac:graphicFrameMkLst>
        </pc:graphicFrameChg>
        <pc:cxnChg chg="add del mod">
          <ac:chgData name="정지윤" userId="02c42eeb-3573-4fe0-87af-c4a597b73e9f" providerId="ADAL" clId="{9FBACC46-319B-4421-86B7-F535C5B48135}" dt="2023-11-03T04:24:10.420" v="20480" actId="478"/>
          <ac:cxnSpMkLst>
            <pc:docMk/>
            <pc:sldMk cId="1894937702" sldId="1363"/>
            <ac:cxnSpMk id="6" creationId="{A2A6EA96-2369-04CE-4367-F3704212E7C4}"/>
          </ac:cxnSpMkLst>
        </pc:cxnChg>
        <pc:cxnChg chg="mod">
          <ac:chgData name="정지윤" userId="02c42eeb-3573-4fe0-87af-c4a597b73e9f" providerId="ADAL" clId="{9FBACC46-319B-4421-86B7-F535C5B48135}" dt="2023-11-03T04:24:13.972" v="20481" actId="1076"/>
          <ac:cxnSpMkLst>
            <pc:docMk/>
            <pc:sldMk cId="1894937702" sldId="1363"/>
            <ac:cxnSpMk id="10" creationId="{348CB0FA-43A2-0E96-090F-CA50A615812A}"/>
          </ac:cxnSpMkLst>
        </pc:cxnChg>
        <pc:cxnChg chg="add mod">
          <ac:chgData name="정지윤" userId="02c42eeb-3573-4fe0-87af-c4a597b73e9f" providerId="ADAL" clId="{9FBACC46-319B-4421-86B7-F535C5B48135}" dt="2023-11-03T04:24:16.565" v="20483" actId="1076"/>
          <ac:cxnSpMkLst>
            <pc:docMk/>
            <pc:sldMk cId="1894937702" sldId="1363"/>
            <ac:cxnSpMk id="13" creationId="{372B572F-57D4-BF49-17FB-6D0CC9824C5C}"/>
          </ac:cxnSpMkLst>
        </pc:cxnChg>
      </pc:sldChg>
      <pc:sldChg chg="add">
        <pc:chgData name="정지윤" userId="02c42eeb-3573-4fe0-87af-c4a597b73e9f" providerId="ADAL" clId="{9FBACC46-319B-4421-86B7-F535C5B48135}" dt="2023-11-03T04:24:49.177" v="20486"/>
        <pc:sldMkLst>
          <pc:docMk/>
          <pc:sldMk cId="472758635" sldId="1364"/>
        </pc:sldMkLst>
      </pc:sldChg>
      <pc:sldChg chg="addSp delSp modSp add mod">
        <pc:chgData name="정지윤" userId="02c42eeb-3573-4fe0-87af-c4a597b73e9f" providerId="ADAL" clId="{9FBACC46-319B-4421-86B7-F535C5B48135}" dt="2023-11-03T05:22:47.099" v="21208" actId="1038"/>
        <pc:sldMkLst>
          <pc:docMk/>
          <pc:sldMk cId="1435966409" sldId="1365"/>
        </pc:sldMkLst>
        <pc:spChg chg="mod">
          <ac:chgData name="정지윤" userId="02c42eeb-3573-4fe0-87af-c4a597b73e9f" providerId="ADAL" clId="{9FBACC46-319B-4421-86B7-F535C5B48135}" dt="2023-11-03T05:22:07.116" v="21195" actId="13926"/>
          <ac:spMkLst>
            <pc:docMk/>
            <pc:sldMk cId="1435966409" sldId="1365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4:27:04.996" v="20570" actId="14100"/>
          <ac:spMkLst>
            <pc:docMk/>
            <pc:sldMk cId="1435966409" sldId="1365"/>
            <ac:spMk id="9" creationId="{A8B9E368-64FA-979B-C886-6F2A4792A699}"/>
          </ac:spMkLst>
        </pc:spChg>
        <pc:spChg chg="add mod">
          <ac:chgData name="정지윤" userId="02c42eeb-3573-4fe0-87af-c4a597b73e9f" providerId="ADAL" clId="{9FBACC46-319B-4421-86B7-F535C5B48135}" dt="2023-11-03T05:22:47.099" v="21208" actId="1038"/>
          <ac:spMkLst>
            <pc:docMk/>
            <pc:sldMk cId="1435966409" sldId="1365"/>
            <ac:spMk id="12" creationId="{AF704237-1D30-5FB9-68FC-F8279C41167F}"/>
          </ac:spMkLst>
        </pc:spChg>
        <pc:graphicFrameChg chg="mod modGraphic">
          <ac:chgData name="정지윤" userId="02c42eeb-3573-4fe0-87af-c4a597b73e9f" providerId="ADAL" clId="{9FBACC46-319B-4421-86B7-F535C5B48135}" dt="2023-11-03T04:26:49.659" v="20563"/>
          <ac:graphicFrameMkLst>
            <pc:docMk/>
            <pc:sldMk cId="1435966409" sldId="1365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4:26:58.036" v="20567" actId="167"/>
          <ac:picMkLst>
            <pc:docMk/>
            <pc:sldMk cId="1435966409" sldId="1365"/>
            <ac:picMk id="6" creationId="{A354FFEE-0627-9C08-ECA2-B11834ED20C6}"/>
          </ac:picMkLst>
        </pc:picChg>
        <pc:picChg chg="add mod modCrop">
          <ac:chgData name="정지윤" userId="02c42eeb-3573-4fe0-87af-c4a597b73e9f" providerId="ADAL" clId="{9FBACC46-319B-4421-86B7-F535C5B48135}" dt="2023-11-03T05:22:32.219" v="21202" actId="732"/>
          <ac:picMkLst>
            <pc:docMk/>
            <pc:sldMk cId="1435966409" sldId="1365"/>
            <ac:picMk id="11" creationId="{4E13BCDD-9E95-082E-BBE5-AE78D746D09A}"/>
          </ac:picMkLst>
        </pc:picChg>
        <pc:picChg chg="del">
          <ac:chgData name="정지윤" userId="02c42eeb-3573-4fe0-87af-c4a597b73e9f" providerId="ADAL" clId="{9FBACC46-319B-4421-86B7-F535C5B48135}" dt="2023-11-03T04:26:58.991" v="20568" actId="478"/>
          <ac:picMkLst>
            <pc:docMk/>
            <pc:sldMk cId="1435966409" sldId="1365"/>
            <ac:picMk id="14" creationId="{F00F27A6-F499-5837-57B3-38669B6FC5D8}"/>
          </ac:picMkLst>
        </pc:picChg>
        <pc:cxnChg chg="mod">
          <ac:chgData name="정지윤" userId="02c42eeb-3573-4fe0-87af-c4a597b73e9f" providerId="ADAL" clId="{9FBACC46-319B-4421-86B7-F535C5B48135}" dt="2023-11-03T04:27:07.492" v="20571" actId="1076"/>
          <ac:cxnSpMkLst>
            <pc:docMk/>
            <pc:sldMk cId="1435966409" sldId="1365"/>
            <ac:cxnSpMk id="10" creationId="{348CB0FA-43A2-0E96-090F-CA50A615812A}"/>
          </ac:cxnSpMkLst>
        </pc:cxnChg>
        <pc:cxnChg chg="add mod">
          <ac:chgData name="정지윤" userId="02c42eeb-3573-4fe0-87af-c4a597b73e9f" providerId="ADAL" clId="{9FBACC46-319B-4421-86B7-F535C5B48135}" dt="2023-11-03T05:22:45.003" v="21206" actId="1076"/>
          <ac:cxnSpMkLst>
            <pc:docMk/>
            <pc:sldMk cId="1435966409" sldId="1365"/>
            <ac:cxnSpMk id="13" creationId="{55C98B24-E2AC-DC41-45BD-78D84975C4BE}"/>
          </ac:cxnSpMkLst>
        </pc:cxnChg>
      </pc:sldChg>
      <pc:sldChg chg="modSp add mod">
        <pc:chgData name="정지윤" userId="02c42eeb-3573-4fe0-87af-c4a597b73e9f" providerId="ADAL" clId="{9FBACC46-319B-4421-86B7-F535C5B48135}" dt="2023-11-03T04:29:19.901" v="20918" actId="13926"/>
        <pc:sldMkLst>
          <pc:docMk/>
          <pc:sldMk cId="2599289030" sldId="1366"/>
        </pc:sldMkLst>
        <pc:spChg chg="mod">
          <ac:chgData name="정지윤" userId="02c42eeb-3573-4fe0-87af-c4a597b73e9f" providerId="ADAL" clId="{9FBACC46-319B-4421-86B7-F535C5B48135}" dt="2023-11-03T04:29:19.901" v="20918" actId="13926"/>
          <ac:spMkLst>
            <pc:docMk/>
            <pc:sldMk cId="2599289030" sldId="1366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4:27:21.596" v="20575" actId="14100"/>
          <ac:spMkLst>
            <pc:docMk/>
            <pc:sldMk cId="2599289030" sldId="1366"/>
            <ac:spMk id="9" creationId="{A8B9E368-64FA-979B-C886-6F2A4792A699}"/>
          </ac:spMkLst>
        </pc:spChg>
        <pc:cxnChg chg="mod">
          <ac:chgData name="정지윤" userId="02c42eeb-3573-4fe0-87af-c4a597b73e9f" providerId="ADAL" clId="{9FBACC46-319B-4421-86B7-F535C5B48135}" dt="2023-11-03T04:27:26.972" v="20577" actId="1076"/>
          <ac:cxnSpMkLst>
            <pc:docMk/>
            <pc:sldMk cId="2599289030" sldId="1366"/>
            <ac:cxnSpMk id="10" creationId="{348CB0FA-43A2-0E96-090F-CA50A615812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5:21:30.368" v="21109" actId="20577"/>
        <pc:sldMkLst>
          <pc:docMk/>
          <pc:sldMk cId="3887852793" sldId="1367"/>
        </pc:sldMkLst>
        <pc:spChg chg="mod">
          <ac:chgData name="정지윤" userId="02c42eeb-3573-4fe0-87af-c4a597b73e9f" providerId="ADAL" clId="{9FBACC46-319B-4421-86B7-F535C5B48135}" dt="2023-11-03T05:21:30.368" v="21109" actId="20577"/>
          <ac:spMkLst>
            <pc:docMk/>
            <pc:sldMk cId="3887852793" sldId="1367"/>
            <ac:spMk id="7" creationId="{0C81DD60-D84B-4D3C-8F3E-7D0E22E11300}"/>
          </ac:spMkLst>
        </pc:spChg>
        <pc:spChg chg="mod">
          <ac:chgData name="정지윤" userId="02c42eeb-3573-4fe0-87af-c4a597b73e9f" providerId="ADAL" clId="{9FBACC46-319B-4421-86B7-F535C5B48135}" dt="2023-11-03T04:29:12.325" v="20916" actId="1076"/>
          <ac:spMkLst>
            <pc:docMk/>
            <pc:sldMk cId="3887852793" sldId="1367"/>
            <ac:spMk id="9" creationId="{A8B9E368-64FA-979B-C886-6F2A4792A699}"/>
          </ac:spMkLst>
        </pc:spChg>
        <pc:graphicFrameChg chg="mod modGraphic">
          <ac:chgData name="정지윤" userId="02c42eeb-3573-4fe0-87af-c4a597b73e9f" providerId="ADAL" clId="{9FBACC46-319B-4421-86B7-F535C5B48135}" dt="2023-11-03T04:29:27.737" v="20919" actId="6549"/>
          <ac:graphicFrameMkLst>
            <pc:docMk/>
            <pc:sldMk cId="3887852793" sldId="1367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4:28:48.567" v="20906" actId="478"/>
          <ac:picMkLst>
            <pc:docMk/>
            <pc:sldMk cId="3887852793" sldId="1367"/>
            <ac:picMk id="6" creationId="{A354FFEE-0627-9C08-ECA2-B11834ED20C6}"/>
          </ac:picMkLst>
        </pc:picChg>
        <pc:picChg chg="add mod ord modCrop">
          <ac:chgData name="정지윤" userId="02c42eeb-3573-4fe0-87af-c4a597b73e9f" providerId="ADAL" clId="{9FBACC46-319B-4421-86B7-F535C5B48135}" dt="2023-11-03T04:28:47.817" v="20905" actId="167"/>
          <ac:picMkLst>
            <pc:docMk/>
            <pc:sldMk cId="3887852793" sldId="1367"/>
            <ac:picMk id="8" creationId="{41D04E1A-5E6C-2B75-6FA8-AD19A2C03C5E}"/>
          </ac:picMkLst>
        </pc:picChg>
        <pc:cxnChg chg="mod">
          <ac:chgData name="정지윤" userId="02c42eeb-3573-4fe0-87af-c4a597b73e9f" providerId="ADAL" clId="{9FBACC46-319B-4421-86B7-F535C5B48135}" dt="2023-11-03T04:29:14.028" v="20917" actId="1076"/>
          <ac:cxnSpMkLst>
            <pc:docMk/>
            <pc:sldMk cId="3887852793" sldId="1367"/>
            <ac:cxnSpMk id="10" creationId="{348CB0FA-43A2-0E96-090F-CA50A615812A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5:56:57.343" v="21221" actId="478"/>
        <pc:sldMkLst>
          <pc:docMk/>
          <pc:sldMk cId="1266289677" sldId="1368"/>
        </pc:sldMkLst>
        <pc:picChg chg="add mod ord modCrop">
          <ac:chgData name="정지윤" userId="02c42eeb-3573-4fe0-87af-c4a597b73e9f" providerId="ADAL" clId="{9FBACC46-319B-4421-86B7-F535C5B48135}" dt="2023-11-03T05:56:56.121" v="21220" actId="167"/>
          <ac:picMkLst>
            <pc:docMk/>
            <pc:sldMk cId="1266289677" sldId="1368"/>
            <ac:picMk id="6" creationId="{38872EF8-85D4-318E-904B-20862F475840}"/>
          </ac:picMkLst>
        </pc:picChg>
        <pc:picChg chg="del">
          <ac:chgData name="정지윤" userId="02c42eeb-3573-4fe0-87af-c4a597b73e9f" providerId="ADAL" clId="{9FBACC46-319B-4421-86B7-F535C5B48135}" dt="2023-11-03T05:56:57.343" v="21221" actId="478"/>
          <ac:picMkLst>
            <pc:docMk/>
            <pc:sldMk cId="1266289677" sldId="1368"/>
            <ac:picMk id="8" creationId="{52FBB990-29BE-E16B-2103-A481404EFD76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6:01:14.134" v="21247" actId="478"/>
        <pc:sldMkLst>
          <pc:docMk/>
          <pc:sldMk cId="4080162918" sldId="1369"/>
        </pc:sldMkLst>
        <pc:graphicFrameChg chg="mod modGraphic">
          <ac:chgData name="정지윤" userId="02c42eeb-3573-4fe0-87af-c4a597b73e9f" providerId="ADAL" clId="{9FBACC46-319B-4421-86B7-F535C5B48135}" dt="2023-11-03T06:00:25.265" v="21236"/>
          <ac:graphicFrameMkLst>
            <pc:docMk/>
            <pc:sldMk cId="4080162918" sldId="1369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6:01:14.134" v="21247" actId="478"/>
          <ac:picMkLst>
            <pc:docMk/>
            <pc:sldMk cId="4080162918" sldId="1369"/>
            <ac:picMk id="6" creationId="{38872EF8-85D4-318E-904B-20862F475840}"/>
          </ac:picMkLst>
        </pc:picChg>
        <pc:picChg chg="add mod ord modCrop">
          <ac:chgData name="정지윤" userId="02c42eeb-3573-4fe0-87af-c4a597b73e9f" providerId="ADAL" clId="{9FBACC46-319B-4421-86B7-F535C5B48135}" dt="2023-11-03T06:01:13.034" v="21246" actId="167"/>
          <ac:picMkLst>
            <pc:docMk/>
            <pc:sldMk cId="4080162918" sldId="1369"/>
            <ac:picMk id="8" creationId="{831314EE-51F9-0C2A-4FD9-DC54A4F306C5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6:01:57.090" v="21262" actId="20577"/>
        <pc:sldMkLst>
          <pc:docMk/>
          <pc:sldMk cId="3035523621" sldId="1370"/>
        </pc:sldMkLst>
        <pc:graphicFrameChg chg="modGraphic">
          <ac:chgData name="정지윤" userId="02c42eeb-3573-4fe0-87af-c4a597b73e9f" providerId="ADAL" clId="{9FBACC46-319B-4421-86B7-F535C5B48135}" dt="2023-11-03T06:01:57.090" v="21262" actId="20577"/>
          <ac:graphicFrameMkLst>
            <pc:docMk/>
            <pc:sldMk cId="3035523621" sldId="1370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6:01:43.047" v="21256" actId="167"/>
          <ac:picMkLst>
            <pc:docMk/>
            <pc:sldMk cId="3035523621" sldId="1370"/>
            <ac:picMk id="6" creationId="{BAA20C86-B07F-CB3D-8EA5-681616EC03DE}"/>
          </ac:picMkLst>
        </pc:picChg>
        <pc:picChg chg="del">
          <ac:chgData name="정지윤" userId="02c42eeb-3573-4fe0-87af-c4a597b73e9f" providerId="ADAL" clId="{9FBACC46-319B-4421-86B7-F535C5B48135}" dt="2023-11-03T06:01:44.262" v="21257" actId="478"/>
          <ac:picMkLst>
            <pc:docMk/>
            <pc:sldMk cId="3035523621" sldId="1370"/>
            <ac:picMk id="8" creationId="{831314EE-51F9-0C2A-4FD9-DC54A4F306C5}"/>
          </ac:picMkLst>
        </pc:picChg>
      </pc:sldChg>
      <pc:sldChg chg="addSp delSp modSp add mod">
        <pc:chgData name="정지윤" userId="02c42eeb-3573-4fe0-87af-c4a597b73e9f" providerId="ADAL" clId="{9FBACC46-319B-4421-86B7-F535C5B48135}" dt="2023-11-03T06:07:41.249" v="21309" actId="20577"/>
        <pc:sldMkLst>
          <pc:docMk/>
          <pc:sldMk cId="2566669443" sldId="1371"/>
        </pc:sldMkLst>
        <pc:spChg chg="mod">
          <ac:chgData name="정지윤" userId="02c42eeb-3573-4fe0-87af-c4a597b73e9f" providerId="ADAL" clId="{9FBACC46-319B-4421-86B7-F535C5B48135}" dt="2023-11-03T06:07:27.606" v="21306" actId="20577"/>
          <ac:spMkLst>
            <pc:docMk/>
            <pc:sldMk cId="2566669443" sldId="137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3T06:06:54.625" v="21300" actId="14100"/>
          <ac:spMkLst>
            <pc:docMk/>
            <pc:sldMk cId="2566669443" sldId="1371"/>
            <ac:spMk id="9" creationId="{B29DA74D-5593-0610-3899-AEDD39F523DD}"/>
          </ac:spMkLst>
        </pc:spChg>
        <pc:graphicFrameChg chg="mod modGraphic">
          <ac:chgData name="정지윤" userId="02c42eeb-3573-4fe0-87af-c4a597b73e9f" providerId="ADAL" clId="{9FBACC46-319B-4421-86B7-F535C5B48135}" dt="2023-11-03T06:07:41.249" v="21309" actId="20577"/>
          <ac:graphicFrameMkLst>
            <pc:docMk/>
            <pc:sldMk cId="2566669443" sldId="1371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6:06:29.852" v="21294" actId="478"/>
          <ac:picMkLst>
            <pc:docMk/>
            <pc:sldMk cId="2566669443" sldId="1371"/>
            <ac:picMk id="6" creationId="{BAA20C86-B07F-CB3D-8EA5-681616EC03DE}"/>
          </ac:picMkLst>
        </pc:picChg>
        <pc:picChg chg="add mod ord modCrop">
          <ac:chgData name="정지윤" userId="02c42eeb-3573-4fe0-87af-c4a597b73e9f" providerId="ADAL" clId="{9FBACC46-319B-4421-86B7-F535C5B48135}" dt="2023-11-03T06:06:52.513" v="21299" actId="1076"/>
          <ac:picMkLst>
            <pc:docMk/>
            <pc:sldMk cId="2566669443" sldId="1371"/>
            <ac:picMk id="8" creationId="{189D78D4-664F-0979-DAB5-4355473DE277}"/>
          </ac:picMkLst>
        </pc:picChg>
        <pc:cxnChg chg="add mod">
          <ac:chgData name="정지윤" userId="02c42eeb-3573-4fe0-87af-c4a597b73e9f" providerId="ADAL" clId="{9FBACC46-319B-4421-86B7-F535C5B48135}" dt="2023-11-03T06:06:44.241" v="21296" actId="1076"/>
          <ac:cxnSpMkLst>
            <pc:docMk/>
            <pc:sldMk cId="2566669443" sldId="1371"/>
            <ac:cxnSpMk id="10" creationId="{C24344E2-B304-5744-C231-24C7DBE60DD5}"/>
          </ac:cxnSpMkLst>
        </pc:cxnChg>
      </pc:sldChg>
      <pc:sldChg chg="add del">
        <pc:chgData name="정지윤" userId="02c42eeb-3573-4fe0-87af-c4a597b73e9f" providerId="ADAL" clId="{9FBACC46-319B-4421-86B7-F535C5B48135}" dt="2023-11-03T06:07:56.169" v="21310" actId="47"/>
        <pc:sldMkLst>
          <pc:docMk/>
          <pc:sldMk cId="2392595681" sldId="1372"/>
        </pc:sldMkLst>
      </pc:sldChg>
      <pc:sldChg chg="addSp delSp modSp add mod">
        <pc:chgData name="정지윤" userId="02c42eeb-3573-4fe0-87af-c4a597b73e9f" providerId="ADAL" clId="{9FBACC46-319B-4421-86B7-F535C5B48135}" dt="2023-11-03T06:23:38.074" v="21627" actId="13926"/>
        <pc:sldMkLst>
          <pc:docMk/>
          <pc:sldMk cId="3429522601" sldId="1372"/>
        </pc:sldMkLst>
        <pc:spChg chg="mod">
          <ac:chgData name="정지윤" userId="02c42eeb-3573-4fe0-87af-c4a597b73e9f" providerId="ADAL" clId="{9FBACC46-319B-4421-86B7-F535C5B48135}" dt="2023-11-03T06:23:38.074" v="21627" actId="13926"/>
          <ac:spMkLst>
            <pc:docMk/>
            <pc:sldMk cId="3429522601" sldId="1372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3T06:21:35.568" v="21356" actId="14100"/>
          <ac:spMkLst>
            <pc:docMk/>
            <pc:sldMk cId="3429522601" sldId="1372"/>
            <ac:spMk id="11" creationId="{201DF855-619D-5A2E-EFC8-6C45A76FA7D2}"/>
          </ac:spMkLst>
        </pc:spChg>
        <pc:graphicFrameChg chg="mod modGraphic">
          <ac:chgData name="정지윤" userId="02c42eeb-3573-4fe0-87af-c4a597b73e9f" providerId="ADAL" clId="{9FBACC46-319B-4421-86B7-F535C5B48135}" dt="2023-11-03T06:22:22.140" v="21459" actId="20577"/>
          <ac:graphicFrameMkLst>
            <pc:docMk/>
            <pc:sldMk cId="3429522601" sldId="1372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3T06:21:18.014" v="21350" actId="478"/>
          <ac:picMkLst>
            <pc:docMk/>
            <pc:sldMk cId="3429522601" sldId="1372"/>
            <ac:picMk id="6" creationId="{BAA20C86-B07F-CB3D-8EA5-681616EC03DE}"/>
          </ac:picMkLst>
        </pc:picChg>
        <pc:picChg chg="add del mod">
          <ac:chgData name="정지윤" userId="02c42eeb-3573-4fe0-87af-c4a597b73e9f" providerId="ADAL" clId="{9FBACC46-319B-4421-86B7-F535C5B48135}" dt="2023-11-03T06:19:43.881" v="21344" actId="478"/>
          <ac:picMkLst>
            <pc:docMk/>
            <pc:sldMk cId="3429522601" sldId="1372"/>
            <ac:picMk id="8" creationId="{513F1CE0-A612-01D6-7F49-116571E88F68}"/>
          </ac:picMkLst>
        </pc:picChg>
        <pc:picChg chg="add mod ord modCrop">
          <ac:chgData name="정지윤" userId="02c42eeb-3573-4fe0-87af-c4a597b73e9f" providerId="ADAL" clId="{9FBACC46-319B-4421-86B7-F535C5B48135}" dt="2023-11-03T06:21:16.894" v="21349" actId="167"/>
          <ac:picMkLst>
            <pc:docMk/>
            <pc:sldMk cId="3429522601" sldId="1372"/>
            <ac:picMk id="10" creationId="{0435EBE9-8B8D-EDC0-AF22-DD57BC694C3D}"/>
          </ac:picMkLst>
        </pc:picChg>
        <pc:cxnChg chg="add mod">
          <ac:chgData name="정지윤" userId="02c42eeb-3573-4fe0-87af-c4a597b73e9f" providerId="ADAL" clId="{9FBACC46-319B-4421-86B7-F535C5B48135}" dt="2023-11-03T06:21:29.384" v="21354" actId="1076"/>
          <ac:cxnSpMkLst>
            <pc:docMk/>
            <pc:sldMk cId="3429522601" sldId="1372"/>
            <ac:cxnSpMk id="12" creationId="{31494BA4-68E5-4485-7D10-281733BD29F0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6:27:17.803" v="21880" actId="20577"/>
        <pc:sldMkLst>
          <pc:docMk/>
          <pc:sldMk cId="710769897" sldId="1373"/>
        </pc:sldMkLst>
        <pc:spChg chg="mod">
          <ac:chgData name="정지윤" userId="02c42eeb-3573-4fe0-87af-c4a597b73e9f" providerId="ADAL" clId="{9FBACC46-319B-4421-86B7-F535C5B48135}" dt="2023-11-03T06:27:17.803" v="21880" actId="20577"/>
          <ac:spMkLst>
            <pc:docMk/>
            <pc:sldMk cId="710769897" sldId="1373"/>
            <ac:spMk id="7" creationId="{0C81DD60-D84B-4D3C-8F3E-7D0E22E11300}"/>
          </ac:spMkLst>
        </pc:spChg>
        <pc:spChg chg="mod ord">
          <ac:chgData name="정지윤" userId="02c42eeb-3573-4fe0-87af-c4a597b73e9f" providerId="ADAL" clId="{9FBACC46-319B-4421-86B7-F535C5B48135}" dt="2023-11-03T06:26:10.963" v="21666" actId="14100"/>
          <ac:spMkLst>
            <pc:docMk/>
            <pc:sldMk cId="710769897" sldId="1373"/>
            <ac:spMk id="11" creationId="{201DF855-619D-5A2E-EFC8-6C45A76FA7D2}"/>
          </ac:spMkLst>
        </pc:spChg>
        <pc:spChg chg="add mod">
          <ac:chgData name="정지윤" userId="02c42eeb-3573-4fe0-87af-c4a597b73e9f" providerId="ADAL" clId="{9FBACC46-319B-4421-86B7-F535C5B48135}" dt="2023-11-03T06:26:28.033" v="21671" actId="14100"/>
          <ac:spMkLst>
            <pc:docMk/>
            <pc:sldMk cId="710769897" sldId="1373"/>
            <ac:spMk id="15" creationId="{09742E59-EBD0-10C8-A7F7-7C44DBE871C6}"/>
          </ac:spMkLst>
        </pc:spChg>
        <pc:graphicFrameChg chg="mod modGraphic">
          <ac:chgData name="정지윤" userId="02c42eeb-3573-4fe0-87af-c4a597b73e9f" providerId="ADAL" clId="{9FBACC46-319B-4421-86B7-F535C5B48135}" dt="2023-11-03T06:24:46.401" v="21643"/>
          <ac:graphicFrameMkLst>
            <pc:docMk/>
            <pc:sldMk cId="710769897" sldId="1373"/>
            <ac:graphicFrameMk id="3" creationId="{EB5E6BEF-7528-22F3-81D3-C88DBE43847E}"/>
          </ac:graphicFrameMkLst>
        </pc:graphicFrameChg>
        <pc:picChg chg="add mod modCrop">
          <ac:chgData name="정지윤" userId="02c42eeb-3573-4fe0-87af-c4a597b73e9f" providerId="ADAL" clId="{9FBACC46-319B-4421-86B7-F535C5B48135}" dt="2023-11-03T06:25:47.848" v="21657" actId="1076"/>
          <ac:picMkLst>
            <pc:docMk/>
            <pc:sldMk cId="710769897" sldId="1373"/>
            <ac:picMk id="6" creationId="{FDF15212-914E-0FA1-638F-46ECBBF08FE0}"/>
          </ac:picMkLst>
        </pc:picChg>
        <pc:picChg chg="add mod modCrop">
          <ac:chgData name="정지윤" userId="02c42eeb-3573-4fe0-87af-c4a597b73e9f" providerId="ADAL" clId="{9FBACC46-319B-4421-86B7-F535C5B48135}" dt="2023-11-03T06:26:04.502" v="21663" actId="1076"/>
          <ac:picMkLst>
            <pc:docMk/>
            <pc:sldMk cId="710769897" sldId="1373"/>
            <ac:picMk id="9" creationId="{79C1B622-8BE4-C6A5-BB8B-B3B1D12708D8}"/>
          </ac:picMkLst>
        </pc:picChg>
        <pc:picChg chg="del">
          <ac:chgData name="정지윤" userId="02c42eeb-3573-4fe0-87af-c4a597b73e9f" providerId="ADAL" clId="{9FBACC46-319B-4421-86B7-F535C5B48135}" dt="2023-11-03T06:25:33.421" v="21652" actId="478"/>
          <ac:picMkLst>
            <pc:docMk/>
            <pc:sldMk cId="710769897" sldId="1373"/>
            <ac:picMk id="10" creationId="{0435EBE9-8B8D-EDC0-AF22-DD57BC694C3D}"/>
          </ac:picMkLst>
        </pc:picChg>
        <pc:cxnChg chg="del mod">
          <ac:chgData name="정지윤" userId="02c42eeb-3573-4fe0-87af-c4a597b73e9f" providerId="ADAL" clId="{9FBACC46-319B-4421-86B7-F535C5B48135}" dt="2023-11-03T06:26:29.826" v="21672" actId="478"/>
          <ac:cxnSpMkLst>
            <pc:docMk/>
            <pc:sldMk cId="710769897" sldId="1373"/>
            <ac:cxnSpMk id="12" creationId="{31494BA4-68E5-4485-7D10-281733BD29F0}"/>
          </ac:cxnSpMkLst>
        </pc:cxnChg>
        <pc:cxnChg chg="add">
          <ac:chgData name="정지윤" userId="02c42eeb-3573-4fe0-87af-c4a597b73e9f" providerId="ADAL" clId="{9FBACC46-319B-4421-86B7-F535C5B48135}" dt="2023-11-03T06:26:16.490" v="21667" actId="11529"/>
          <ac:cxnSpMkLst>
            <pc:docMk/>
            <pc:sldMk cId="710769897" sldId="1373"/>
            <ac:cxnSpMk id="14" creationId="{8AAD8A55-80B3-C675-C5D7-B2EF06261E2A}"/>
          </ac:cxnSpMkLst>
        </pc:cxnChg>
      </pc:sldChg>
      <pc:sldChg chg="addSp delSp modSp add mod ord">
        <pc:chgData name="정지윤" userId="02c42eeb-3573-4fe0-87af-c4a597b73e9f" providerId="ADAL" clId="{9FBACC46-319B-4421-86B7-F535C5B48135}" dt="2023-11-03T06:29:00.808" v="22173" actId="20577"/>
        <pc:sldMkLst>
          <pc:docMk/>
          <pc:sldMk cId="798792174" sldId="1374"/>
        </pc:sldMkLst>
        <pc:spChg chg="mod">
          <ac:chgData name="정지윤" userId="02c42eeb-3573-4fe0-87af-c4a597b73e9f" providerId="ADAL" clId="{9FBACC46-319B-4421-86B7-F535C5B48135}" dt="2023-11-03T06:29:00.808" v="22173" actId="20577"/>
          <ac:spMkLst>
            <pc:docMk/>
            <pc:sldMk cId="798792174" sldId="1374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3T06:28:15.909" v="21899" actId="478"/>
          <ac:spMkLst>
            <pc:docMk/>
            <pc:sldMk cId="798792174" sldId="1374"/>
            <ac:spMk id="11" creationId="{201DF855-619D-5A2E-EFC8-6C45A76FA7D2}"/>
          </ac:spMkLst>
        </pc:spChg>
        <pc:spChg chg="del">
          <ac:chgData name="정지윤" userId="02c42eeb-3573-4fe0-87af-c4a597b73e9f" providerId="ADAL" clId="{9FBACC46-319B-4421-86B7-F535C5B48135}" dt="2023-11-03T06:28:15.909" v="21899" actId="478"/>
          <ac:spMkLst>
            <pc:docMk/>
            <pc:sldMk cId="798792174" sldId="1374"/>
            <ac:spMk id="15" creationId="{09742E59-EBD0-10C8-A7F7-7C44DBE871C6}"/>
          </ac:spMkLst>
        </pc:spChg>
        <pc:picChg chg="del">
          <ac:chgData name="정지윤" userId="02c42eeb-3573-4fe0-87af-c4a597b73e9f" providerId="ADAL" clId="{9FBACC46-319B-4421-86B7-F535C5B48135}" dt="2023-11-03T06:28:09.881" v="21897" actId="478"/>
          <ac:picMkLst>
            <pc:docMk/>
            <pc:sldMk cId="798792174" sldId="1374"/>
            <ac:picMk id="6" creationId="{FDF15212-914E-0FA1-638F-46ECBBF08FE0}"/>
          </ac:picMkLst>
        </pc:picChg>
        <pc:picChg chg="add mod ord modCrop">
          <ac:chgData name="정지윤" userId="02c42eeb-3573-4fe0-87af-c4a597b73e9f" providerId="ADAL" clId="{9FBACC46-319B-4421-86B7-F535C5B48135}" dt="2023-11-03T06:28:11.925" v="21898" actId="167"/>
          <ac:picMkLst>
            <pc:docMk/>
            <pc:sldMk cId="798792174" sldId="1374"/>
            <ac:picMk id="8" creationId="{117C2C44-5673-623D-780C-B2CDD92A953B}"/>
          </ac:picMkLst>
        </pc:picChg>
        <pc:picChg chg="del">
          <ac:chgData name="정지윤" userId="02c42eeb-3573-4fe0-87af-c4a597b73e9f" providerId="ADAL" clId="{9FBACC46-319B-4421-86B7-F535C5B48135}" dt="2023-11-03T06:28:09.881" v="21897" actId="478"/>
          <ac:picMkLst>
            <pc:docMk/>
            <pc:sldMk cId="798792174" sldId="1374"/>
            <ac:picMk id="9" creationId="{79C1B622-8BE4-C6A5-BB8B-B3B1D12708D8}"/>
          </ac:picMkLst>
        </pc:picChg>
        <pc:cxnChg chg="del">
          <ac:chgData name="정지윤" userId="02c42eeb-3573-4fe0-87af-c4a597b73e9f" providerId="ADAL" clId="{9FBACC46-319B-4421-86B7-F535C5B48135}" dt="2023-11-03T06:28:15.909" v="21899" actId="478"/>
          <ac:cxnSpMkLst>
            <pc:docMk/>
            <pc:sldMk cId="798792174" sldId="1374"/>
            <ac:cxnSpMk id="14" creationId="{8AAD8A55-80B3-C675-C5D7-B2EF06261E2A}"/>
          </ac:cxnSpMkLst>
        </pc:cxnChg>
      </pc:sldChg>
      <pc:sldChg chg="addSp modSp add mod">
        <pc:chgData name="정지윤" userId="02c42eeb-3573-4fe0-87af-c4a597b73e9f" providerId="ADAL" clId="{9FBACC46-319B-4421-86B7-F535C5B48135}" dt="2023-11-03T06:32:02.708" v="22457" actId="20577"/>
        <pc:sldMkLst>
          <pc:docMk/>
          <pc:sldMk cId="4192994697" sldId="1375"/>
        </pc:sldMkLst>
        <pc:spChg chg="add mod">
          <ac:chgData name="정지윤" userId="02c42eeb-3573-4fe0-87af-c4a597b73e9f" providerId="ADAL" clId="{9FBACC46-319B-4421-86B7-F535C5B48135}" dt="2023-11-03T06:29:35.242" v="22180" actId="14100"/>
          <ac:spMkLst>
            <pc:docMk/>
            <pc:sldMk cId="4192994697" sldId="1375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6:32:02.708" v="22457" actId="20577"/>
          <ac:spMkLst>
            <pc:docMk/>
            <pc:sldMk cId="4192994697" sldId="1375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3T06:31:09.658" v="22183" actId="6549"/>
          <ac:graphicFrameMkLst>
            <pc:docMk/>
            <pc:sldMk cId="4192994697" sldId="1375"/>
            <ac:graphicFrameMk id="3" creationId="{EB5E6BEF-7528-22F3-81D3-C88DBE43847E}"/>
          </ac:graphicFrameMkLst>
        </pc:graphicFrameChg>
        <pc:picChg chg="mod modCrop">
          <ac:chgData name="정지윤" userId="02c42eeb-3573-4fe0-87af-c4a597b73e9f" providerId="ADAL" clId="{9FBACC46-319B-4421-86B7-F535C5B48135}" dt="2023-11-03T06:29:25.752" v="22177" actId="1076"/>
          <ac:picMkLst>
            <pc:docMk/>
            <pc:sldMk cId="4192994697" sldId="1375"/>
            <ac:picMk id="8" creationId="{117C2C44-5673-623D-780C-B2CDD92A953B}"/>
          </ac:picMkLst>
        </pc:picChg>
        <pc:cxnChg chg="add mod">
          <ac:chgData name="정지윤" userId="02c42eeb-3573-4fe0-87af-c4a597b73e9f" providerId="ADAL" clId="{9FBACC46-319B-4421-86B7-F535C5B48135}" dt="2023-11-03T06:29:42.849" v="22182" actId="1076"/>
          <ac:cxnSpMkLst>
            <pc:docMk/>
            <pc:sldMk cId="4192994697" sldId="1375"/>
            <ac:cxnSpMk id="6" creationId="{A2256C7F-46A8-7CD5-22B4-724BA7BCA4B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6:52:27.261" v="22788" actId="478"/>
        <pc:sldMkLst>
          <pc:docMk/>
          <pc:sldMk cId="2935220789" sldId="1376"/>
        </pc:sldMkLst>
        <pc:spChg chg="mod">
          <ac:chgData name="정지윤" userId="02c42eeb-3573-4fe0-87af-c4a597b73e9f" providerId="ADAL" clId="{9FBACC46-319B-4421-86B7-F535C5B48135}" dt="2023-11-03T06:51:03.458" v="22541" actId="14100"/>
          <ac:spMkLst>
            <pc:docMk/>
            <pc:sldMk cId="2935220789" sldId="1376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6:52:13.562" v="22786" actId="20577"/>
          <ac:spMkLst>
            <pc:docMk/>
            <pc:sldMk cId="2935220789" sldId="1376"/>
            <ac:spMk id="7" creationId="{0C81DD60-D84B-4D3C-8F3E-7D0E22E11300}"/>
          </ac:spMkLst>
        </pc:spChg>
        <pc:spChg chg="add del">
          <ac:chgData name="정지윤" userId="02c42eeb-3573-4fe0-87af-c4a597b73e9f" providerId="ADAL" clId="{9FBACC46-319B-4421-86B7-F535C5B48135}" dt="2023-11-03T06:52:27.261" v="22788" actId="478"/>
          <ac:spMkLst>
            <pc:docMk/>
            <pc:sldMk cId="2935220789" sldId="1376"/>
            <ac:spMk id="14" creationId="{00FB2E51-02E0-0F01-9A6F-3207914DFE0F}"/>
          </ac:spMkLst>
        </pc:spChg>
        <pc:graphicFrameChg chg="mod modGraphic">
          <ac:chgData name="정지윤" userId="02c42eeb-3573-4fe0-87af-c4a597b73e9f" providerId="ADAL" clId="{9FBACC46-319B-4421-86B7-F535C5B48135}" dt="2023-11-03T06:51:34.006" v="22658" actId="20577"/>
          <ac:graphicFrameMkLst>
            <pc:docMk/>
            <pc:sldMk cId="2935220789" sldId="1376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6:50:55.602" v="22527" actId="478"/>
          <ac:picMkLst>
            <pc:docMk/>
            <pc:sldMk cId="2935220789" sldId="1376"/>
            <ac:picMk id="8" creationId="{117C2C44-5673-623D-780C-B2CDD92A953B}"/>
          </ac:picMkLst>
        </pc:picChg>
        <pc:picChg chg="add del mod">
          <ac:chgData name="정지윤" userId="02c42eeb-3573-4fe0-87af-c4a597b73e9f" providerId="ADAL" clId="{9FBACC46-319B-4421-86B7-F535C5B48135}" dt="2023-11-03T06:50:43.896" v="22498" actId="478"/>
          <ac:picMkLst>
            <pc:docMk/>
            <pc:sldMk cId="2935220789" sldId="1376"/>
            <ac:picMk id="10" creationId="{3E651C34-EF73-19A2-8E01-770984DAC4FB}"/>
          </ac:picMkLst>
        </pc:picChg>
        <pc:picChg chg="add mod ord modCrop">
          <ac:chgData name="정지윤" userId="02c42eeb-3573-4fe0-87af-c4a597b73e9f" providerId="ADAL" clId="{9FBACC46-319B-4421-86B7-F535C5B48135}" dt="2023-11-03T06:50:54.376" v="22526" actId="167"/>
          <ac:picMkLst>
            <pc:docMk/>
            <pc:sldMk cId="2935220789" sldId="1376"/>
            <ac:picMk id="12" creationId="{EF595190-456A-9407-272F-6F8A27579DBF}"/>
          </ac:picMkLst>
        </pc:picChg>
        <pc:cxnChg chg="mod">
          <ac:chgData name="정지윤" userId="02c42eeb-3573-4fe0-87af-c4a597b73e9f" providerId="ADAL" clId="{9FBACC46-319B-4421-86B7-F535C5B48135}" dt="2023-11-03T06:51:05.079" v="22542" actId="1076"/>
          <ac:cxnSpMkLst>
            <pc:docMk/>
            <pc:sldMk cId="2935220789" sldId="1376"/>
            <ac:cxnSpMk id="6" creationId="{A2256C7F-46A8-7CD5-22B4-724BA7BCA4B2}"/>
          </ac:cxnSpMkLst>
        </pc:cxnChg>
      </pc:sldChg>
      <pc:sldChg chg="modSp add mod">
        <pc:chgData name="정지윤" userId="02c42eeb-3573-4fe0-87af-c4a597b73e9f" providerId="ADAL" clId="{9FBACC46-319B-4421-86B7-F535C5B48135}" dt="2023-11-03T06:49:53.567" v="22484" actId="20577"/>
        <pc:sldMkLst>
          <pc:docMk/>
          <pc:sldMk cId="2102851252" sldId="1377"/>
        </pc:sldMkLst>
        <pc:spChg chg="mod">
          <ac:chgData name="정지윤" userId="02c42eeb-3573-4fe0-87af-c4a597b73e9f" providerId="ADAL" clId="{9FBACC46-319B-4421-86B7-F535C5B48135}" dt="2023-11-03T06:48:48.911" v="22467" actId="1076"/>
          <ac:spMkLst>
            <pc:docMk/>
            <pc:sldMk cId="2102851252" sldId="1377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6:49:36.884" v="22482" actId="6549"/>
          <ac:spMkLst>
            <pc:docMk/>
            <pc:sldMk cId="2102851252" sldId="1377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3T06:49:53.567" v="22484" actId="20577"/>
          <ac:graphicFrameMkLst>
            <pc:docMk/>
            <pc:sldMk cId="2102851252" sldId="1377"/>
            <ac:graphicFrameMk id="3" creationId="{EB5E6BEF-7528-22F3-81D3-C88DBE43847E}"/>
          </ac:graphicFrameMkLst>
        </pc:graphicFrameChg>
        <pc:cxnChg chg="mod">
          <ac:chgData name="정지윤" userId="02c42eeb-3573-4fe0-87af-c4a597b73e9f" providerId="ADAL" clId="{9FBACC46-319B-4421-86B7-F535C5B48135}" dt="2023-11-03T06:48:50.375" v="22468" actId="1076"/>
          <ac:cxnSpMkLst>
            <pc:docMk/>
            <pc:sldMk cId="2102851252" sldId="1377"/>
            <ac:cxnSpMk id="6" creationId="{A2256C7F-46A8-7CD5-22B4-724BA7BCA4B2}"/>
          </ac:cxnSpMkLst>
        </pc:cxnChg>
      </pc:sldChg>
      <pc:sldChg chg="add del">
        <pc:chgData name="정지윤" userId="02c42eeb-3573-4fe0-87af-c4a597b73e9f" providerId="ADAL" clId="{9FBACC46-319B-4421-86B7-F535C5B48135}" dt="2023-11-03T06:49:57.392" v="22485" actId="47"/>
        <pc:sldMkLst>
          <pc:docMk/>
          <pc:sldMk cId="2268559101" sldId="1378"/>
        </pc:sldMkLst>
      </pc:sldChg>
      <pc:sldChg chg="addSp delSp modSp add mod ord">
        <pc:chgData name="정지윤" userId="02c42eeb-3573-4fe0-87af-c4a597b73e9f" providerId="ADAL" clId="{9FBACC46-319B-4421-86B7-F535C5B48135}" dt="2023-11-03T06:57:03.250" v="22919"/>
        <pc:sldMkLst>
          <pc:docMk/>
          <pc:sldMk cId="2511703297" sldId="1378"/>
        </pc:sldMkLst>
        <pc:spChg chg="mod">
          <ac:chgData name="정지윤" userId="02c42eeb-3573-4fe0-87af-c4a597b73e9f" providerId="ADAL" clId="{9FBACC46-319B-4421-86B7-F535C5B48135}" dt="2023-11-03T06:52:59.423" v="22800" actId="14100"/>
          <ac:spMkLst>
            <pc:docMk/>
            <pc:sldMk cId="2511703297" sldId="1378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6:53:42.918" v="22914" actId="20577"/>
          <ac:spMkLst>
            <pc:docMk/>
            <pc:sldMk cId="2511703297" sldId="1378"/>
            <ac:spMk id="7" creationId="{0C81DD60-D84B-4D3C-8F3E-7D0E22E11300}"/>
          </ac:spMkLst>
        </pc:spChg>
        <pc:graphicFrameChg chg="modGraphic">
          <ac:chgData name="정지윤" userId="02c42eeb-3573-4fe0-87af-c4a597b73e9f" providerId="ADAL" clId="{9FBACC46-319B-4421-86B7-F535C5B48135}" dt="2023-11-03T06:57:01.775" v="22917" actId="20577"/>
          <ac:graphicFrameMkLst>
            <pc:docMk/>
            <pc:sldMk cId="2511703297" sldId="1378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6:52:50.919" v="22797" actId="167"/>
          <ac:picMkLst>
            <pc:docMk/>
            <pc:sldMk cId="2511703297" sldId="1378"/>
            <ac:picMk id="9" creationId="{08B0C181-450D-3640-B54C-A9A28C2D26D7}"/>
          </ac:picMkLst>
        </pc:picChg>
        <pc:picChg chg="del">
          <ac:chgData name="정지윤" userId="02c42eeb-3573-4fe0-87af-c4a597b73e9f" providerId="ADAL" clId="{9FBACC46-319B-4421-86B7-F535C5B48135}" dt="2023-11-03T06:52:52.076" v="22798" actId="478"/>
          <ac:picMkLst>
            <pc:docMk/>
            <pc:sldMk cId="2511703297" sldId="1378"/>
            <ac:picMk id="12" creationId="{EF595190-456A-9407-272F-6F8A27579DBF}"/>
          </ac:picMkLst>
        </pc:picChg>
        <pc:cxnChg chg="mod">
          <ac:chgData name="정지윤" userId="02c42eeb-3573-4fe0-87af-c4a597b73e9f" providerId="ADAL" clId="{9FBACC46-319B-4421-86B7-F535C5B48135}" dt="2023-11-03T06:53:03.816" v="22801" actId="1076"/>
          <ac:cxnSpMkLst>
            <pc:docMk/>
            <pc:sldMk cId="2511703297" sldId="1378"/>
            <ac:cxnSpMk id="6" creationId="{A2256C7F-46A8-7CD5-22B4-724BA7BCA4B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7:00:48.247" v="23293" actId="20577"/>
        <pc:sldMkLst>
          <pc:docMk/>
          <pc:sldMk cId="389842210" sldId="1379"/>
        </pc:sldMkLst>
        <pc:spChg chg="mod">
          <ac:chgData name="정지윤" userId="02c42eeb-3573-4fe0-87af-c4a597b73e9f" providerId="ADAL" clId="{9FBACC46-319B-4421-86B7-F535C5B48135}" dt="2023-11-03T06:58:58.639" v="22961" actId="14100"/>
          <ac:spMkLst>
            <pc:docMk/>
            <pc:sldMk cId="389842210" sldId="1379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7:00:48.247" v="23293" actId="20577"/>
          <ac:spMkLst>
            <pc:docMk/>
            <pc:sldMk cId="389842210" sldId="1379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3T06:59:33.592" v="22965" actId="20577"/>
          <ac:graphicFrameMkLst>
            <pc:docMk/>
            <pc:sldMk cId="389842210" sldId="1379"/>
            <ac:graphicFrameMk id="3" creationId="{EB5E6BEF-7528-22F3-81D3-C88DBE43847E}"/>
          </ac:graphicFrameMkLst>
        </pc:graphicFrameChg>
        <pc:picChg chg="del">
          <ac:chgData name="정지윤" userId="02c42eeb-3573-4fe0-87af-c4a597b73e9f" providerId="ADAL" clId="{9FBACC46-319B-4421-86B7-F535C5B48135}" dt="2023-11-03T06:58:45.781" v="22958" actId="478"/>
          <ac:picMkLst>
            <pc:docMk/>
            <pc:sldMk cId="389842210" sldId="1379"/>
            <ac:picMk id="9" creationId="{08B0C181-450D-3640-B54C-A9A28C2D26D7}"/>
          </ac:picMkLst>
        </pc:picChg>
        <pc:picChg chg="add mod ord modCrop">
          <ac:chgData name="정지윤" userId="02c42eeb-3573-4fe0-87af-c4a597b73e9f" providerId="ADAL" clId="{9FBACC46-319B-4421-86B7-F535C5B48135}" dt="2023-11-03T06:58:44.550" v="22957" actId="167"/>
          <ac:picMkLst>
            <pc:docMk/>
            <pc:sldMk cId="389842210" sldId="1379"/>
            <ac:picMk id="10" creationId="{53C59209-5CD7-5189-62DE-B719FB8693F5}"/>
          </ac:picMkLst>
        </pc:picChg>
        <pc:cxnChg chg="mod">
          <ac:chgData name="정지윤" userId="02c42eeb-3573-4fe0-87af-c4a597b73e9f" providerId="ADAL" clId="{9FBACC46-319B-4421-86B7-F535C5B48135}" dt="2023-11-03T06:59:03.750" v="22963" actId="1076"/>
          <ac:cxnSpMkLst>
            <pc:docMk/>
            <pc:sldMk cId="389842210" sldId="1379"/>
            <ac:cxnSpMk id="6" creationId="{A2256C7F-46A8-7CD5-22B4-724BA7BCA4B2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7:03:36.863" v="23512"/>
        <pc:sldMkLst>
          <pc:docMk/>
          <pc:sldMk cId="1127171238" sldId="1380"/>
        </pc:sldMkLst>
        <pc:spChg chg="mod">
          <ac:chgData name="정지윤" userId="02c42eeb-3573-4fe0-87af-c4a597b73e9f" providerId="ADAL" clId="{9FBACC46-319B-4421-86B7-F535C5B48135}" dt="2023-11-03T07:01:30.599" v="23310" actId="14100"/>
          <ac:spMkLst>
            <pc:docMk/>
            <pc:sldMk cId="1127171238" sldId="1380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7:03:04.405" v="23453" actId="20577"/>
          <ac:spMkLst>
            <pc:docMk/>
            <pc:sldMk cId="1127171238" sldId="1380"/>
            <ac:spMk id="7" creationId="{0C81DD60-D84B-4D3C-8F3E-7D0E22E11300}"/>
          </ac:spMkLst>
        </pc:spChg>
        <pc:graphicFrameChg chg="mod modGraphic">
          <ac:chgData name="정지윤" userId="02c42eeb-3573-4fe0-87af-c4a597b73e9f" providerId="ADAL" clId="{9FBACC46-319B-4421-86B7-F535C5B48135}" dt="2023-11-03T07:03:36.863" v="23512"/>
          <ac:graphicFrameMkLst>
            <pc:docMk/>
            <pc:sldMk cId="1127171238" sldId="1380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7:01:26.847" v="23308" actId="1076"/>
          <ac:picMkLst>
            <pc:docMk/>
            <pc:sldMk cId="1127171238" sldId="1380"/>
            <ac:picMk id="9" creationId="{3585372D-AC14-C395-C2C9-E735798D37A7}"/>
          </ac:picMkLst>
        </pc:picChg>
        <pc:picChg chg="del mod">
          <ac:chgData name="정지윤" userId="02c42eeb-3573-4fe0-87af-c4a597b73e9f" providerId="ADAL" clId="{9FBACC46-319B-4421-86B7-F535C5B48135}" dt="2023-11-03T07:01:18.459" v="23305" actId="478"/>
          <ac:picMkLst>
            <pc:docMk/>
            <pc:sldMk cId="1127171238" sldId="1380"/>
            <ac:picMk id="10" creationId="{53C59209-5CD7-5189-62DE-B719FB8693F5}"/>
          </ac:picMkLst>
        </pc:picChg>
        <pc:cxnChg chg="mod">
          <ac:chgData name="정지윤" userId="02c42eeb-3573-4fe0-87af-c4a597b73e9f" providerId="ADAL" clId="{9FBACC46-319B-4421-86B7-F535C5B48135}" dt="2023-11-03T07:01:32.239" v="23311" actId="1076"/>
          <ac:cxnSpMkLst>
            <pc:docMk/>
            <pc:sldMk cId="1127171238" sldId="1380"/>
            <ac:cxnSpMk id="6" creationId="{A2256C7F-46A8-7CD5-22B4-724BA7BCA4B2}"/>
          </ac:cxnSpMkLst>
        </pc:cxnChg>
      </pc:sldChg>
      <pc:sldChg chg="add del">
        <pc:chgData name="정지윤" userId="02c42eeb-3573-4fe0-87af-c4a597b73e9f" providerId="ADAL" clId="{9FBACC46-319B-4421-86B7-F535C5B48135}" dt="2023-11-03T06:57:33.059" v="22945" actId="47"/>
        <pc:sldMkLst>
          <pc:docMk/>
          <pc:sldMk cId="4002470574" sldId="1380"/>
        </pc:sldMkLst>
      </pc:sldChg>
      <pc:sldChg chg="addSp delSp modSp add mod">
        <pc:chgData name="정지윤" userId="02c42eeb-3573-4fe0-87af-c4a597b73e9f" providerId="ADAL" clId="{9FBACC46-319B-4421-86B7-F535C5B48135}" dt="2023-11-03T07:09:51.663" v="23554" actId="14100"/>
        <pc:sldMkLst>
          <pc:docMk/>
          <pc:sldMk cId="249271227" sldId="1381"/>
        </pc:sldMkLst>
        <pc:spChg chg="del">
          <ac:chgData name="정지윤" userId="02c42eeb-3573-4fe0-87af-c4a597b73e9f" providerId="ADAL" clId="{9FBACC46-319B-4421-86B7-F535C5B48135}" dt="2023-11-03T07:09:05.917" v="23536" actId="478"/>
          <ac:spMkLst>
            <pc:docMk/>
            <pc:sldMk cId="249271227" sldId="1381"/>
            <ac:spMk id="5" creationId="{AE66E49A-EAE1-957D-F0EE-E092D39CDB9C}"/>
          </ac:spMkLst>
        </pc:spChg>
        <pc:spChg chg="mod">
          <ac:chgData name="정지윤" userId="02c42eeb-3573-4fe0-87af-c4a597b73e9f" providerId="ADAL" clId="{9FBACC46-319B-4421-86B7-F535C5B48135}" dt="2023-11-03T07:06:35.773" v="23527"/>
          <ac:spMkLst>
            <pc:docMk/>
            <pc:sldMk cId="249271227" sldId="1381"/>
            <ac:spMk id="7" creationId="{0C81DD60-D84B-4D3C-8F3E-7D0E22E11300}"/>
          </ac:spMkLst>
        </pc:spChg>
        <pc:spChg chg="add mod">
          <ac:chgData name="정지윤" userId="02c42eeb-3573-4fe0-87af-c4a597b73e9f" providerId="ADAL" clId="{9FBACC46-319B-4421-86B7-F535C5B48135}" dt="2023-11-03T07:09:34.171" v="23549" actId="14100"/>
          <ac:spMkLst>
            <pc:docMk/>
            <pc:sldMk cId="249271227" sldId="1381"/>
            <ac:spMk id="13" creationId="{8A7D805B-0D5C-0097-57ED-63E3A26A18D6}"/>
          </ac:spMkLst>
        </pc:spChg>
        <pc:spChg chg="add mod">
          <ac:chgData name="정지윤" userId="02c42eeb-3573-4fe0-87af-c4a597b73e9f" providerId="ADAL" clId="{9FBACC46-319B-4421-86B7-F535C5B48135}" dt="2023-11-03T07:09:51.663" v="23554" actId="14100"/>
          <ac:spMkLst>
            <pc:docMk/>
            <pc:sldMk cId="249271227" sldId="1381"/>
            <ac:spMk id="16" creationId="{FCA44AB6-1C65-05AF-F887-A2D3C63DFCBE}"/>
          </ac:spMkLst>
        </pc:spChg>
        <pc:graphicFrameChg chg="mod modGraphic">
          <ac:chgData name="정지윤" userId="02c42eeb-3573-4fe0-87af-c4a597b73e9f" providerId="ADAL" clId="{9FBACC46-319B-4421-86B7-F535C5B48135}" dt="2023-11-03T07:03:48.431" v="23523"/>
          <ac:graphicFrameMkLst>
            <pc:docMk/>
            <pc:sldMk cId="249271227" sldId="1381"/>
            <ac:graphicFrameMk id="3" creationId="{EB5E6BEF-7528-22F3-81D3-C88DBE43847E}"/>
          </ac:graphicFrameMkLst>
        </pc:graphicFrameChg>
        <pc:picChg chg="del mod">
          <ac:chgData name="정지윤" userId="02c42eeb-3573-4fe0-87af-c4a597b73e9f" providerId="ADAL" clId="{9FBACC46-319B-4421-86B7-F535C5B48135}" dt="2023-11-03T07:09:03.850" v="23535" actId="478"/>
          <ac:picMkLst>
            <pc:docMk/>
            <pc:sldMk cId="249271227" sldId="1381"/>
            <ac:picMk id="9" creationId="{3585372D-AC14-C395-C2C9-E735798D37A7}"/>
          </ac:picMkLst>
        </pc:picChg>
        <pc:picChg chg="add mod modCrop">
          <ac:chgData name="정지윤" userId="02c42eeb-3573-4fe0-87af-c4a597b73e9f" providerId="ADAL" clId="{9FBACC46-319B-4421-86B7-F535C5B48135}" dt="2023-11-03T07:09:09.831" v="23539" actId="962"/>
          <ac:picMkLst>
            <pc:docMk/>
            <pc:sldMk cId="249271227" sldId="1381"/>
            <ac:picMk id="10" creationId="{88B1ABFC-A404-6432-C165-F98E34146B73}"/>
          </ac:picMkLst>
        </pc:picChg>
        <pc:picChg chg="add mod modCrop">
          <ac:chgData name="정지윤" userId="02c42eeb-3573-4fe0-87af-c4a597b73e9f" providerId="ADAL" clId="{9FBACC46-319B-4421-86B7-F535C5B48135}" dt="2023-11-03T07:09:22.607" v="23545" actId="1076"/>
          <ac:picMkLst>
            <pc:docMk/>
            <pc:sldMk cId="249271227" sldId="1381"/>
            <ac:picMk id="12" creationId="{9AB5F154-52F2-981A-B9C9-C07D9218407D}"/>
          </ac:picMkLst>
        </pc:picChg>
        <pc:cxnChg chg="del">
          <ac:chgData name="정지윤" userId="02c42eeb-3573-4fe0-87af-c4a597b73e9f" providerId="ADAL" clId="{9FBACC46-319B-4421-86B7-F535C5B48135}" dt="2023-11-03T07:09:05.917" v="23536" actId="478"/>
          <ac:cxnSpMkLst>
            <pc:docMk/>
            <pc:sldMk cId="249271227" sldId="1381"/>
            <ac:cxnSpMk id="6" creationId="{A2256C7F-46A8-7CD5-22B4-724BA7BCA4B2}"/>
          </ac:cxnSpMkLst>
        </pc:cxnChg>
        <pc:cxnChg chg="add">
          <ac:chgData name="정지윤" userId="02c42eeb-3573-4fe0-87af-c4a597b73e9f" providerId="ADAL" clId="{9FBACC46-319B-4421-86B7-F535C5B48135}" dt="2023-11-03T07:09:40.708" v="23550" actId="11529"/>
          <ac:cxnSpMkLst>
            <pc:docMk/>
            <pc:sldMk cId="249271227" sldId="1381"/>
            <ac:cxnSpMk id="15" creationId="{D5EBB0E9-A520-5815-C913-70019C46015C}"/>
          </ac:cxnSpMkLst>
        </pc:cxnChg>
      </pc:sldChg>
      <pc:sldChg chg="addSp delSp modSp add mod">
        <pc:chgData name="정지윤" userId="02c42eeb-3573-4fe0-87af-c4a597b73e9f" providerId="ADAL" clId="{9FBACC46-319B-4421-86B7-F535C5B48135}" dt="2023-11-03T07:18:31.872" v="23800" actId="20577"/>
        <pc:sldMkLst>
          <pc:docMk/>
          <pc:sldMk cId="4287194935" sldId="1382"/>
        </pc:sldMkLst>
        <pc:spChg chg="mod">
          <ac:chgData name="정지윤" userId="02c42eeb-3573-4fe0-87af-c4a597b73e9f" providerId="ADAL" clId="{9FBACC46-319B-4421-86B7-F535C5B48135}" dt="2023-11-03T07:16:14.364" v="23798" actId="20577"/>
          <ac:spMkLst>
            <pc:docMk/>
            <pc:sldMk cId="4287194935" sldId="1382"/>
            <ac:spMk id="7" creationId="{0C81DD60-D84B-4D3C-8F3E-7D0E22E11300}"/>
          </ac:spMkLst>
        </pc:spChg>
        <pc:spChg chg="del">
          <ac:chgData name="정지윤" userId="02c42eeb-3573-4fe0-87af-c4a597b73e9f" providerId="ADAL" clId="{9FBACC46-319B-4421-86B7-F535C5B48135}" dt="2023-11-03T07:15:16.538" v="23569" actId="478"/>
          <ac:spMkLst>
            <pc:docMk/>
            <pc:sldMk cId="4287194935" sldId="1382"/>
            <ac:spMk id="13" creationId="{8A7D805B-0D5C-0097-57ED-63E3A26A18D6}"/>
          </ac:spMkLst>
        </pc:spChg>
        <pc:spChg chg="mod">
          <ac:chgData name="정지윤" userId="02c42eeb-3573-4fe0-87af-c4a597b73e9f" providerId="ADAL" clId="{9FBACC46-319B-4421-86B7-F535C5B48135}" dt="2023-11-03T07:15:23.056" v="23572" actId="14100"/>
          <ac:spMkLst>
            <pc:docMk/>
            <pc:sldMk cId="4287194935" sldId="1382"/>
            <ac:spMk id="16" creationId="{FCA44AB6-1C65-05AF-F887-A2D3C63DFCBE}"/>
          </ac:spMkLst>
        </pc:spChg>
        <pc:graphicFrameChg chg="modGraphic">
          <ac:chgData name="정지윤" userId="02c42eeb-3573-4fe0-87af-c4a597b73e9f" providerId="ADAL" clId="{9FBACC46-319B-4421-86B7-F535C5B48135}" dt="2023-11-03T07:18:31.872" v="23800" actId="20577"/>
          <ac:graphicFrameMkLst>
            <pc:docMk/>
            <pc:sldMk cId="4287194935" sldId="1382"/>
            <ac:graphicFrameMk id="3" creationId="{EB5E6BEF-7528-22F3-81D3-C88DBE43847E}"/>
          </ac:graphicFrameMkLst>
        </pc:graphicFrameChg>
        <pc:picChg chg="add mod ord modCrop">
          <ac:chgData name="정지윤" userId="02c42eeb-3573-4fe0-87af-c4a597b73e9f" providerId="ADAL" clId="{9FBACC46-319B-4421-86B7-F535C5B48135}" dt="2023-11-03T07:15:18.475" v="23570" actId="167"/>
          <ac:picMkLst>
            <pc:docMk/>
            <pc:sldMk cId="4287194935" sldId="1382"/>
            <ac:picMk id="6" creationId="{EA6697DA-23F4-A57F-52ED-AC116B428CD5}"/>
          </ac:picMkLst>
        </pc:picChg>
        <pc:picChg chg="del">
          <ac:chgData name="정지윤" userId="02c42eeb-3573-4fe0-87af-c4a597b73e9f" providerId="ADAL" clId="{9FBACC46-319B-4421-86B7-F535C5B48135}" dt="2023-11-03T07:15:14.925" v="23568" actId="478"/>
          <ac:picMkLst>
            <pc:docMk/>
            <pc:sldMk cId="4287194935" sldId="1382"/>
            <ac:picMk id="10" creationId="{88B1ABFC-A404-6432-C165-F98E34146B73}"/>
          </ac:picMkLst>
        </pc:picChg>
        <pc:picChg chg="del">
          <ac:chgData name="정지윤" userId="02c42eeb-3573-4fe0-87af-c4a597b73e9f" providerId="ADAL" clId="{9FBACC46-319B-4421-86B7-F535C5B48135}" dt="2023-11-03T07:15:14.925" v="23568" actId="478"/>
          <ac:picMkLst>
            <pc:docMk/>
            <pc:sldMk cId="4287194935" sldId="1382"/>
            <ac:picMk id="12" creationId="{9AB5F154-52F2-981A-B9C9-C07D9218407D}"/>
          </ac:picMkLst>
        </pc:picChg>
        <pc:cxnChg chg="mod">
          <ac:chgData name="정지윤" userId="02c42eeb-3573-4fe0-87af-c4a597b73e9f" providerId="ADAL" clId="{9FBACC46-319B-4421-86B7-F535C5B48135}" dt="2023-11-03T07:15:31.686" v="23575" actId="1076"/>
          <ac:cxnSpMkLst>
            <pc:docMk/>
            <pc:sldMk cId="4287194935" sldId="1382"/>
            <ac:cxnSpMk id="15" creationId="{D5EBB0E9-A520-5815-C913-70019C46015C}"/>
          </ac:cxnSpMkLst>
        </pc:cxnChg>
      </pc:sldChg>
    </pc:docChg>
  </pc:docChgLst>
  <pc:docChgLst>
    <pc:chgData name="김명호" userId="e0d603aa-548e-418b-a070-918475337925" providerId="ADAL" clId="{BE5C7965-EB4F-496A-A172-FF5B06934F2A}"/>
    <pc:docChg chg="modSld">
      <pc:chgData name="김명호" userId="e0d603aa-548e-418b-a070-918475337925" providerId="ADAL" clId="{BE5C7965-EB4F-496A-A172-FF5B06934F2A}" dt="2024-02-15T08:08:28.301" v="7"/>
      <pc:docMkLst>
        <pc:docMk/>
      </pc:docMkLst>
      <pc:sldChg chg="modSp mod">
        <pc:chgData name="김명호" userId="e0d603aa-548e-418b-a070-918475337925" providerId="ADAL" clId="{BE5C7965-EB4F-496A-A172-FF5B06934F2A}" dt="2024-02-15T08:08:28.301" v="7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BE5C7965-EB4F-496A-A172-FF5B06934F2A}" dt="2024-02-15T08:08:28.301" v="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</pc:docChg>
  </pc:docChgLst>
  <pc:docChgLst>
    <pc:chgData name="김명호" userId="e0d603aa-548e-418b-a070-918475337925" providerId="ADAL" clId="{3943B633-0770-4125-97F0-20335D698BD2}"/>
    <pc:docChg chg="undo custSel addSld delSld modSld addSection modSection">
      <pc:chgData name="김명호" userId="e0d603aa-548e-418b-a070-918475337925" providerId="ADAL" clId="{3943B633-0770-4125-97F0-20335D698BD2}" dt="2023-11-27T08:01:53.437" v="9294"/>
      <pc:docMkLst>
        <pc:docMk/>
      </pc:docMkLst>
      <pc:sldChg chg="modSp mod">
        <pc:chgData name="김명호" userId="e0d603aa-548e-418b-a070-918475337925" providerId="ADAL" clId="{3943B633-0770-4125-97F0-20335D698BD2}" dt="2023-11-27T04:24:34.430" v="1" actId="20577"/>
        <pc:sldMkLst>
          <pc:docMk/>
          <pc:sldMk cId="663090028" sldId="259"/>
        </pc:sldMkLst>
        <pc:spChg chg="mod">
          <ac:chgData name="김명호" userId="e0d603aa-548e-418b-a070-918475337925" providerId="ADAL" clId="{3943B633-0770-4125-97F0-20335D698BD2}" dt="2023-11-27T04:24:34.430" v="1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김명호" userId="e0d603aa-548e-418b-a070-918475337925" providerId="ADAL" clId="{3943B633-0770-4125-97F0-20335D698BD2}" dt="2023-11-27T04:24:49.836" v="13" actId="20577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3943B633-0770-4125-97F0-20335D698BD2}" dt="2023-11-27T04:24:49.836" v="13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addSp delSp modSp add mod">
        <pc:chgData name="김명호" userId="e0d603aa-548e-418b-a070-918475337925" providerId="ADAL" clId="{3943B633-0770-4125-97F0-20335D698BD2}" dt="2023-11-27T07:51:12.946" v="9083" actId="208"/>
        <pc:sldMkLst>
          <pc:docMk/>
          <pc:sldMk cId="692207247" sldId="1277"/>
        </pc:sldMkLst>
        <pc:spChg chg="mod">
          <ac:chgData name="김명호" userId="e0d603aa-548e-418b-a070-918475337925" providerId="ADAL" clId="{3943B633-0770-4125-97F0-20335D698BD2}" dt="2023-11-27T04:35:02.374" v="212" actId="20577"/>
          <ac:spMkLst>
            <pc:docMk/>
            <pc:sldMk cId="692207247" sldId="1277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4:39:00.061" v="216" actId="1035"/>
          <ac:spMkLst>
            <pc:docMk/>
            <pc:sldMk cId="692207247" sldId="1277"/>
            <ac:spMk id="8" creationId="{DCAEEC8D-3EE6-8F89-8C11-EE7EE3E91955}"/>
          </ac:spMkLst>
        </pc:spChg>
        <pc:spChg chg="add mod">
          <ac:chgData name="김명호" userId="e0d603aa-548e-418b-a070-918475337925" providerId="ADAL" clId="{3943B633-0770-4125-97F0-20335D698BD2}" dt="2023-11-27T07:51:12.946" v="9083" actId="208"/>
          <ac:spMkLst>
            <pc:docMk/>
            <pc:sldMk cId="692207247" sldId="1277"/>
            <ac:spMk id="9" creationId="{B9977EEF-D6D2-8F7D-2F67-5247E7059FA3}"/>
          </ac:spMkLst>
        </pc:spChg>
        <pc:spChg chg="mod">
          <ac:chgData name="김명호" userId="e0d603aa-548e-418b-a070-918475337925" providerId="ADAL" clId="{3943B633-0770-4125-97F0-20335D698BD2}" dt="2023-11-27T04:33:14.993" v="71" actId="20577"/>
          <ac:spMkLst>
            <pc:docMk/>
            <pc:sldMk cId="692207247" sldId="1277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3943B633-0770-4125-97F0-20335D698BD2}" dt="2023-11-27T04:33:52.497" v="77" actId="20577"/>
          <ac:graphicFrameMkLst>
            <pc:docMk/>
            <pc:sldMk cId="692207247" sldId="1277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3943B633-0770-4125-97F0-20335D698BD2}" dt="2023-11-27T04:39:00.061" v="216" actId="1035"/>
          <ac:picMkLst>
            <pc:docMk/>
            <pc:sldMk cId="692207247" sldId="1277"/>
            <ac:picMk id="5" creationId="{310E40DD-31B3-86CE-1852-18C28D395C3D}"/>
          </ac:picMkLst>
        </pc:picChg>
        <pc:picChg chg="add mod">
          <ac:chgData name="김명호" userId="e0d603aa-548e-418b-a070-918475337925" providerId="ADAL" clId="{3943B633-0770-4125-97F0-20335D698BD2}" dt="2023-11-27T07:51:04.538" v="9080" actId="1076"/>
          <ac:picMkLst>
            <pc:docMk/>
            <pc:sldMk cId="692207247" sldId="1277"/>
            <ac:picMk id="6" creationId="{4449476A-3126-915A-1AE3-E50C4EB6CF9B}"/>
          </ac:picMkLst>
        </pc:picChg>
        <pc:picChg chg="del">
          <ac:chgData name="김명호" userId="e0d603aa-548e-418b-a070-918475337925" providerId="ADAL" clId="{3943B633-0770-4125-97F0-20335D698BD2}" dt="2023-11-27T04:34:11.313" v="78" actId="478"/>
          <ac:picMkLst>
            <pc:docMk/>
            <pc:sldMk cId="692207247" sldId="1277"/>
            <ac:picMk id="11" creationId="{3532F953-0528-35CF-57B3-1BBDD13C18DF}"/>
          </ac:picMkLst>
        </pc:picChg>
        <pc:cxnChg chg="mod">
          <ac:chgData name="김명호" userId="e0d603aa-548e-418b-a070-918475337925" providerId="ADAL" clId="{3943B633-0770-4125-97F0-20335D698BD2}" dt="2023-11-27T04:39:00.061" v="216" actId="1035"/>
          <ac:cxnSpMkLst>
            <pc:docMk/>
            <pc:sldMk cId="692207247" sldId="1277"/>
            <ac:cxnSpMk id="10" creationId="{7B864172-D2D9-6D7A-4972-0B4BFFC4645E}"/>
          </ac:cxnSpMkLst>
        </pc:cxnChg>
        <pc:cxnChg chg="add del mod">
          <ac:chgData name="김명호" userId="e0d603aa-548e-418b-a070-918475337925" providerId="ADAL" clId="{3943B633-0770-4125-97F0-20335D698BD2}" dt="2023-11-27T07:51:02.150" v="9078" actId="478"/>
          <ac:cxnSpMkLst>
            <pc:docMk/>
            <pc:sldMk cId="692207247" sldId="1277"/>
            <ac:cxnSpMk id="12" creationId="{22C3E403-B422-2921-577D-294DF6AEFE8D}"/>
          </ac:cxnSpMkLst>
        </pc:cxnChg>
      </pc:sldChg>
      <pc:sldChg chg="add del">
        <pc:chgData name="김명호" userId="e0d603aa-548e-418b-a070-918475337925" providerId="ADAL" clId="{3943B633-0770-4125-97F0-20335D698BD2}" dt="2023-11-27T04:39:07.337" v="218"/>
        <pc:sldMkLst>
          <pc:docMk/>
          <pc:sldMk cId="2484644088" sldId="1278"/>
        </pc:sldMkLst>
      </pc:sldChg>
      <pc:sldChg chg="modSp add mod">
        <pc:chgData name="김명호" userId="e0d603aa-548e-418b-a070-918475337925" providerId="ADAL" clId="{3943B633-0770-4125-97F0-20335D698BD2}" dt="2023-11-27T07:54:33.117" v="9090" actId="20577"/>
        <pc:sldMkLst>
          <pc:docMk/>
          <pc:sldMk cId="2735773479" sldId="1278"/>
        </pc:sldMkLst>
        <pc:spChg chg="mod">
          <ac:chgData name="김명호" userId="e0d603aa-548e-418b-a070-918475337925" providerId="ADAL" clId="{3943B633-0770-4125-97F0-20335D698BD2}" dt="2023-11-27T04:43:54.119" v="533" actId="20577"/>
          <ac:spMkLst>
            <pc:docMk/>
            <pc:sldMk cId="2735773479" sldId="1278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4:41:13.043" v="221" actId="14100"/>
          <ac:spMkLst>
            <pc:docMk/>
            <pc:sldMk cId="2735773479" sldId="1278"/>
            <ac:spMk id="8" creationId="{DCAEEC8D-3EE6-8F89-8C11-EE7EE3E91955}"/>
          </ac:spMkLst>
        </pc:spChg>
        <pc:graphicFrameChg chg="mod modGraphic">
          <ac:chgData name="김명호" userId="e0d603aa-548e-418b-a070-918475337925" providerId="ADAL" clId="{3943B633-0770-4125-97F0-20335D698BD2}" dt="2023-11-27T07:54:33.117" v="9090" actId="20577"/>
          <ac:graphicFrameMkLst>
            <pc:docMk/>
            <pc:sldMk cId="2735773479" sldId="1278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3943B633-0770-4125-97F0-20335D698BD2}" dt="2023-11-27T04:41:08.007" v="220" actId="1076"/>
          <ac:cxnSpMkLst>
            <pc:docMk/>
            <pc:sldMk cId="2735773479" sldId="1278"/>
            <ac:cxnSpMk id="10" creationId="{7B864172-D2D9-6D7A-4972-0B4BFFC4645E}"/>
          </ac:cxnSpMkLst>
        </pc:cxnChg>
      </pc:sldChg>
      <pc:sldChg chg="modSp add mod">
        <pc:chgData name="김명호" userId="e0d603aa-548e-418b-a070-918475337925" providerId="ADAL" clId="{3943B633-0770-4125-97F0-20335D698BD2}" dt="2023-11-27T04:45:01.875" v="775" actId="14100"/>
        <pc:sldMkLst>
          <pc:docMk/>
          <pc:sldMk cId="3688785605" sldId="1279"/>
        </pc:sldMkLst>
        <pc:spChg chg="mod">
          <ac:chgData name="김명호" userId="e0d603aa-548e-418b-a070-918475337925" providerId="ADAL" clId="{3943B633-0770-4125-97F0-20335D698BD2}" dt="2023-11-27T04:44:53.798" v="774" actId="20577"/>
          <ac:spMkLst>
            <pc:docMk/>
            <pc:sldMk cId="3688785605" sldId="1279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4:45:01.875" v="775" actId="14100"/>
          <ac:spMkLst>
            <pc:docMk/>
            <pc:sldMk cId="3688785605" sldId="1279"/>
            <ac:spMk id="8" creationId="{DCAEEC8D-3EE6-8F89-8C11-EE7EE3E91955}"/>
          </ac:spMkLst>
        </pc:spChg>
      </pc:sldChg>
      <pc:sldChg chg="addSp modSp add del mod">
        <pc:chgData name="김명호" userId="e0d603aa-548e-418b-a070-918475337925" providerId="ADAL" clId="{3943B633-0770-4125-97F0-20335D698BD2}" dt="2023-11-27T05:58:57.323" v="3378" actId="47"/>
        <pc:sldMkLst>
          <pc:docMk/>
          <pc:sldMk cId="3438784211" sldId="1280"/>
        </pc:sldMkLst>
        <pc:spChg chg="mod">
          <ac:chgData name="김명호" userId="e0d603aa-548e-418b-a070-918475337925" providerId="ADAL" clId="{3943B633-0770-4125-97F0-20335D698BD2}" dt="2023-11-27T04:59:45.105" v="973"/>
          <ac:spMkLst>
            <pc:docMk/>
            <pc:sldMk cId="3438784211" sldId="1280"/>
            <ac:spMk id="6" creationId="{782B554E-D9CF-790C-C132-14137B43E021}"/>
          </ac:spMkLst>
        </pc:spChg>
        <pc:spChg chg="mod">
          <ac:chgData name="김명호" userId="e0d603aa-548e-418b-a070-918475337925" providerId="ADAL" clId="{3943B633-0770-4125-97F0-20335D698BD2}" dt="2023-11-27T04:54:41.145" v="972" actId="20577"/>
          <ac:spMkLst>
            <pc:docMk/>
            <pc:sldMk cId="3438784211" sldId="1280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4:54:08.964" v="778" actId="14100"/>
          <ac:spMkLst>
            <pc:docMk/>
            <pc:sldMk cId="3438784211" sldId="1280"/>
            <ac:spMk id="8" creationId="{DCAEEC8D-3EE6-8F89-8C11-EE7EE3E91955}"/>
          </ac:spMkLst>
        </pc:spChg>
        <pc:spChg chg="mod">
          <ac:chgData name="김명호" userId="e0d603aa-548e-418b-a070-918475337925" providerId="ADAL" clId="{3943B633-0770-4125-97F0-20335D698BD2}" dt="2023-11-27T05:00:40.802" v="1125"/>
          <ac:spMkLst>
            <pc:docMk/>
            <pc:sldMk cId="3438784211" sldId="1280"/>
            <ac:spMk id="9" creationId="{E21C4D9C-2312-9A37-8F4B-FC88C3A85B0F}"/>
          </ac:spMkLst>
        </pc:spChg>
        <pc:grpChg chg="add mod">
          <ac:chgData name="김명호" userId="e0d603aa-548e-418b-a070-918475337925" providerId="ADAL" clId="{3943B633-0770-4125-97F0-20335D698BD2}" dt="2023-11-27T04:59:45.105" v="973"/>
          <ac:grpSpMkLst>
            <pc:docMk/>
            <pc:sldMk cId="3438784211" sldId="1280"/>
            <ac:grpSpMk id="4" creationId="{5E27FA5B-E40E-22BB-DEEE-5882D93E7F28}"/>
          </ac:grpSpMkLst>
        </pc:grpChg>
        <pc:cxnChg chg="mod">
          <ac:chgData name="김명호" userId="e0d603aa-548e-418b-a070-918475337925" providerId="ADAL" clId="{3943B633-0770-4125-97F0-20335D698BD2}" dt="2023-11-27T04:54:10.669" v="779" actId="1076"/>
          <ac:cxnSpMkLst>
            <pc:docMk/>
            <pc:sldMk cId="3438784211" sldId="1280"/>
            <ac:cxnSpMk id="10" creationId="{7B864172-D2D9-6D7A-4972-0B4BFFC4645E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7:54:56.717" v="9096" actId="20577"/>
        <pc:sldMkLst>
          <pc:docMk/>
          <pc:sldMk cId="2681819727" sldId="1281"/>
        </pc:sldMkLst>
        <pc:spChg chg="mod">
          <ac:chgData name="김명호" userId="e0d603aa-548e-418b-a070-918475337925" providerId="ADAL" clId="{3943B633-0770-4125-97F0-20335D698BD2}" dt="2023-11-27T05:02:32.884" v="1447" actId="20577"/>
          <ac:spMkLst>
            <pc:docMk/>
            <pc:sldMk cId="2681819727" sldId="1281"/>
            <ac:spMk id="7" creationId="{0C81DD60-D84B-4D3C-8F3E-7D0E22E11300}"/>
          </ac:spMkLst>
        </pc:spChg>
        <pc:spChg chg="add mod">
          <ac:chgData name="김명호" userId="e0d603aa-548e-418b-a070-918475337925" providerId="ADAL" clId="{3943B633-0770-4125-97F0-20335D698BD2}" dt="2023-11-27T05:01:27.098" v="1133" actId="14100"/>
          <ac:spMkLst>
            <pc:docMk/>
            <pc:sldMk cId="2681819727" sldId="1281"/>
            <ac:spMk id="11" creationId="{856F67BF-68BB-F9F8-EA50-61EC3686049C}"/>
          </ac:spMkLst>
        </pc:spChg>
        <pc:grpChg chg="mod">
          <ac:chgData name="김명호" userId="e0d603aa-548e-418b-a070-918475337925" providerId="ADAL" clId="{3943B633-0770-4125-97F0-20335D698BD2}" dt="2023-11-27T05:02:36.129" v="1448" actId="1076"/>
          <ac:grpSpMkLst>
            <pc:docMk/>
            <pc:sldMk cId="2681819727" sldId="1281"/>
            <ac:grpSpMk id="4" creationId="{5E27FA5B-E40E-22BB-DEEE-5882D93E7F28}"/>
          </ac:grpSpMkLst>
        </pc:grpChg>
        <pc:graphicFrameChg chg="mod modGraphic">
          <ac:chgData name="김명호" userId="e0d603aa-548e-418b-a070-918475337925" providerId="ADAL" clId="{3943B633-0770-4125-97F0-20335D698BD2}" dt="2023-11-27T07:54:56.717" v="9096" actId="20577"/>
          <ac:graphicFrameMkLst>
            <pc:docMk/>
            <pc:sldMk cId="2681819727" sldId="1281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3943B633-0770-4125-97F0-20335D698BD2}" dt="2023-11-27T05:01:21.455" v="1131" actId="1076"/>
          <ac:picMkLst>
            <pc:docMk/>
            <pc:sldMk cId="2681819727" sldId="1281"/>
            <ac:picMk id="5" creationId="{310E40DD-31B3-86CE-1852-18C28D395C3D}"/>
          </ac:picMkLst>
        </pc:picChg>
        <pc:picChg chg="add del mod">
          <ac:chgData name="김명호" userId="e0d603aa-548e-418b-a070-918475337925" providerId="ADAL" clId="{3943B633-0770-4125-97F0-20335D698BD2}" dt="2023-11-27T05:01:34.464" v="1135"/>
          <ac:picMkLst>
            <pc:docMk/>
            <pc:sldMk cId="2681819727" sldId="1281"/>
            <ac:picMk id="12" creationId="{2DBE80B4-F04E-2650-14DD-4CC389D1EE05}"/>
          </ac:picMkLst>
        </pc:picChg>
        <pc:cxnChg chg="add mod">
          <ac:chgData name="김명호" userId="e0d603aa-548e-418b-a070-918475337925" providerId="ADAL" clId="{3943B633-0770-4125-97F0-20335D698BD2}" dt="2023-11-27T05:01:37.915" v="1137" actId="1076"/>
          <ac:cxnSpMkLst>
            <pc:docMk/>
            <pc:sldMk cId="2681819727" sldId="1281"/>
            <ac:cxnSpMk id="13" creationId="{6D6C4D23-368D-7A7A-20BA-992185A51DEB}"/>
          </ac:cxnSpMkLst>
        </pc:cxnChg>
      </pc:sldChg>
      <pc:sldChg chg="delSp modSp add mod">
        <pc:chgData name="김명호" userId="e0d603aa-548e-418b-a070-918475337925" providerId="ADAL" clId="{3943B633-0770-4125-97F0-20335D698BD2}" dt="2023-11-27T07:55:32.099" v="9107" actId="20577"/>
        <pc:sldMkLst>
          <pc:docMk/>
          <pc:sldMk cId="2192150361" sldId="1282"/>
        </pc:sldMkLst>
        <pc:spChg chg="mod">
          <ac:chgData name="김명호" userId="e0d603aa-548e-418b-a070-918475337925" providerId="ADAL" clId="{3943B633-0770-4125-97F0-20335D698BD2}" dt="2023-11-27T05:03:32.291" v="1456" actId="21"/>
          <ac:spMkLst>
            <pc:docMk/>
            <pc:sldMk cId="2192150361" sldId="1282"/>
            <ac:spMk id="7" creationId="{0C81DD60-D84B-4D3C-8F3E-7D0E22E11300}"/>
          </ac:spMkLst>
        </pc:spChg>
        <pc:spChg chg="del">
          <ac:chgData name="김명호" userId="e0d603aa-548e-418b-a070-918475337925" providerId="ADAL" clId="{3943B633-0770-4125-97F0-20335D698BD2}" dt="2023-11-27T05:03:13.516" v="1450" actId="478"/>
          <ac:spMkLst>
            <pc:docMk/>
            <pc:sldMk cId="2192150361" sldId="1282"/>
            <ac:spMk id="8" creationId="{DCAEEC8D-3EE6-8F89-8C11-EE7EE3E91955}"/>
          </ac:spMkLst>
        </pc:spChg>
        <pc:spChg chg="mod">
          <ac:chgData name="김명호" userId="e0d603aa-548e-418b-a070-918475337925" providerId="ADAL" clId="{3943B633-0770-4125-97F0-20335D698BD2}" dt="2023-11-27T05:03:45.729" v="1490"/>
          <ac:spMkLst>
            <pc:docMk/>
            <pc:sldMk cId="2192150361" sldId="1282"/>
            <ac:spMk id="9" creationId="{E21C4D9C-2312-9A37-8F4B-FC88C3A85B0F}"/>
          </ac:spMkLst>
        </pc:spChg>
        <pc:spChg chg="mod">
          <ac:chgData name="김명호" userId="e0d603aa-548e-418b-a070-918475337925" providerId="ADAL" clId="{3943B633-0770-4125-97F0-20335D698BD2}" dt="2023-11-27T05:03:25.616" v="1455" actId="14100"/>
          <ac:spMkLst>
            <pc:docMk/>
            <pc:sldMk cId="2192150361" sldId="1282"/>
            <ac:spMk id="11" creationId="{856F67BF-68BB-F9F8-EA50-61EC3686049C}"/>
          </ac:spMkLst>
        </pc:spChg>
        <pc:grpChg chg="mod">
          <ac:chgData name="김명호" userId="e0d603aa-548e-418b-a070-918475337925" providerId="ADAL" clId="{3943B633-0770-4125-97F0-20335D698BD2}" dt="2023-11-27T05:03:51.087" v="1492" actId="1076"/>
          <ac:grpSpMkLst>
            <pc:docMk/>
            <pc:sldMk cId="2192150361" sldId="1282"/>
            <ac:grpSpMk id="4" creationId="{5E27FA5B-E40E-22BB-DEEE-5882D93E7F28}"/>
          </ac:grpSpMkLst>
        </pc:grpChg>
        <pc:graphicFrameChg chg="mod modGraphic">
          <ac:chgData name="김명호" userId="e0d603aa-548e-418b-a070-918475337925" providerId="ADAL" clId="{3943B633-0770-4125-97F0-20335D698BD2}" dt="2023-11-27T07:55:32.099" v="9107" actId="20577"/>
          <ac:graphicFrameMkLst>
            <pc:docMk/>
            <pc:sldMk cId="2192150361" sldId="1282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3943B633-0770-4125-97F0-20335D698BD2}" dt="2023-11-27T05:03:14.433" v="1451" actId="478"/>
          <ac:cxnSpMkLst>
            <pc:docMk/>
            <pc:sldMk cId="2192150361" sldId="1282"/>
            <ac:cxnSpMk id="10" creationId="{7B864172-D2D9-6D7A-4972-0B4BFFC4645E}"/>
          </ac:cxnSpMkLst>
        </pc:cxnChg>
        <pc:cxnChg chg="mod">
          <ac:chgData name="김명호" userId="e0d603aa-548e-418b-a070-918475337925" providerId="ADAL" clId="{3943B633-0770-4125-97F0-20335D698BD2}" dt="2023-11-27T05:03:20.440" v="1454" actId="1036"/>
          <ac:cxnSpMkLst>
            <pc:docMk/>
            <pc:sldMk cId="2192150361" sldId="1282"/>
            <ac:cxnSpMk id="13" creationId="{6D6C4D23-368D-7A7A-20BA-992185A51DEB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7:55:57.917" v="9171" actId="13926"/>
        <pc:sldMkLst>
          <pc:docMk/>
          <pc:sldMk cId="1138464850" sldId="1283"/>
        </pc:sldMkLst>
        <pc:spChg chg="mod">
          <ac:chgData name="김명호" userId="e0d603aa-548e-418b-a070-918475337925" providerId="ADAL" clId="{3943B633-0770-4125-97F0-20335D698BD2}" dt="2023-11-27T07:55:57.917" v="9171" actId="13926"/>
          <ac:spMkLst>
            <pc:docMk/>
            <pc:sldMk cId="1138464850" sldId="1283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5:06:30.353" v="1594"/>
          <ac:spMkLst>
            <pc:docMk/>
            <pc:sldMk cId="1138464850" sldId="1283"/>
            <ac:spMk id="9" creationId="{E21C4D9C-2312-9A37-8F4B-FC88C3A85B0F}"/>
          </ac:spMkLst>
        </pc:spChg>
        <pc:spChg chg="mod">
          <ac:chgData name="김명호" userId="e0d603aa-548e-418b-a070-918475337925" providerId="ADAL" clId="{3943B633-0770-4125-97F0-20335D698BD2}" dt="2023-11-27T05:05:14.944" v="1505" actId="14100"/>
          <ac:spMkLst>
            <pc:docMk/>
            <pc:sldMk cId="1138464850" sldId="1283"/>
            <ac:spMk id="11" creationId="{856F67BF-68BB-F9F8-EA50-61EC3686049C}"/>
          </ac:spMkLst>
        </pc:spChg>
        <pc:graphicFrameChg chg="mod modGraphic">
          <ac:chgData name="김명호" userId="e0d603aa-548e-418b-a070-918475337925" providerId="ADAL" clId="{3943B633-0770-4125-97F0-20335D698BD2}" dt="2023-11-27T07:55:36.829" v="9109" actId="20577"/>
          <ac:graphicFrameMkLst>
            <pc:docMk/>
            <pc:sldMk cId="1138464850" sldId="1283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3943B633-0770-4125-97F0-20335D698BD2}" dt="2023-11-27T05:04:36.651" v="1494" actId="478"/>
          <ac:picMkLst>
            <pc:docMk/>
            <pc:sldMk cId="1138464850" sldId="1283"/>
            <ac:picMk id="5" creationId="{310E40DD-31B3-86CE-1852-18C28D395C3D}"/>
          </ac:picMkLst>
        </pc:picChg>
        <pc:picChg chg="add mod ord modCrop">
          <ac:chgData name="김명호" userId="e0d603aa-548e-418b-a070-918475337925" providerId="ADAL" clId="{3943B633-0770-4125-97F0-20335D698BD2}" dt="2023-11-27T05:05:03.860" v="1502" actId="167"/>
          <ac:picMkLst>
            <pc:docMk/>
            <pc:sldMk cId="1138464850" sldId="1283"/>
            <ac:picMk id="10" creationId="{66F40BA7-7018-3580-261C-CCA5532BD1CB}"/>
          </ac:picMkLst>
        </pc:picChg>
        <pc:cxnChg chg="mod">
          <ac:chgData name="김명호" userId="e0d603aa-548e-418b-a070-918475337925" providerId="ADAL" clId="{3943B633-0770-4125-97F0-20335D698BD2}" dt="2023-11-27T05:05:17.183" v="1506" actId="1076"/>
          <ac:cxnSpMkLst>
            <pc:docMk/>
            <pc:sldMk cId="1138464850" sldId="1283"/>
            <ac:cxnSpMk id="13" creationId="{6D6C4D23-368D-7A7A-20BA-992185A51DEB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5:11:41.219" v="1935" actId="208"/>
        <pc:sldMkLst>
          <pc:docMk/>
          <pc:sldMk cId="1078779056" sldId="1284"/>
        </pc:sldMkLst>
        <pc:spChg chg="mod">
          <ac:chgData name="김명호" userId="e0d603aa-548e-418b-a070-918475337925" providerId="ADAL" clId="{3943B633-0770-4125-97F0-20335D698BD2}" dt="2023-11-27T05:10:44.705" v="1918"/>
          <ac:spMkLst>
            <pc:docMk/>
            <pc:sldMk cId="1078779056" sldId="1284"/>
            <ac:spMk id="7" creationId="{0C81DD60-D84B-4D3C-8F3E-7D0E22E11300}"/>
          </ac:spMkLst>
        </pc:spChg>
        <pc:spChg chg="add mod">
          <ac:chgData name="김명호" userId="e0d603aa-548e-418b-a070-918475337925" providerId="ADAL" clId="{3943B633-0770-4125-97F0-20335D698BD2}" dt="2023-11-27T05:10:02.686" v="1859" actId="14100"/>
          <ac:spMkLst>
            <pc:docMk/>
            <pc:sldMk cId="1078779056" sldId="1284"/>
            <ac:spMk id="8" creationId="{7F68C446-C1E9-1809-5C43-7E45127229A1}"/>
          </ac:spMkLst>
        </pc:spChg>
        <pc:spChg chg="add mod">
          <ac:chgData name="김명호" userId="e0d603aa-548e-418b-a070-918475337925" providerId="ADAL" clId="{3943B633-0770-4125-97F0-20335D698BD2}" dt="2023-11-27T05:11:33.535" v="1932" actId="208"/>
          <ac:spMkLst>
            <pc:docMk/>
            <pc:sldMk cId="1078779056" sldId="1284"/>
            <ac:spMk id="19" creationId="{CAF5765F-F92F-B113-4E2F-06A001EE61E7}"/>
          </ac:spMkLst>
        </pc:spChg>
        <pc:spChg chg="add mod">
          <ac:chgData name="김명호" userId="e0d603aa-548e-418b-a070-918475337925" providerId="ADAL" clId="{3943B633-0770-4125-97F0-20335D698BD2}" dt="2023-11-27T05:11:31.181" v="1931" actId="208"/>
          <ac:spMkLst>
            <pc:docMk/>
            <pc:sldMk cId="1078779056" sldId="1284"/>
            <ac:spMk id="20" creationId="{D7D23C01-4571-5F96-5A71-BA1AF9AE49B0}"/>
          </ac:spMkLst>
        </pc:spChg>
        <pc:grpChg chg="del">
          <ac:chgData name="김명호" userId="e0d603aa-548e-418b-a070-918475337925" providerId="ADAL" clId="{3943B633-0770-4125-97F0-20335D698BD2}" dt="2023-11-27T05:10:34.397" v="1866" actId="478"/>
          <ac:grpSpMkLst>
            <pc:docMk/>
            <pc:sldMk cId="1078779056" sldId="1284"/>
            <ac:grpSpMk id="4" creationId="{5E27FA5B-E40E-22BB-DEEE-5882D93E7F28}"/>
          </ac:grpSpMkLst>
        </pc:grpChg>
        <pc:picChg chg="add mod">
          <ac:chgData name="김명호" userId="e0d603aa-548e-418b-a070-918475337925" providerId="ADAL" clId="{3943B633-0770-4125-97F0-20335D698BD2}" dt="2023-11-27T05:11:01.821" v="1924" actId="1076"/>
          <ac:picMkLst>
            <pc:docMk/>
            <pc:sldMk cId="1078779056" sldId="1284"/>
            <ac:picMk id="18" creationId="{41639D03-812D-38E3-85FB-181F8AECEE23}"/>
          </ac:picMkLst>
        </pc:picChg>
        <pc:cxnChg chg="add mod">
          <ac:chgData name="김명호" userId="e0d603aa-548e-418b-a070-918475337925" providerId="ADAL" clId="{3943B633-0770-4125-97F0-20335D698BD2}" dt="2023-11-27T05:10:31.445" v="1865" actId="14100"/>
          <ac:cxnSpMkLst>
            <pc:docMk/>
            <pc:sldMk cId="1078779056" sldId="1284"/>
            <ac:cxnSpMk id="10" creationId="{3B9851BF-6499-B4B3-8C31-14209425963E}"/>
          </ac:cxnSpMkLst>
        </pc:cxnChg>
        <pc:cxnChg chg="add del">
          <ac:chgData name="김명호" userId="e0d603aa-548e-418b-a070-918475337925" providerId="ADAL" clId="{3943B633-0770-4125-97F0-20335D698BD2}" dt="2023-11-27T05:09:54.629" v="1856" actId="478"/>
          <ac:cxnSpMkLst>
            <pc:docMk/>
            <pc:sldMk cId="1078779056" sldId="1284"/>
            <ac:cxnSpMk id="13" creationId="{6D6C4D23-368D-7A7A-20BA-992185A51DEB}"/>
          </ac:cxnSpMkLst>
        </pc:cxnChg>
        <pc:cxnChg chg="add mod">
          <ac:chgData name="김명호" userId="e0d603aa-548e-418b-a070-918475337925" providerId="ADAL" clId="{3943B633-0770-4125-97F0-20335D698BD2}" dt="2023-11-27T05:11:41.219" v="1935" actId="208"/>
          <ac:cxnSpMkLst>
            <pc:docMk/>
            <pc:sldMk cId="1078779056" sldId="1284"/>
            <ac:cxnSpMk id="21" creationId="{A2BC8A3E-0B5C-3AC7-33F7-6857A57F059A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7:56:16.475" v="9173" actId="20577"/>
        <pc:sldMkLst>
          <pc:docMk/>
          <pc:sldMk cId="1259983203" sldId="1285"/>
        </pc:sldMkLst>
        <pc:spChg chg="mod">
          <ac:chgData name="김명호" userId="e0d603aa-548e-418b-a070-918475337925" providerId="ADAL" clId="{3943B633-0770-4125-97F0-20335D698BD2}" dt="2023-11-27T05:12:50.327" v="2015" actId="20577"/>
          <ac:spMkLst>
            <pc:docMk/>
            <pc:sldMk cId="1259983203" sldId="1285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5:13:46.163" v="2030" actId="14100"/>
          <ac:spMkLst>
            <pc:docMk/>
            <pc:sldMk cId="1259983203" sldId="1285"/>
            <ac:spMk id="8" creationId="{7F68C446-C1E9-1809-5C43-7E45127229A1}"/>
          </ac:spMkLst>
        </pc:spChg>
        <pc:spChg chg="del">
          <ac:chgData name="김명호" userId="e0d603aa-548e-418b-a070-918475337925" providerId="ADAL" clId="{3943B633-0770-4125-97F0-20335D698BD2}" dt="2023-11-27T05:13:39.262" v="2027" actId="478"/>
          <ac:spMkLst>
            <pc:docMk/>
            <pc:sldMk cId="1259983203" sldId="1285"/>
            <ac:spMk id="11" creationId="{856F67BF-68BB-F9F8-EA50-61EC3686049C}"/>
          </ac:spMkLst>
        </pc:spChg>
        <pc:spChg chg="mod">
          <ac:chgData name="김명호" userId="e0d603aa-548e-418b-a070-918475337925" providerId="ADAL" clId="{3943B633-0770-4125-97F0-20335D698BD2}" dt="2023-11-27T05:14:22.965" v="2031"/>
          <ac:spMkLst>
            <pc:docMk/>
            <pc:sldMk cId="1259983203" sldId="1285"/>
            <ac:spMk id="12" creationId="{D2D634A3-C780-6029-99D1-C476394B3579}"/>
          </ac:spMkLst>
        </pc:spChg>
        <pc:spChg chg="mod">
          <ac:chgData name="김명호" userId="e0d603aa-548e-418b-a070-918475337925" providerId="ADAL" clId="{3943B633-0770-4125-97F0-20335D698BD2}" dt="2023-11-27T05:14:50.652" v="2078"/>
          <ac:spMkLst>
            <pc:docMk/>
            <pc:sldMk cId="1259983203" sldId="1285"/>
            <ac:spMk id="13" creationId="{A0400176-240D-6A38-1557-8E980B12595A}"/>
          </ac:spMkLst>
        </pc:spChg>
        <pc:spChg chg="del">
          <ac:chgData name="김명호" userId="e0d603aa-548e-418b-a070-918475337925" providerId="ADAL" clId="{3943B633-0770-4125-97F0-20335D698BD2}" dt="2023-11-27T05:12:40.767" v="1937" actId="478"/>
          <ac:spMkLst>
            <pc:docMk/>
            <pc:sldMk cId="1259983203" sldId="1285"/>
            <ac:spMk id="19" creationId="{CAF5765F-F92F-B113-4E2F-06A001EE61E7}"/>
          </ac:spMkLst>
        </pc:spChg>
        <pc:spChg chg="del">
          <ac:chgData name="김명호" userId="e0d603aa-548e-418b-a070-918475337925" providerId="ADAL" clId="{3943B633-0770-4125-97F0-20335D698BD2}" dt="2023-11-27T05:12:40.767" v="1937" actId="478"/>
          <ac:spMkLst>
            <pc:docMk/>
            <pc:sldMk cId="1259983203" sldId="1285"/>
            <ac:spMk id="20" creationId="{D7D23C01-4571-5F96-5A71-BA1AF9AE49B0}"/>
          </ac:spMkLst>
        </pc:spChg>
        <pc:grpChg chg="add mod">
          <ac:chgData name="김명호" userId="e0d603aa-548e-418b-a070-918475337925" providerId="ADAL" clId="{3943B633-0770-4125-97F0-20335D698BD2}" dt="2023-11-27T05:14:22.965" v="2031"/>
          <ac:grpSpMkLst>
            <pc:docMk/>
            <pc:sldMk cId="1259983203" sldId="1285"/>
            <ac:grpSpMk id="9" creationId="{0BBC925B-B337-DF64-F01B-C219824D13A1}"/>
          </ac:grpSpMkLst>
        </pc:grpChg>
        <pc:graphicFrameChg chg="mod modGraphic">
          <ac:chgData name="김명호" userId="e0d603aa-548e-418b-a070-918475337925" providerId="ADAL" clId="{3943B633-0770-4125-97F0-20335D698BD2}" dt="2023-11-27T07:56:16.475" v="9173" actId="20577"/>
          <ac:graphicFrameMkLst>
            <pc:docMk/>
            <pc:sldMk cId="1259983203" sldId="1285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3943B633-0770-4125-97F0-20335D698BD2}" dt="2023-11-27T05:13:02.964" v="2016" actId="478"/>
          <ac:picMkLst>
            <pc:docMk/>
            <pc:sldMk cId="1259983203" sldId="1285"/>
            <ac:picMk id="5" creationId="{310E40DD-31B3-86CE-1852-18C28D395C3D}"/>
          </ac:picMkLst>
        </pc:picChg>
        <pc:picChg chg="add mod ord modCrop">
          <ac:chgData name="김명호" userId="e0d603aa-548e-418b-a070-918475337925" providerId="ADAL" clId="{3943B633-0770-4125-97F0-20335D698BD2}" dt="2023-11-27T05:13:35.551" v="2025" actId="167"/>
          <ac:picMkLst>
            <pc:docMk/>
            <pc:sldMk cId="1259983203" sldId="1285"/>
            <ac:picMk id="6" creationId="{9C3F166F-0198-6370-5568-F444ABE628F2}"/>
          </ac:picMkLst>
        </pc:picChg>
        <pc:picChg chg="del">
          <ac:chgData name="김명호" userId="e0d603aa-548e-418b-a070-918475337925" providerId="ADAL" clId="{3943B633-0770-4125-97F0-20335D698BD2}" dt="2023-11-27T05:12:40.767" v="1937" actId="478"/>
          <ac:picMkLst>
            <pc:docMk/>
            <pc:sldMk cId="1259983203" sldId="1285"/>
            <ac:picMk id="18" creationId="{41639D03-812D-38E3-85FB-181F8AECEE23}"/>
          </ac:picMkLst>
        </pc:picChg>
        <pc:cxnChg chg="del mod">
          <ac:chgData name="김명호" userId="e0d603aa-548e-418b-a070-918475337925" providerId="ADAL" clId="{3943B633-0770-4125-97F0-20335D698BD2}" dt="2023-11-27T05:13:37.907" v="2026" actId="478"/>
          <ac:cxnSpMkLst>
            <pc:docMk/>
            <pc:sldMk cId="1259983203" sldId="1285"/>
            <ac:cxnSpMk id="10" creationId="{3B9851BF-6499-B4B3-8C31-14209425963E}"/>
          </ac:cxnSpMkLst>
        </pc:cxnChg>
        <pc:cxnChg chg="add mod">
          <ac:chgData name="김명호" userId="e0d603aa-548e-418b-a070-918475337925" providerId="ADAL" clId="{3943B633-0770-4125-97F0-20335D698BD2}" dt="2023-11-27T05:41:22.886" v="2241" actId="1076"/>
          <ac:cxnSpMkLst>
            <pc:docMk/>
            <pc:sldMk cId="1259983203" sldId="1285"/>
            <ac:cxnSpMk id="14" creationId="{C58A21C2-1CB3-49B6-2E36-E59819BB5E19}"/>
          </ac:cxnSpMkLst>
        </pc:cxnChg>
        <pc:cxnChg chg="del mod">
          <ac:chgData name="김명호" userId="e0d603aa-548e-418b-a070-918475337925" providerId="ADAL" clId="{3943B633-0770-4125-97F0-20335D698BD2}" dt="2023-11-27T05:12:40.767" v="1937" actId="478"/>
          <ac:cxnSpMkLst>
            <pc:docMk/>
            <pc:sldMk cId="1259983203" sldId="1285"/>
            <ac:cxnSpMk id="21" creationId="{A2BC8A3E-0B5C-3AC7-33F7-6857A57F059A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5:43:34.893" v="2625" actId="14100"/>
        <pc:sldMkLst>
          <pc:docMk/>
          <pc:sldMk cId="226461762" sldId="1286"/>
        </pc:sldMkLst>
        <pc:spChg chg="mod">
          <ac:chgData name="김명호" userId="e0d603aa-548e-418b-a070-918475337925" providerId="ADAL" clId="{3943B633-0770-4125-97F0-20335D698BD2}" dt="2023-11-27T05:43:12.239" v="2619" actId="20577"/>
          <ac:spMkLst>
            <pc:docMk/>
            <pc:sldMk cId="226461762" sldId="1286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5:41:28.141" v="2242" actId="14100"/>
          <ac:spMkLst>
            <pc:docMk/>
            <pc:sldMk cId="226461762" sldId="1286"/>
            <ac:spMk id="8" creationId="{7F68C446-C1E9-1809-5C43-7E45127229A1}"/>
          </ac:spMkLst>
        </pc:spChg>
        <pc:spChg chg="add mod">
          <ac:chgData name="김명호" userId="e0d603aa-548e-418b-a070-918475337925" providerId="ADAL" clId="{3943B633-0770-4125-97F0-20335D698BD2}" dt="2023-11-27T05:43:22.900" v="2622" actId="14100"/>
          <ac:spMkLst>
            <pc:docMk/>
            <pc:sldMk cId="226461762" sldId="1286"/>
            <ac:spMk id="11" creationId="{9D104942-19F9-FAE1-3D57-DA3739C06F6C}"/>
          </ac:spMkLst>
        </pc:spChg>
        <pc:grpChg chg="del">
          <ac:chgData name="김명호" userId="e0d603aa-548e-418b-a070-918475337925" providerId="ADAL" clId="{3943B633-0770-4125-97F0-20335D698BD2}" dt="2023-11-27T05:40:06.247" v="2083" actId="478"/>
          <ac:grpSpMkLst>
            <pc:docMk/>
            <pc:sldMk cId="226461762" sldId="1286"/>
            <ac:grpSpMk id="9" creationId="{0BBC925B-B337-DF64-F01B-C219824D13A1}"/>
          </ac:grpSpMkLst>
        </pc:grpChg>
        <pc:picChg chg="add mod ord">
          <ac:chgData name="김명호" userId="e0d603aa-548e-418b-a070-918475337925" providerId="ADAL" clId="{3943B633-0770-4125-97F0-20335D698BD2}" dt="2023-11-27T05:41:13.035" v="2239" actId="167"/>
          <ac:picMkLst>
            <pc:docMk/>
            <pc:sldMk cId="226461762" sldId="1286"/>
            <ac:picMk id="5" creationId="{ADD51BB4-986C-25E8-55E1-62984FC8C4C6}"/>
          </ac:picMkLst>
        </pc:picChg>
        <pc:picChg chg="del">
          <ac:chgData name="김명호" userId="e0d603aa-548e-418b-a070-918475337925" providerId="ADAL" clId="{3943B633-0770-4125-97F0-20335D698BD2}" dt="2023-11-27T05:40:02.707" v="2082" actId="478"/>
          <ac:picMkLst>
            <pc:docMk/>
            <pc:sldMk cId="226461762" sldId="1286"/>
            <ac:picMk id="6" creationId="{9C3F166F-0198-6370-5568-F444ABE628F2}"/>
          </ac:picMkLst>
        </pc:picChg>
        <pc:cxnChg chg="add mod">
          <ac:chgData name="김명호" userId="e0d603aa-548e-418b-a070-918475337925" providerId="ADAL" clId="{3943B633-0770-4125-97F0-20335D698BD2}" dt="2023-11-27T05:41:32.605" v="2244" actId="1076"/>
          <ac:cxnSpMkLst>
            <pc:docMk/>
            <pc:sldMk cId="226461762" sldId="1286"/>
            <ac:cxnSpMk id="10" creationId="{9CE166C3-560F-E046-D198-7F92AA55A423}"/>
          </ac:cxnSpMkLst>
        </pc:cxnChg>
        <pc:cxnChg chg="add mod">
          <ac:chgData name="김명호" userId="e0d603aa-548e-418b-a070-918475337925" providerId="ADAL" clId="{3943B633-0770-4125-97F0-20335D698BD2}" dt="2023-11-27T05:43:34.893" v="2625" actId="14100"/>
          <ac:cxnSpMkLst>
            <pc:docMk/>
            <pc:sldMk cId="226461762" sldId="1286"/>
            <ac:cxnSpMk id="14" creationId="{54EA4D83-9E55-60D2-CB4F-13309AB30979}"/>
          </ac:cxnSpMkLst>
        </pc:cxnChg>
      </pc:sldChg>
      <pc:sldChg chg="add del">
        <pc:chgData name="김명호" userId="e0d603aa-548e-418b-a070-918475337925" providerId="ADAL" clId="{3943B633-0770-4125-97F0-20335D698BD2}" dt="2023-11-27T05:37:30.460" v="2080"/>
        <pc:sldMkLst>
          <pc:docMk/>
          <pc:sldMk cId="2289387416" sldId="1286"/>
        </pc:sldMkLst>
      </pc:sldChg>
      <pc:sldChg chg="addSp delSp modSp add mod">
        <pc:chgData name="김명호" userId="e0d603aa-548e-418b-a070-918475337925" providerId="ADAL" clId="{3943B633-0770-4125-97F0-20335D698BD2}" dt="2023-11-27T05:55:35.494" v="3110" actId="14100"/>
        <pc:sldMkLst>
          <pc:docMk/>
          <pc:sldMk cId="1370240042" sldId="1287"/>
        </pc:sldMkLst>
        <pc:spChg chg="mod">
          <ac:chgData name="김명호" userId="e0d603aa-548e-418b-a070-918475337925" providerId="ADAL" clId="{3943B633-0770-4125-97F0-20335D698BD2}" dt="2023-11-27T05:47:10.310" v="3078" actId="20577"/>
          <ac:spMkLst>
            <pc:docMk/>
            <pc:sldMk cId="1370240042" sldId="1287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5:45:51.644" v="2636" actId="14100"/>
          <ac:spMkLst>
            <pc:docMk/>
            <pc:sldMk cId="1370240042" sldId="1287"/>
            <ac:spMk id="8" creationId="{7F68C446-C1E9-1809-5C43-7E45127229A1}"/>
          </ac:spMkLst>
        </pc:spChg>
        <pc:spChg chg="add mod">
          <ac:chgData name="김명호" userId="e0d603aa-548e-418b-a070-918475337925" providerId="ADAL" clId="{3943B633-0770-4125-97F0-20335D698BD2}" dt="2023-11-27T05:47:20.891" v="3082" actId="14100"/>
          <ac:spMkLst>
            <pc:docMk/>
            <pc:sldMk cId="1370240042" sldId="1287"/>
            <ac:spMk id="10" creationId="{8568FEE4-50E7-BF6B-C55A-A69948E60685}"/>
          </ac:spMkLst>
        </pc:spChg>
        <pc:spChg chg="add mod">
          <ac:chgData name="김명호" userId="e0d603aa-548e-418b-a070-918475337925" providerId="ADAL" clId="{3943B633-0770-4125-97F0-20335D698BD2}" dt="2023-11-27T05:48:33.626" v="3104" actId="14100"/>
          <ac:spMkLst>
            <pc:docMk/>
            <pc:sldMk cId="1370240042" sldId="1287"/>
            <ac:spMk id="18" creationId="{4D52170C-0DEC-A864-E7DE-3688DD1181E3}"/>
          </ac:spMkLst>
        </pc:spChg>
        <pc:spChg chg="add mod">
          <ac:chgData name="김명호" userId="e0d603aa-548e-418b-a070-918475337925" providerId="ADAL" clId="{3943B633-0770-4125-97F0-20335D698BD2}" dt="2023-11-27T05:48:16.621" v="3100" actId="208"/>
          <ac:spMkLst>
            <pc:docMk/>
            <pc:sldMk cId="1370240042" sldId="1287"/>
            <ac:spMk id="19" creationId="{9E09CCB4-6AA9-B7FA-8273-C22AD0D2ED0A}"/>
          </ac:spMkLst>
        </pc:spChg>
        <pc:grpChg chg="del">
          <ac:chgData name="김명호" userId="e0d603aa-548e-418b-a070-918475337925" providerId="ADAL" clId="{3943B633-0770-4125-97F0-20335D698BD2}" dt="2023-11-27T05:47:11.811" v="3079" actId="478"/>
          <ac:grpSpMkLst>
            <pc:docMk/>
            <pc:sldMk cId="1370240042" sldId="1287"/>
            <ac:grpSpMk id="9" creationId="{0BBC925B-B337-DF64-F01B-C219824D13A1}"/>
          </ac:grpSpMkLst>
        </pc:grpChg>
        <pc:picChg chg="add mod ord modCrop">
          <ac:chgData name="김명호" userId="e0d603aa-548e-418b-a070-918475337925" providerId="ADAL" clId="{3943B633-0770-4125-97F0-20335D698BD2}" dt="2023-11-27T05:45:41.792" v="2634" actId="167"/>
          <ac:picMkLst>
            <pc:docMk/>
            <pc:sldMk cId="1370240042" sldId="1287"/>
            <ac:picMk id="5" creationId="{B7071BB1-02D4-1BF7-103D-2AB0D7B164A0}"/>
          </ac:picMkLst>
        </pc:picChg>
        <pc:picChg chg="del">
          <ac:chgData name="김명호" userId="e0d603aa-548e-418b-a070-918475337925" providerId="ADAL" clId="{3943B633-0770-4125-97F0-20335D698BD2}" dt="2023-11-27T05:45:17.036" v="2627" actId="478"/>
          <ac:picMkLst>
            <pc:docMk/>
            <pc:sldMk cId="1370240042" sldId="1287"/>
            <ac:picMk id="6" creationId="{9C3F166F-0198-6370-5568-F444ABE628F2}"/>
          </ac:picMkLst>
        </pc:picChg>
        <pc:picChg chg="add mod">
          <ac:chgData name="김명호" userId="e0d603aa-548e-418b-a070-918475337925" providerId="ADAL" clId="{3943B633-0770-4125-97F0-20335D698BD2}" dt="2023-11-27T05:47:42.770" v="3090" actId="1076"/>
          <ac:picMkLst>
            <pc:docMk/>
            <pc:sldMk cId="1370240042" sldId="1287"/>
            <ac:picMk id="17" creationId="{B23EA2A2-7862-DC49-CA42-B55ECBB72ECC}"/>
          </ac:picMkLst>
        </pc:picChg>
        <pc:cxnChg chg="add mod">
          <ac:chgData name="김명호" userId="e0d603aa-548e-418b-a070-918475337925" providerId="ADAL" clId="{3943B633-0770-4125-97F0-20335D698BD2}" dt="2023-11-27T05:55:29.175" v="3107" actId="14100"/>
          <ac:cxnSpMkLst>
            <pc:docMk/>
            <pc:sldMk cId="1370240042" sldId="1287"/>
            <ac:cxnSpMk id="11" creationId="{9D2DD5BE-0C75-BF8A-7D28-2F43E1CD9536}"/>
          </ac:cxnSpMkLst>
        </pc:cxnChg>
        <pc:cxnChg chg="del mod">
          <ac:chgData name="김명호" userId="e0d603aa-548e-418b-a070-918475337925" providerId="ADAL" clId="{3943B633-0770-4125-97F0-20335D698BD2}" dt="2023-11-27T05:47:22.795" v="3083" actId="478"/>
          <ac:cxnSpMkLst>
            <pc:docMk/>
            <pc:sldMk cId="1370240042" sldId="1287"/>
            <ac:cxnSpMk id="14" creationId="{C58A21C2-1CB3-49B6-2E36-E59819BB5E19}"/>
          </ac:cxnSpMkLst>
        </pc:cxnChg>
        <pc:cxnChg chg="add mod">
          <ac:chgData name="김명호" userId="e0d603aa-548e-418b-a070-918475337925" providerId="ADAL" clId="{3943B633-0770-4125-97F0-20335D698BD2}" dt="2023-11-27T05:55:35.494" v="3110" actId="14100"/>
          <ac:cxnSpMkLst>
            <pc:docMk/>
            <pc:sldMk cId="1370240042" sldId="1287"/>
            <ac:cxnSpMk id="20" creationId="{C7ECEA70-4BC7-F72F-CBEE-6F364A2F41F4}"/>
          </ac:cxnSpMkLst>
        </pc:cxnChg>
      </pc:sldChg>
      <pc:sldChg chg="add del">
        <pc:chgData name="김명호" userId="e0d603aa-548e-418b-a070-918475337925" providerId="ADAL" clId="{3943B633-0770-4125-97F0-20335D698BD2}" dt="2023-11-27T05:40:44.622" v="2234"/>
        <pc:sldMkLst>
          <pc:docMk/>
          <pc:sldMk cId="2611227857" sldId="1287"/>
        </pc:sldMkLst>
      </pc:sldChg>
      <pc:sldChg chg="addSp delSp modSp add mod">
        <pc:chgData name="김명호" userId="e0d603aa-548e-418b-a070-918475337925" providerId="ADAL" clId="{3943B633-0770-4125-97F0-20335D698BD2}" dt="2023-11-27T07:56:36.749" v="9225" actId="13926"/>
        <pc:sldMkLst>
          <pc:docMk/>
          <pc:sldMk cId="1430648378" sldId="1288"/>
        </pc:sldMkLst>
        <pc:spChg chg="add mod">
          <ac:chgData name="김명호" userId="e0d603aa-548e-418b-a070-918475337925" providerId="ADAL" clId="{3943B633-0770-4125-97F0-20335D698BD2}" dt="2023-11-27T05:56:42.432" v="3125" actId="1038"/>
          <ac:spMkLst>
            <pc:docMk/>
            <pc:sldMk cId="1430648378" sldId="1288"/>
            <ac:spMk id="4" creationId="{9F932859-9F70-20E2-0FF4-9FC3FE0D6A45}"/>
          </ac:spMkLst>
        </pc:spChg>
        <pc:spChg chg="mod">
          <ac:chgData name="김명호" userId="e0d603aa-548e-418b-a070-918475337925" providerId="ADAL" clId="{3943B633-0770-4125-97F0-20335D698BD2}" dt="2023-11-27T07:56:36.749" v="9225" actId="13926"/>
          <ac:spMkLst>
            <pc:docMk/>
            <pc:sldMk cId="1430648378" sldId="1288"/>
            <ac:spMk id="7" creationId="{0C81DD60-D84B-4D3C-8F3E-7D0E22E11300}"/>
          </ac:spMkLst>
        </pc:spChg>
        <pc:spChg chg="del">
          <ac:chgData name="김명호" userId="e0d603aa-548e-418b-a070-918475337925" providerId="ADAL" clId="{3943B633-0770-4125-97F0-20335D698BD2}" dt="2023-11-27T05:56:31.150" v="3114" actId="478"/>
          <ac:spMkLst>
            <pc:docMk/>
            <pc:sldMk cId="1430648378" sldId="1288"/>
            <ac:spMk id="8" creationId="{7F68C446-C1E9-1809-5C43-7E45127229A1}"/>
          </ac:spMkLst>
        </pc:spChg>
        <pc:spChg chg="del">
          <ac:chgData name="김명호" userId="e0d603aa-548e-418b-a070-918475337925" providerId="ADAL" clId="{3943B633-0770-4125-97F0-20335D698BD2}" dt="2023-11-27T05:56:31.150" v="3114" actId="478"/>
          <ac:spMkLst>
            <pc:docMk/>
            <pc:sldMk cId="1430648378" sldId="1288"/>
            <ac:spMk id="10" creationId="{8568FEE4-50E7-BF6B-C55A-A69948E60685}"/>
          </ac:spMkLst>
        </pc:spChg>
        <pc:spChg chg="mod">
          <ac:chgData name="김명호" userId="e0d603aa-548e-418b-a070-918475337925" providerId="ADAL" clId="{3943B633-0770-4125-97F0-20335D698BD2}" dt="2023-11-27T05:57:06.439" v="3221"/>
          <ac:spMkLst>
            <pc:docMk/>
            <pc:sldMk cId="1430648378" sldId="1288"/>
            <ac:spMk id="12" creationId="{CB040E12-4906-6A18-B48B-E9BA5E3917DB}"/>
          </ac:spMkLst>
        </pc:spChg>
        <pc:spChg chg="mod">
          <ac:chgData name="김명호" userId="e0d603aa-548e-418b-a070-918475337925" providerId="ADAL" clId="{3943B633-0770-4125-97F0-20335D698BD2}" dt="2023-11-27T05:57:17.705" v="3260"/>
          <ac:spMkLst>
            <pc:docMk/>
            <pc:sldMk cId="1430648378" sldId="1288"/>
            <ac:spMk id="13" creationId="{5687DACA-2E73-A24D-1334-2968DA57636C}"/>
          </ac:spMkLst>
        </pc:spChg>
        <pc:spChg chg="del">
          <ac:chgData name="김명호" userId="e0d603aa-548e-418b-a070-918475337925" providerId="ADAL" clId="{3943B633-0770-4125-97F0-20335D698BD2}" dt="2023-11-27T05:56:27.783" v="3112" actId="478"/>
          <ac:spMkLst>
            <pc:docMk/>
            <pc:sldMk cId="1430648378" sldId="1288"/>
            <ac:spMk id="18" creationId="{4D52170C-0DEC-A864-E7DE-3688DD1181E3}"/>
          </ac:spMkLst>
        </pc:spChg>
        <pc:spChg chg="del">
          <ac:chgData name="김명호" userId="e0d603aa-548e-418b-a070-918475337925" providerId="ADAL" clId="{3943B633-0770-4125-97F0-20335D698BD2}" dt="2023-11-27T05:56:27.783" v="3112" actId="478"/>
          <ac:spMkLst>
            <pc:docMk/>
            <pc:sldMk cId="1430648378" sldId="1288"/>
            <ac:spMk id="19" creationId="{9E09CCB4-6AA9-B7FA-8273-C22AD0D2ED0A}"/>
          </ac:spMkLst>
        </pc:spChg>
        <pc:grpChg chg="add mod">
          <ac:chgData name="김명호" userId="e0d603aa-548e-418b-a070-918475337925" providerId="ADAL" clId="{3943B633-0770-4125-97F0-20335D698BD2}" dt="2023-11-27T05:57:06.439" v="3221"/>
          <ac:grpSpMkLst>
            <pc:docMk/>
            <pc:sldMk cId="1430648378" sldId="1288"/>
            <ac:grpSpMk id="9" creationId="{05AE5F96-E2F6-D169-67DE-903B303277B8}"/>
          </ac:grpSpMkLst>
        </pc:grpChg>
        <pc:graphicFrameChg chg="mod modGraphic">
          <ac:chgData name="김명호" userId="e0d603aa-548e-418b-a070-918475337925" providerId="ADAL" clId="{3943B633-0770-4125-97F0-20335D698BD2}" dt="2023-11-27T07:56:26.363" v="9175" actId="20577"/>
          <ac:graphicFrameMkLst>
            <pc:docMk/>
            <pc:sldMk cId="1430648378" sldId="1288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3943B633-0770-4125-97F0-20335D698BD2}" dt="2023-11-27T05:56:27.783" v="3112" actId="478"/>
          <ac:picMkLst>
            <pc:docMk/>
            <pc:sldMk cId="1430648378" sldId="1288"/>
            <ac:picMk id="17" creationId="{B23EA2A2-7862-DC49-CA42-B55ECBB72ECC}"/>
          </ac:picMkLst>
        </pc:picChg>
        <pc:cxnChg chg="add mod">
          <ac:chgData name="김명호" userId="e0d603aa-548e-418b-a070-918475337925" providerId="ADAL" clId="{3943B633-0770-4125-97F0-20335D698BD2}" dt="2023-11-27T05:56:42.432" v="3125" actId="1038"/>
          <ac:cxnSpMkLst>
            <pc:docMk/>
            <pc:sldMk cId="1430648378" sldId="1288"/>
            <ac:cxnSpMk id="6" creationId="{E38ED794-28A8-C46C-E106-6B6C5D3C9A9F}"/>
          </ac:cxnSpMkLst>
        </pc:cxnChg>
        <pc:cxnChg chg="del mod">
          <ac:chgData name="김명호" userId="e0d603aa-548e-418b-a070-918475337925" providerId="ADAL" clId="{3943B633-0770-4125-97F0-20335D698BD2}" dt="2023-11-27T05:56:30.174" v="3113" actId="478"/>
          <ac:cxnSpMkLst>
            <pc:docMk/>
            <pc:sldMk cId="1430648378" sldId="1288"/>
            <ac:cxnSpMk id="11" creationId="{9D2DD5BE-0C75-BF8A-7D28-2F43E1CD9536}"/>
          </ac:cxnSpMkLst>
        </pc:cxnChg>
        <pc:cxnChg chg="del mod">
          <ac:chgData name="김명호" userId="e0d603aa-548e-418b-a070-918475337925" providerId="ADAL" clId="{3943B633-0770-4125-97F0-20335D698BD2}" dt="2023-11-27T05:56:27.783" v="3112" actId="478"/>
          <ac:cxnSpMkLst>
            <pc:docMk/>
            <pc:sldMk cId="1430648378" sldId="1288"/>
            <ac:cxnSpMk id="20" creationId="{C7ECEA70-4BC7-F72F-CBEE-6F364A2F41F4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7:56:48.426" v="9229"/>
        <pc:sldMkLst>
          <pc:docMk/>
          <pc:sldMk cId="3298348748" sldId="1289"/>
        </pc:sldMkLst>
        <pc:spChg chg="mod">
          <ac:chgData name="김명호" userId="e0d603aa-548e-418b-a070-918475337925" providerId="ADAL" clId="{3943B633-0770-4125-97F0-20335D698BD2}" dt="2023-11-27T07:34:47.101" v="7676" actId="1036"/>
          <ac:spMkLst>
            <pc:docMk/>
            <pc:sldMk cId="3298348748" sldId="1289"/>
            <ac:spMk id="4" creationId="{9F932859-9F70-20E2-0FF4-9FC3FE0D6A45}"/>
          </ac:spMkLst>
        </pc:spChg>
        <pc:spChg chg="mod">
          <ac:chgData name="김명호" userId="e0d603aa-548e-418b-a070-918475337925" providerId="ADAL" clId="{3943B633-0770-4125-97F0-20335D698BD2}" dt="2023-11-27T07:35:44.692" v="7762"/>
          <ac:spMkLst>
            <pc:docMk/>
            <pc:sldMk cId="3298348748" sldId="1289"/>
            <ac:spMk id="7" creationId="{0C81DD60-D84B-4D3C-8F3E-7D0E22E11300}"/>
          </ac:spMkLst>
        </pc:spChg>
        <pc:spChg chg="add mod">
          <ac:chgData name="김명호" userId="e0d603aa-548e-418b-a070-918475337925" providerId="ADAL" clId="{3943B633-0770-4125-97F0-20335D698BD2}" dt="2023-11-27T07:34:53.069" v="7742" actId="1038"/>
          <ac:spMkLst>
            <pc:docMk/>
            <pc:sldMk cId="3298348748" sldId="1289"/>
            <ac:spMk id="10" creationId="{85D7DD0F-8B45-E122-9B8A-3CB7E367EAA7}"/>
          </ac:spMkLst>
        </pc:spChg>
        <pc:grpChg chg="del">
          <ac:chgData name="김명호" userId="e0d603aa-548e-418b-a070-918475337925" providerId="ADAL" clId="{3943B633-0770-4125-97F0-20335D698BD2}" dt="2023-11-27T05:57:58.957" v="3377" actId="478"/>
          <ac:grpSpMkLst>
            <pc:docMk/>
            <pc:sldMk cId="3298348748" sldId="1289"/>
            <ac:grpSpMk id="9" creationId="{05AE5F96-E2F6-D169-67DE-903B303277B8}"/>
          </ac:grpSpMkLst>
        </pc:grpChg>
        <pc:graphicFrameChg chg="mod">
          <ac:chgData name="김명호" userId="e0d603aa-548e-418b-a070-918475337925" providerId="ADAL" clId="{3943B633-0770-4125-97F0-20335D698BD2}" dt="2023-11-27T07:56:48.426" v="9229"/>
          <ac:graphicFrameMkLst>
            <pc:docMk/>
            <pc:sldMk cId="3298348748" sldId="1289"/>
            <ac:graphicFrameMk id="3" creationId="{EB5E6BEF-7528-22F3-81D3-C88DBE43847E}"/>
          </ac:graphicFrameMkLst>
        </pc:graphicFrameChg>
        <pc:picChg chg="mod ord">
          <ac:chgData name="김명호" userId="e0d603aa-548e-418b-a070-918475337925" providerId="ADAL" clId="{3943B633-0770-4125-97F0-20335D698BD2}" dt="2023-11-27T07:34:35.149" v="7607" actId="1076"/>
          <ac:picMkLst>
            <pc:docMk/>
            <pc:sldMk cId="3298348748" sldId="1289"/>
            <ac:picMk id="5" creationId="{B7071BB1-02D4-1BF7-103D-2AB0D7B164A0}"/>
          </ac:picMkLst>
        </pc:picChg>
        <pc:picChg chg="add mod ord">
          <ac:chgData name="김명호" userId="e0d603aa-548e-418b-a070-918475337925" providerId="ADAL" clId="{3943B633-0770-4125-97F0-20335D698BD2}" dt="2023-11-27T07:34:37.013" v="7608" actId="1076"/>
          <ac:picMkLst>
            <pc:docMk/>
            <pc:sldMk cId="3298348748" sldId="1289"/>
            <ac:picMk id="8" creationId="{6DD668F4-E1B0-D71B-3AC2-62FEFE170796}"/>
          </ac:picMkLst>
        </pc:picChg>
        <pc:cxnChg chg="mod">
          <ac:chgData name="김명호" userId="e0d603aa-548e-418b-a070-918475337925" providerId="ADAL" clId="{3943B633-0770-4125-97F0-20335D698BD2}" dt="2023-11-27T07:34:47.101" v="7676" actId="1036"/>
          <ac:cxnSpMkLst>
            <pc:docMk/>
            <pc:sldMk cId="3298348748" sldId="1289"/>
            <ac:cxnSpMk id="6" creationId="{E38ED794-28A8-C46C-E106-6B6C5D3C9A9F}"/>
          </ac:cxnSpMkLst>
        </pc:cxnChg>
        <pc:cxnChg chg="add mod">
          <ac:chgData name="김명호" userId="e0d603aa-548e-418b-a070-918475337925" providerId="ADAL" clId="{3943B633-0770-4125-97F0-20335D698BD2}" dt="2023-11-27T07:34:53.069" v="7742" actId="1038"/>
          <ac:cxnSpMkLst>
            <pc:docMk/>
            <pc:sldMk cId="3298348748" sldId="1289"/>
            <ac:cxnSpMk id="11" creationId="{F32A0A44-2531-58BA-FA1A-2B61719A9B7F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7:55:07.172" v="9100"/>
        <pc:sldMkLst>
          <pc:docMk/>
          <pc:sldMk cId="3827379273" sldId="1290"/>
        </pc:sldMkLst>
        <pc:spChg chg="mod">
          <ac:chgData name="김명호" userId="e0d603aa-548e-418b-a070-918475337925" providerId="ADAL" clId="{3943B633-0770-4125-97F0-20335D698BD2}" dt="2023-11-27T06:00:27.807" v="3452" actId="20577"/>
          <ac:spMkLst>
            <pc:docMk/>
            <pc:sldMk cId="3827379273" sldId="1290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6:00:16.276" v="3391" actId="14100"/>
          <ac:spMkLst>
            <pc:docMk/>
            <pc:sldMk cId="3827379273" sldId="1290"/>
            <ac:spMk id="8" creationId="{DCAEEC8D-3EE6-8F89-8C11-EE7EE3E91955}"/>
          </ac:spMkLst>
        </pc:spChg>
        <pc:spChg chg="mod">
          <ac:chgData name="김명호" userId="e0d603aa-548e-418b-a070-918475337925" providerId="ADAL" clId="{3943B633-0770-4125-97F0-20335D698BD2}" dt="2023-11-27T06:00:39.837" v="3466"/>
          <ac:spMkLst>
            <pc:docMk/>
            <pc:sldMk cId="3827379273" sldId="1290"/>
            <ac:spMk id="9" creationId="{E21C4D9C-2312-9A37-8F4B-FC88C3A85B0F}"/>
          </ac:spMkLst>
        </pc:spChg>
        <pc:spChg chg="del">
          <ac:chgData name="김명호" userId="e0d603aa-548e-418b-a070-918475337925" providerId="ADAL" clId="{3943B633-0770-4125-97F0-20335D698BD2}" dt="2023-11-27T05:59:39.368" v="3380" actId="478"/>
          <ac:spMkLst>
            <pc:docMk/>
            <pc:sldMk cId="3827379273" sldId="1290"/>
            <ac:spMk id="11" creationId="{856F67BF-68BB-F9F8-EA50-61EC3686049C}"/>
          </ac:spMkLst>
        </pc:spChg>
        <pc:graphicFrameChg chg="mod modGraphic">
          <ac:chgData name="김명호" userId="e0d603aa-548e-418b-a070-918475337925" providerId="ADAL" clId="{3943B633-0770-4125-97F0-20335D698BD2}" dt="2023-11-27T07:55:07.172" v="9100"/>
          <ac:graphicFrameMkLst>
            <pc:docMk/>
            <pc:sldMk cId="3827379273" sldId="1290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3943B633-0770-4125-97F0-20335D698BD2}" dt="2023-11-27T05:59:40.253" v="3382" actId="478"/>
          <ac:picMkLst>
            <pc:docMk/>
            <pc:sldMk cId="3827379273" sldId="1290"/>
            <ac:picMk id="5" creationId="{310E40DD-31B3-86CE-1852-18C28D395C3D}"/>
          </ac:picMkLst>
        </pc:picChg>
        <pc:picChg chg="add mod ord modCrop">
          <ac:chgData name="김명호" userId="e0d603aa-548e-418b-a070-918475337925" providerId="ADAL" clId="{3943B633-0770-4125-97F0-20335D698BD2}" dt="2023-11-27T06:00:06.099" v="3389" actId="167"/>
          <ac:picMkLst>
            <pc:docMk/>
            <pc:sldMk cId="3827379273" sldId="1290"/>
            <ac:picMk id="14" creationId="{BA85DAF3-74D0-86AF-55DE-DF9A27AF298B}"/>
          </ac:picMkLst>
        </pc:picChg>
        <pc:cxnChg chg="mod">
          <ac:chgData name="김명호" userId="e0d603aa-548e-418b-a070-918475337925" providerId="ADAL" clId="{3943B633-0770-4125-97F0-20335D698BD2}" dt="2023-11-27T06:00:18.581" v="3392" actId="1076"/>
          <ac:cxnSpMkLst>
            <pc:docMk/>
            <pc:sldMk cId="3827379273" sldId="1290"/>
            <ac:cxnSpMk id="10" creationId="{7B864172-D2D9-6D7A-4972-0B4BFFC4645E}"/>
          </ac:cxnSpMkLst>
        </pc:cxnChg>
        <pc:cxnChg chg="del">
          <ac:chgData name="김명호" userId="e0d603aa-548e-418b-a070-918475337925" providerId="ADAL" clId="{3943B633-0770-4125-97F0-20335D698BD2}" dt="2023-11-27T05:59:39.885" v="3381" actId="478"/>
          <ac:cxnSpMkLst>
            <pc:docMk/>
            <pc:sldMk cId="3827379273" sldId="1290"/>
            <ac:cxnSpMk id="13" creationId="{6D6C4D23-368D-7A7A-20BA-992185A51DEB}"/>
          </ac:cxnSpMkLst>
        </pc:cxnChg>
      </pc:sldChg>
      <pc:sldChg chg="modSp add mod">
        <pc:chgData name="김명호" userId="e0d603aa-548e-418b-a070-918475337925" providerId="ADAL" clId="{3943B633-0770-4125-97F0-20335D698BD2}" dt="2023-11-27T07:55:21.028" v="9103" actId="20577"/>
        <pc:sldMkLst>
          <pc:docMk/>
          <pc:sldMk cId="3441250629" sldId="1291"/>
        </pc:sldMkLst>
        <pc:spChg chg="mod">
          <ac:chgData name="김명호" userId="e0d603aa-548e-418b-a070-918475337925" providerId="ADAL" clId="{3943B633-0770-4125-97F0-20335D698BD2}" dt="2023-11-27T06:02:12.643" v="3660" actId="20577"/>
          <ac:spMkLst>
            <pc:docMk/>
            <pc:sldMk cId="3441250629" sldId="1291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6:01:27.930" v="3469" actId="14100"/>
          <ac:spMkLst>
            <pc:docMk/>
            <pc:sldMk cId="3441250629" sldId="1291"/>
            <ac:spMk id="8" creationId="{DCAEEC8D-3EE6-8F89-8C11-EE7EE3E91955}"/>
          </ac:spMkLst>
        </pc:spChg>
        <pc:spChg chg="mod">
          <ac:chgData name="김명호" userId="e0d603aa-548e-418b-a070-918475337925" providerId="ADAL" clId="{3943B633-0770-4125-97F0-20335D698BD2}" dt="2023-11-27T06:02:40.253" v="3695"/>
          <ac:spMkLst>
            <pc:docMk/>
            <pc:sldMk cId="3441250629" sldId="1291"/>
            <ac:spMk id="9" creationId="{E21C4D9C-2312-9A37-8F4B-FC88C3A85B0F}"/>
          </ac:spMkLst>
        </pc:spChg>
        <pc:graphicFrameChg chg="mod modGraphic">
          <ac:chgData name="김명호" userId="e0d603aa-548e-418b-a070-918475337925" providerId="ADAL" clId="{3943B633-0770-4125-97F0-20335D698BD2}" dt="2023-11-27T07:55:21.028" v="9103" actId="20577"/>
          <ac:graphicFrameMkLst>
            <pc:docMk/>
            <pc:sldMk cId="3441250629" sldId="1291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3943B633-0770-4125-97F0-20335D698BD2}" dt="2023-11-27T06:01:24.926" v="3468" actId="1076"/>
          <ac:cxnSpMkLst>
            <pc:docMk/>
            <pc:sldMk cId="3441250629" sldId="1291"/>
            <ac:cxnSpMk id="10" creationId="{7B864172-D2D9-6D7A-4972-0B4BFFC4645E}"/>
          </ac:cxnSpMkLst>
        </pc:cxnChg>
      </pc:sldChg>
      <pc:sldChg chg="delSp modSp add mod">
        <pc:chgData name="김명호" userId="e0d603aa-548e-418b-a070-918475337925" providerId="ADAL" clId="{3943B633-0770-4125-97F0-20335D698BD2}" dt="2023-11-27T07:55:26.868" v="9105" actId="20577"/>
        <pc:sldMkLst>
          <pc:docMk/>
          <pc:sldMk cId="974348620" sldId="1292"/>
        </pc:sldMkLst>
        <pc:spChg chg="mod">
          <ac:chgData name="김명호" userId="e0d603aa-548e-418b-a070-918475337925" providerId="ADAL" clId="{3943B633-0770-4125-97F0-20335D698BD2}" dt="2023-11-27T06:03:46.023" v="3831"/>
          <ac:spMkLst>
            <pc:docMk/>
            <pc:sldMk cId="974348620" sldId="1292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6:02:55.843" v="3698" actId="14100"/>
          <ac:spMkLst>
            <pc:docMk/>
            <pc:sldMk cId="974348620" sldId="1292"/>
            <ac:spMk id="8" creationId="{DCAEEC8D-3EE6-8F89-8C11-EE7EE3E91955}"/>
          </ac:spMkLst>
        </pc:spChg>
        <pc:spChg chg="mod">
          <ac:chgData name="김명호" userId="e0d603aa-548e-418b-a070-918475337925" providerId="ADAL" clId="{3943B633-0770-4125-97F0-20335D698BD2}" dt="2023-11-27T06:04:07.109" v="3910" actId="20577"/>
          <ac:spMkLst>
            <pc:docMk/>
            <pc:sldMk cId="974348620" sldId="1292"/>
            <ac:spMk id="9" creationId="{E21C4D9C-2312-9A37-8F4B-FC88C3A85B0F}"/>
          </ac:spMkLst>
        </pc:spChg>
        <pc:grpChg chg="del">
          <ac:chgData name="김명호" userId="e0d603aa-548e-418b-a070-918475337925" providerId="ADAL" clId="{3943B633-0770-4125-97F0-20335D698BD2}" dt="2023-11-27T07:46:17.257" v="8736" actId="478"/>
          <ac:grpSpMkLst>
            <pc:docMk/>
            <pc:sldMk cId="974348620" sldId="1292"/>
            <ac:grpSpMk id="4" creationId="{5E27FA5B-E40E-22BB-DEEE-5882D93E7F28}"/>
          </ac:grpSpMkLst>
        </pc:grpChg>
        <pc:graphicFrameChg chg="mod modGraphic">
          <ac:chgData name="김명호" userId="e0d603aa-548e-418b-a070-918475337925" providerId="ADAL" clId="{3943B633-0770-4125-97F0-20335D698BD2}" dt="2023-11-27T07:55:26.868" v="9105" actId="20577"/>
          <ac:graphicFrameMkLst>
            <pc:docMk/>
            <pc:sldMk cId="974348620" sldId="1292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3943B633-0770-4125-97F0-20335D698BD2}" dt="2023-11-27T06:02:57.843" v="3699" actId="1076"/>
          <ac:cxnSpMkLst>
            <pc:docMk/>
            <pc:sldMk cId="974348620" sldId="1292"/>
            <ac:cxnSpMk id="10" creationId="{7B864172-D2D9-6D7A-4972-0B4BFFC4645E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7:57:05.661" v="9232" actId="20577"/>
        <pc:sldMkLst>
          <pc:docMk/>
          <pc:sldMk cId="1321062941" sldId="1293"/>
        </pc:sldMkLst>
        <pc:spChg chg="mod">
          <ac:chgData name="김명호" userId="e0d603aa-548e-418b-a070-918475337925" providerId="ADAL" clId="{3943B633-0770-4125-97F0-20335D698BD2}" dt="2023-11-27T06:14:32.621" v="3998" actId="14100"/>
          <ac:spMkLst>
            <pc:docMk/>
            <pc:sldMk cId="1321062941" sldId="1293"/>
            <ac:spMk id="4" creationId="{9F932859-9F70-20E2-0FF4-9FC3FE0D6A45}"/>
          </ac:spMkLst>
        </pc:spChg>
        <pc:spChg chg="mod">
          <ac:chgData name="김명호" userId="e0d603aa-548e-418b-a070-918475337925" providerId="ADAL" clId="{3943B633-0770-4125-97F0-20335D698BD2}" dt="2023-11-27T06:14:57.568" v="4077" actId="20577"/>
          <ac:spMkLst>
            <pc:docMk/>
            <pc:sldMk cId="1321062941" sldId="1293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3943B633-0770-4125-97F0-20335D698BD2}" dt="2023-11-27T07:57:05.661" v="9232" actId="20577"/>
          <ac:graphicFrameMkLst>
            <pc:docMk/>
            <pc:sldMk cId="1321062941" sldId="1293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3943B633-0770-4125-97F0-20335D698BD2}" dt="2023-11-27T06:13:53.405" v="3912" actId="478"/>
          <ac:picMkLst>
            <pc:docMk/>
            <pc:sldMk cId="1321062941" sldId="1293"/>
            <ac:picMk id="5" creationId="{B7071BB1-02D4-1BF7-103D-2AB0D7B164A0}"/>
          </ac:picMkLst>
        </pc:picChg>
        <pc:picChg chg="add mod ord modCrop">
          <ac:chgData name="김명호" userId="e0d603aa-548e-418b-a070-918475337925" providerId="ADAL" clId="{3943B633-0770-4125-97F0-20335D698BD2}" dt="2023-11-27T06:14:12.936" v="3919" actId="167"/>
          <ac:picMkLst>
            <pc:docMk/>
            <pc:sldMk cId="1321062941" sldId="1293"/>
            <ac:picMk id="9" creationId="{92AA74AB-B801-1036-8C23-F53AA4DCBB5F}"/>
          </ac:picMkLst>
        </pc:picChg>
        <pc:cxnChg chg="mod">
          <ac:chgData name="김명호" userId="e0d603aa-548e-418b-a070-918475337925" providerId="ADAL" clId="{3943B633-0770-4125-97F0-20335D698BD2}" dt="2023-11-27T06:14:43.965" v="4001" actId="1076"/>
          <ac:cxnSpMkLst>
            <pc:docMk/>
            <pc:sldMk cId="1321062941" sldId="1293"/>
            <ac:cxnSpMk id="6" creationId="{E38ED794-28A8-C46C-E106-6B6C5D3C9A9F}"/>
          </ac:cxnSpMkLst>
        </pc:cxnChg>
      </pc:sldChg>
      <pc:sldChg chg="delSp modSp add mod">
        <pc:chgData name="김명호" userId="e0d603aa-548e-418b-a070-918475337925" providerId="ADAL" clId="{3943B633-0770-4125-97F0-20335D698BD2}" dt="2023-11-27T07:58:14.441" v="9242" actId="20577"/>
        <pc:sldMkLst>
          <pc:docMk/>
          <pc:sldMk cId="1642372520" sldId="1294"/>
        </pc:sldMkLst>
        <pc:spChg chg="del">
          <ac:chgData name="김명호" userId="e0d603aa-548e-418b-a070-918475337925" providerId="ADAL" clId="{3943B633-0770-4125-97F0-20335D698BD2}" dt="2023-11-27T06:15:59.006" v="4079" actId="478"/>
          <ac:spMkLst>
            <pc:docMk/>
            <pc:sldMk cId="1642372520" sldId="1294"/>
            <ac:spMk id="4" creationId="{9F932859-9F70-20E2-0FF4-9FC3FE0D6A45}"/>
          </ac:spMkLst>
        </pc:spChg>
        <pc:spChg chg="mod">
          <ac:chgData name="김명호" userId="e0d603aa-548e-418b-a070-918475337925" providerId="ADAL" clId="{3943B633-0770-4125-97F0-20335D698BD2}" dt="2023-11-27T06:16:11.723" v="4173" actId="20577"/>
          <ac:spMkLst>
            <pc:docMk/>
            <pc:sldMk cId="1642372520" sldId="1294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3943B633-0770-4125-97F0-20335D698BD2}" dt="2023-11-27T07:58:14.441" v="9242" actId="20577"/>
          <ac:graphicFrameMkLst>
            <pc:docMk/>
            <pc:sldMk cId="1642372520" sldId="1294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3943B633-0770-4125-97F0-20335D698BD2}" dt="2023-11-27T06:15:59.368" v="4080" actId="478"/>
          <ac:cxnSpMkLst>
            <pc:docMk/>
            <pc:sldMk cId="1642372520" sldId="1294"/>
            <ac:cxnSpMk id="6" creationId="{E38ED794-28A8-C46C-E106-6B6C5D3C9A9F}"/>
          </ac:cxnSpMkLst>
        </pc:cxnChg>
      </pc:sldChg>
      <pc:sldChg chg="addSp modSp add mod">
        <pc:chgData name="김명호" userId="e0d603aa-548e-418b-a070-918475337925" providerId="ADAL" clId="{3943B633-0770-4125-97F0-20335D698BD2}" dt="2023-11-27T07:58:20.395" v="9244" actId="20577"/>
        <pc:sldMkLst>
          <pc:docMk/>
          <pc:sldMk cId="144547040" sldId="1295"/>
        </pc:sldMkLst>
        <pc:spChg chg="add mod">
          <ac:chgData name="김명호" userId="e0d603aa-548e-418b-a070-918475337925" providerId="ADAL" clId="{3943B633-0770-4125-97F0-20335D698BD2}" dt="2023-11-27T06:16:55.851" v="4177" actId="14100"/>
          <ac:spMkLst>
            <pc:docMk/>
            <pc:sldMk cId="144547040" sldId="1295"/>
            <ac:spMk id="4" creationId="{45392A73-2395-B7A9-B0C3-31BB3C6E66BC}"/>
          </ac:spMkLst>
        </pc:spChg>
        <pc:spChg chg="mod">
          <ac:chgData name="김명호" userId="e0d603aa-548e-418b-a070-918475337925" providerId="ADAL" clId="{3943B633-0770-4125-97F0-20335D698BD2}" dt="2023-11-27T06:18:25.252" v="4541"/>
          <ac:spMkLst>
            <pc:docMk/>
            <pc:sldMk cId="144547040" sldId="1295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6:17:28.405" v="4310"/>
          <ac:spMkLst>
            <pc:docMk/>
            <pc:sldMk cId="144547040" sldId="1295"/>
            <ac:spMk id="8" creationId="{E19BF0EF-7971-D1AF-410C-47D9FE6E444A}"/>
          </ac:spMkLst>
        </pc:spChg>
        <pc:spChg chg="mod">
          <ac:chgData name="김명호" userId="e0d603aa-548e-418b-a070-918475337925" providerId="ADAL" clId="{3943B633-0770-4125-97F0-20335D698BD2}" dt="2023-11-27T06:18:50.900" v="4587" actId="20577"/>
          <ac:spMkLst>
            <pc:docMk/>
            <pc:sldMk cId="144547040" sldId="1295"/>
            <ac:spMk id="10" creationId="{C649EB8B-0B52-D0FE-8906-133D9C51B471}"/>
          </ac:spMkLst>
        </pc:spChg>
        <pc:grpChg chg="add mod">
          <ac:chgData name="김명호" userId="e0d603aa-548e-418b-a070-918475337925" providerId="ADAL" clId="{3943B633-0770-4125-97F0-20335D698BD2}" dt="2023-11-27T06:17:28.405" v="4310"/>
          <ac:grpSpMkLst>
            <pc:docMk/>
            <pc:sldMk cId="144547040" sldId="1295"/>
            <ac:grpSpMk id="6" creationId="{A4036C10-D5E3-A6F8-93F7-95C3B8A8E2D9}"/>
          </ac:grpSpMkLst>
        </pc:grpChg>
        <pc:graphicFrameChg chg="mod modGraphic">
          <ac:chgData name="김명호" userId="e0d603aa-548e-418b-a070-918475337925" providerId="ADAL" clId="{3943B633-0770-4125-97F0-20335D698BD2}" dt="2023-11-27T07:58:20.395" v="9244" actId="20577"/>
          <ac:graphicFrameMkLst>
            <pc:docMk/>
            <pc:sldMk cId="144547040" sldId="1295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3943B633-0770-4125-97F0-20335D698BD2}" dt="2023-11-27T06:16:58.044" v="4178" actId="1076"/>
          <ac:cxnSpMkLst>
            <pc:docMk/>
            <pc:sldMk cId="144547040" sldId="1295"/>
            <ac:cxnSpMk id="5" creationId="{0BE678B8-73CF-B1E6-1B93-4B2DF13F2AC1}"/>
          </ac:cxnSpMkLst>
        </pc:cxnChg>
      </pc:sldChg>
      <pc:sldChg chg="delSp modSp add mod">
        <pc:chgData name="김명호" userId="e0d603aa-548e-418b-a070-918475337925" providerId="ADAL" clId="{3943B633-0770-4125-97F0-20335D698BD2}" dt="2023-11-27T07:58:58.314" v="9248"/>
        <pc:sldMkLst>
          <pc:docMk/>
          <pc:sldMk cId="2512597383" sldId="1296"/>
        </pc:sldMkLst>
        <pc:spChg chg="mod">
          <ac:chgData name="김명호" userId="e0d603aa-548e-418b-a070-918475337925" providerId="ADAL" clId="{3943B633-0770-4125-97F0-20335D698BD2}" dt="2023-11-27T06:20:34.531" v="4646" actId="14100"/>
          <ac:spMkLst>
            <pc:docMk/>
            <pc:sldMk cId="2512597383" sldId="1296"/>
            <ac:spMk id="4" creationId="{45392A73-2395-B7A9-B0C3-31BB3C6E66BC}"/>
          </ac:spMkLst>
        </pc:spChg>
        <pc:spChg chg="mod">
          <ac:chgData name="김명호" userId="e0d603aa-548e-418b-a070-918475337925" providerId="ADAL" clId="{3943B633-0770-4125-97F0-20335D698BD2}" dt="2023-11-27T06:30:15.071" v="6006" actId="6549"/>
          <ac:spMkLst>
            <pc:docMk/>
            <pc:sldMk cId="2512597383" sldId="1296"/>
            <ac:spMk id="7" creationId="{0C81DD60-D84B-4D3C-8F3E-7D0E22E11300}"/>
          </ac:spMkLst>
        </pc:spChg>
        <pc:grpChg chg="del mod">
          <ac:chgData name="김명호" userId="e0d603aa-548e-418b-a070-918475337925" providerId="ADAL" clId="{3943B633-0770-4125-97F0-20335D698BD2}" dt="2023-11-27T06:20:47.307" v="4677" actId="478"/>
          <ac:grpSpMkLst>
            <pc:docMk/>
            <pc:sldMk cId="2512597383" sldId="1296"/>
            <ac:grpSpMk id="6" creationId="{A4036C10-D5E3-A6F8-93F7-95C3B8A8E2D9}"/>
          </ac:grpSpMkLst>
        </pc:grpChg>
        <pc:graphicFrameChg chg="mod">
          <ac:chgData name="김명호" userId="e0d603aa-548e-418b-a070-918475337925" providerId="ADAL" clId="{3943B633-0770-4125-97F0-20335D698BD2}" dt="2023-11-27T07:58:58.314" v="9248"/>
          <ac:graphicFrameMkLst>
            <pc:docMk/>
            <pc:sldMk cId="2512597383" sldId="1296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3943B633-0770-4125-97F0-20335D698BD2}" dt="2023-11-27T06:20:36.122" v="4647" actId="1076"/>
          <ac:cxnSpMkLst>
            <pc:docMk/>
            <pc:sldMk cId="2512597383" sldId="1296"/>
            <ac:cxnSpMk id="5" creationId="{0BE678B8-73CF-B1E6-1B93-4B2DF13F2AC1}"/>
          </ac:cxnSpMkLst>
        </pc:cxnChg>
      </pc:sldChg>
      <pc:sldChg chg="addSp modSp add mod">
        <pc:chgData name="김명호" userId="e0d603aa-548e-418b-a070-918475337925" providerId="ADAL" clId="{3943B633-0770-4125-97F0-20335D698BD2}" dt="2023-11-27T07:59:24.290" v="9250" actId="20577"/>
        <pc:sldMkLst>
          <pc:docMk/>
          <pc:sldMk cId="68142331" sldId="1297"/>
        </pc:sldMkLst>
        <pc:spChg chg="mod">
          <ac:chgData name="김명호" userId="e0d603aa-548e-418b-a070-918475337925" providerId="ADAL" clId="{3943B633-0770-4125-97F0-20335D698BD2}" dt="2023-11-27T06:21:03.450" v="4683" actId="1076"/>
          <ac:spMkLst>
            <pc:docMk/>
            <pc:sldMk cId="68142331" sldId="1297"/>
            <ac:spMk id="4" creationId="{45392A73-2395-B7A9-B0C3-31BB3C6E66BC}"/>
          </ac:spMkLst>
        </pc:spChg>
        <pc:spChg chg="add mod">
          <ac:chgData name="김명호" userId="e0d603aa-548e-418b-a070-918475337925" providerId="ADAL" clId="{3943B633-0770-4125-97F0-20335D698BD2}" dt="2023-11-27T06:21:16.866" v="4702" actId="1037"/>
          <ac:spMkLst>
            <pc:docMk/>
            <pc:sldMk cId="68142331" sldId="1297"/>
            <ac:spMk id="6" creationId="{3DF42CB2-188C-8D7A-1468-36A8D7A1A97C}"/>
          </ac:spMkLst>
        </pc:spChg>
        <pc:spChg chg="mod">
          <ac:chgData name="김명호" userId="e0d603aa-548e-418b-a070-918475337925" providerId="ADAL" clId="{3943B633-0770-4125-97F0-20335D698BD2}" dt="2023-11-27T06:21:29.485" v="4774" actId="20577"/>
          <ac:spMkLst>
            <pc:docMk/>
            <pc:sldMk cId="68142331" sldId="1297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3943B633-0770-4125-97F0-20335D698BD2}" dt="2023-11-27T07:59:24.290" v="9250" actId="20577"/>
          <ac:graphicFrameMkLst>
            <pc:docMk/>
            <pc:sldMk cId="68142331" sldId="1297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3943B633-0770-4125-97F0-20335D698BD2}" dt="2023-11-27T06:21:05.746" v="4684" actId="1076"/>
          <ac:cxnSpMkLst>
            <pc:docMk/>
            <pc:sldMk cId="68142331" sldId="1297"/>
            <ac:cxnSpMk id="5" creationId="{0BE678B8-73CF-B1E6-1B93-4B2DF13F2AC1}"/>
          </ac:cxnSpMkLst>
        </pc:cxnChg>
        <pc:cxnChg chg="add mod">
          <ac:chgData name="김명호" userId="e0d603aa-548e-418b-a070-918475337925" providerId="ADAL" clId="{3943B633-0770-4125-97F0-20335D698BD2}" dt="2023-11-27T06:21:16.866" v="4702" actId="1037"/>
          <ac:cxnSpMkLst>
            <pc:docMk/>
            <pc:sldMk cId="68142331" sldId="1297"/>
            <ac:cxnSpMk id="8" creationId="{29A02C39-7717-3C19-42C0-B0406845C9CE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7:59:32.290" v="9252" actId="20577"/>
        <pc:sldMkLst>
          <pc:docMk/>
          <pc:sldMk cId="2172955003" sldId="1298"/>
        </pc:sldMkLst>
        <pc:spChg chg="del">
          <ac:chgData name="김명호" userId="e0d603aa-548e-418b-a070-918475337925" providerId="ADAL" clId="{3943B633-0770-4125-97F0-20335D698BD2}" dt="2023-11-27T06:21:56.252" v="4776" actId="478"/>
          <ac:spMkLst>
            <pc:docMk/>
            <pc:sldMk cId="2172955003" sldId="1298"/>
            <ac:spMk id="4" creationId="{45392A73-2395-B7A9-B0C3-31BB3C6E66BC}"/>
          </ac:spMkLst>
        </pc:spChg>
        <pc:spChg chg="mod">
          <ac:chgData name="김명호" userId="e0d603aa-548e-418b-a070-918475337925" providerId="ADAL" clId="{3943B633-0770-4125-97F0-20335D698BD2}" dt="2023-11-27T06:22:03.786" v="4778" actId="14100"/>
          <ac:spMkLst>
            <pc:docMk/>
            <pc:sldMk cId="2172955003" sldId="1298"/>
            <ac:spMk id="6" creationId="{3DF42CB2-188C-8D7A-1468-36A8D7A1A97C}"/>
          </ac:spMkLst>
        </pc:spChg>
        <pc:spChg chg="mod">
          <ac:chgData name="김명호" userId="e0d603aa-548e-418b-a070-918475337925" providerId="ADAL" clId="{3943B633-0770-4125-97F0-20335D698BD2}" dt="2023-11-27T06:26:01.059" v="5532" actId="20577"/>
          <ac:spMkLst>
            <pc:docMk/>
            <pc:sldMk cId="2172955003" sldId="1298"/>
            <ac:spMk id="7" creationId="{0C81DD60-D84B-4D3C-8F3E-7D0E22E11300}"/>
          </ac:spMkLst>
        </pc:spChg>
        <pc:spChg chg="add del mod">
          <ac:chgData name="김명호" userId="e0d603aa-548e-418b-a070-918475337925" providerId="ADAL" clId="{3943B633-0770-4125-97F0-20335D698BD2}" dt="2023-11-27T06:25:04.299" v="5225" actId="478"/>
          <ac:spMkLst>
            <pc:docMk/>
            <pc:sldMk cId="2172955003" sldId="1298"/>
            <ac:spMk id="10" creationId="{D11AFAB4-0DAF-474E-743C-D40356A4A995}"/>
          </ac:spMkLst>
        </pc:spChg>
        <pc:spChg chg="mod">
          <ac:chgData name="김명호" userId="e0d603aa-548e-418b-a070-918475337925" providerId="ADAL" clId="{3943B633-0770-4125-97F0-20335D698BD2}" dt="2023-11-27T06:26:05.980" v="5533"/>
          <ac:spMkLst>
            <pc:docMk/>
            <pc:sldMk cId="2172955003" sldId="1298"/>
            <ac:spMk id="12" creationId="{CDC1576B-3E6D-EC25-EBE5-90DFD2558D37}"/>
          </ac:spMkLst>
        </pc:spChg>
        <pc:spChg chg="mod">
          <ac:chgData name="김명호" userId="e0d603aa-548e-418b-a070-918475337925" providerId="ADAL" clId="{3943B633-0770-4125-97F0-20335D698BD2}" dt="2023-11-27T06:27:05.242" v="5677" actId="20577"/>
          <ac:spMkLst>
            <pc:docMk/>
            <pc:sldMk cId="2172955003" sldId="1298"/>
            <ac:spMk id="13" creationId="{32FD6D5B-B0A9-7DF6-347C-4A44A4B90702}"/>
          </ac:spMkLst>
        </pc:spChg>
        <pc:grpChg chg="add mod">
          <ac:chgData name="김명호" userId="e0d603aa-548e-418b-a070-918475337925" providerId="ADAL" clId="{3943B633-0770-4125-97F0-20335D698BD2}" dt="2023-11-27T06:26:05.980" v="5533"/>
          <ac:grpSpMkLst>
            <pc:docMk/>
            <pc:sldMk cId="2172955003" sldId="1298"/>
            <ac:grpSpMk id="11" creationId="{ABE2C507-D331-0A52-A040-03FAB3A1B5DC}"/>
          </ac:grpSpMkLst>
        </pc:grpChg>
        <pc:graphicFrameChg chg="mod modGraphic">
          <ac:chgData name="김명호" userId="e0d603aa-548e-418b-a070-918475337925" providerId="ADAL" clId="{3943B633-0770-4125-97F0-20335D698BD2}" dt="2023-11-27T07:59:32.290" v="9252" actId="20577"/>
          <ac:graphicFrameMkLst>
            <pc:docMk/>
            <pc:sldMk cId="2172955003" sldId="1298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3943B633-0770-4125-97F0-20335D698BD2}" dt="2023-11-27T06:21:56.252" v="4776" actId="478"/>
          <ac:cxnSpMkLst>
            <pc:docMk/>
            <pc:sldMk cId="2172955003" sldId="1298"/>
            <ac:cxnSpMk id="5" creationId="{0BE678B8-73CF-B1E6-1B93-4B2DF13F2AC1}"/>
          </ac:cxnSpMkLst>
        </pc:cxnChg>
        <pc:cxnChg chg="mod">
          <ac:chgData name="김명호" userId="e0d603aa-548e-418b-a070-918475337925" providerId="ADAL" clId="{3943B633-0770-4125-97F0-20335D698BD2}" dt="2023-11-27T06:22:05.217" v="4779" actId="1076"/>
          <ac:cxnSpMkLst>
            <pc:docMk/>
            <pc:sldMk cId="2172955003" sldId="1298"/>
            <ac:cxnSpMk id="8" creationId="{29A02C39-7717-3C19-42C0-B0406845C9CE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6:29:18.973" v="5934" actId="478"/>
        <pc:sldMkLst>
          <pc:docMk/>
          <pc:sldMk cId="3383120828" sldId="1299"/>
        </pc:sldMkLst>
        <pc:spChg chg="mod">
          <ac:chgData name="김명호" userId="e0d603aa-548e-418b-a070-918475337925" providerId="ADAL" clId="{3943B633-0770-4125-97F0-20335D698BD2}" dt="2023-11-27T06:28:06.105" v="5679" actId="14100"/>
          <ac:spMkLst>
            <pc:docMk/>
            <pc:sldMk cId="3383120828" sldId="1299"/>
            <ac:spMk id="4" creationId="{45392A73-2395-B7A9-B0C3-31BB3C6E66BC}"/>
          </ac:spMkLst>
        </pc:spChg>
        <pc:spChg chg="add del mod">
          <ac:chgData name="김명호" userId="e0d603aa-548e-418b-a070-918475337925" providerId="ADAL" clId="{3943B633-0770-4125-97F0-20335D698BD2}" dt="2023-11-27T06:29:18.973" v="5934" actId="478"/>
          <ac:spMkLst>
            <pc:docMk/>
            <pc:sldMk cId="3383120828" sldId="1299"/>
            <ac:spMk id="6" creationId="{90FBFCE0-B125-CAAC-CF3E-BEAE20B57F7E}"/>
          </ac:spMkLst>
        </pc:spChg>
        <pc:spChg chg="mod">
          <ac:chgData name="김명호" userId="e0d603aa-548e-418b-a070-918475337925" providerId="ADAL" clId="{3943B633-0770-4125-97F0-20335D698BD2}" dt="2023-11-27T06:28:49.800" v="5929" actId="20577"/>
          <ac:spMkLst>
            <pc:docMk/>
            <pc:sldMk cId="3383120828" sldId="1299"/>
            <ac:spMk id="7" creationId="{0C81DD60-D84B-4D3C-8F3E-7D0E22E11300}"/>
          </ac:spMkLst>
        </pc:spChg>
        <pc:cxnChg chg="mod">
          <ac:chgData name="김명호" userId="e0d603aa-548e-418b-a070-918475337925" providerId="ADAL" clId="{3943B633-0770-4125-97F0-20335D698BD2}" dt="2023-11-27T06:28:07.974" v="5680" actId="1076"/>
          <ac:cxnSpMkLst>
            <pc:docMk/>
            <pc:sldMk cId="3383120828" sldId="1299"/>
            <ac:cxnSpMk id="5" creationId="{0BE678B8-73CF-B1E6-1B93-4B2DF13F2AC1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7:59:47.783" v="9261"/>
        <pc:sldMkLst>
          <pc:docMk/>
          <pc:sldMk cId="1750962522" sldId="1300"/>
        </pc:sldMkLst>
        <pc:spChg chg="del mod">
          <ac:chgData name="김명호" userId="e0d603aa-548e-418b-a070-918475337925" providerId="ADAL" clId="{3943B633-0770-4125-97F0-20335D698BD2}" dt="2023-11-27T06:42:18.362" v="6348" actId="478"/>
          <ac:spMkLst>
            <pc:docMk/>
            <pc:sldMk cId="1750962522" sldId="1300"/>
            <ac:spMk id="6" creationId="{3DF42CB2-188C-8D7A-1468-36A8D7A1A97C}"/>
          </ac:spMkLst>
        </pc:spChg>
        <pc:spChg chg="mod">
          <ac:chgData name="김명호" userId="e0d603aa-548e-418b-a070-918475337925" providerId="ADAL" clId="{3943B633-0770-4125-97F0-20335D698BD2}" dt="2023-11-27T06:42:25.739" v="6363" actId="6549"/>
          <ac:spMkLst>
            <pc:docMk/>
            <pc:sldMk cId="1750962522" sldId="1300"/>
            <ac:spMk id="7" creationId="{0C81DD60-D84B-4D3C-8F3E-7D0E22E11300}"/>
          </ac:spMkLst>
        </pc:spChg>
        <pc:spChg chg="add del mod">
          <ac:chgData name="김명호" userId="e0d603aa-548e-418b-a070-918475337925" providerId="ADAL" clId="{3943B633-0770-4125-97F0-20335D698BD2}" dt="2023-11-27T06:35:13.036" v="6135" actId="478"/>
          <ac:spMkLst>
            <pc:docMk/>
            <pc:sldMk cId="1750962522" sldId="1300"/>
            <ac:spMk id="10" creationId="{B690A168-1C99-8732-E720-AA326DB81BC6}"/>
          </ac:spMkLst>
        </pc:spChg>
        <pc:spChg chg="add mod">
          <ac:chgData name="김명호" userId="e0d603aa-548e-418b-a070-918475337925" providerId="ADAL" clId="{3943B633-0770-4125-97F0-20335D698BD2}" dt="2023-11-27T06:35:23.723" v="6138" actId="14100"/>
          <ac:spMkLst>
            <pc:docMk/>
            <pc:sldMk cId="1750962522" sldId="1300"/>
            <ac:spMk id="16" creationId="{9F2A56D5-28ED-F6CF-CC51-2A844F555A13}"/>
          </ac:spMkLst>
        </pc:spChg>
        <pc:spChg chg="add del mod">
          <ac:chgData name="김명호" userId="e0d603aa-548e-418b-a070-918475337925" providerId="ADAL" clId="{3943B633-0770-4125-97F0-20335D698BD2}" dt="2023-11-27T06:37:25.575" v="6239"/>
          <ac:spMkLst>
            <pc:docMk/>
            <pc:sldMk cId="1750962522" sldId="1300"/>
            <ac:spMk id="18" creationId="{ADD1E20F-A0DF-F629-B1AC-AEBC5495FCDD}"/>
          </ac:spMkLst>
        </pc:spChg>
        <pc:spChg chg="mod">
          <ac:chgData name="김명호" userId="e0d603aa-548e-418b-a070-918475337925" providerId="ADAL" clId="{3943B633-0770-4125-97F0-20335D698BD2}" dt="2023-11-27T06:37:03.142" v="6236"/>
          <ac:spMkLst>
            <pc:docMk/>
            <pc:sldMk cId="1750962522" sldId="1300"/>
            <ac:spMk id="19" creationId="{C43448B8-0CAB-4961-4287-5E8A70C94BFF}"/>
          </ac:spMkLst>
        </pc:spChg>
        <pc:spChg chg="mod">
          <ac:chgData name="김명호" userId="e0d603aa-548e-418b-a070-918475337925" providerId="ADAL" clId="{3943B633-0770-4125-97F0-20335D698BD2}" dt="2023-11-27T06:37:07.577" v="6238"/>
          <ac:spMkLst>
            <pc:docMk/>
            <pc:sldMk cId="1750962522" sldId="1300"/>
            <ac:spMk id="20" creationId="{7F02919A-20DC-FCD3-91F7-0BE2ABA75984}"/>
          </ac:spMkLst>
        </pc:spChg>
        <pc:grpChg chg="del">
          <ac:chgData name="김명호" userId="e0d603aa-548e-418b-a070-918475337925" providerId="ADAL" clId="{3943B633-0770-4125-97F0-20335D698BD2}" dt="2023-11-27T06:32:17.088" v="6128" actId="478"/>
          <ac:grpSpMkLst>
            <pc:docMk/>
            <pc:sldMk cId="1750962522" sldId="1300"/>
            <ac:grpSpMk id="11" creationId="{ABE2C507-D331-0A52-A040-03FAB3A1B5DC}"/>
          </ac:grpSpMkLst>
        </pc:grpChg>
        <pc:graphicFrameChg chg="mod modGraphic">
          <ac:chgData name="김명호" userId="e0d603aa-548e-418b-a070-918475337925" providerId="ADAL" clId="{3943B633-0770-4125-97F0-20335D698BD2}" dt="2023-11-27T07:59:47.783" v="9261"/>
          <ac:graphicFrameMkLst>
            <pc:docMk/>
            <pc:sldMk cId="1750962522" sldId="1300"/>
            <ac:graphicFrameMk id="3" creationId="{EB5E6BEF-7528-22F3-81D3-C88DBE43847E}"/>
          </ac:graphicFrameMkLst>
        </pc:graphicFrameChg>
        <pc:picChg chg="add del mod ord modCrop">
          <ac:chgData name="김명호" userId="e0d603aa-548e-418b-a070-918475337925" providerId="ADAL" clId="{3943B633-0770-4125-97F0-20335D698BD2}" dt="2023-11-27T06:37:25.575" v="6239"/>
          <ac:picMkLst>
            <pc:docMk/>
            <pc:sldMk cId="1750962522" sldId="1300"/>
            <ac:picMk id="5" creationId="{F5C08CBE-87AD-8C92-D555-814FF4863732}"/>
          </ac:picMkLst>
        </pc:picChg>
        <pc:picChg chg="del">
          <ac:chgData name="김명호" userId="e0d603aa-548e-418b-a070-918475337925" providerId="ADAL" clId="{3943B633-0770-4125-97F0-20335D698BD2}" dt="2023-11-27T06:31:28.474" v="6008" actId="478"/>
          <ac:picMkLst>
            <pc:docMk/>
            <pc:sldMk cId="1750962522" sldId="1300"/>
            <ac:picMk id="9" creationId="{92AA74AB-B801-1036-8C23-F53AA4DCBB5F}"/>
          </ac:picMkLst>
        </pc:picChg>
        <pc:picChg chg="mod">
          <ac:chgData name="김명호" userId="e0d603aa-548e-418b-a070-918475337925" providerId="ADAL" clId="{3943B633-0770-4125-97F0-20335D698BD2}" dt="2023-11-27T06:37:27.719" v="6241" actId="1076"/>
          <ac:picMkLst>
            <pc:docMk/>
            <pc:sldMk cId="1750962522" sldId="1300"/>
            <ac:picMk id="21" creationId="{98CE204D-D6A8-5FE5-A12B-F0683E8ED5EB}"/>
          </ac:picMkLst>
        </pc:picChg>
        <pc:cxnChg chg="del mod">
          <ac:chgData name="김명호" userId="e0d603aa-548e-418b-a070-918475337925" providerId="ADAL" clId="{3943B633-0770-4125-97F0-20335D698BD2}" dt="2023-11-27T06:42:19.020" v="6349" actId="478"/>
          <ac:cxnSpMkLst>
            <pc:docMk/>
            <pc:sldMk cId="1750962522" sldId="1300"/>
            <ac:cxnSpMk id="8" creationId="{29A02C39-7717-3C19-42C0-B0406845C9CE}"/>
          </ac:cxnSpMkLst>
        </pc:cxnChg>
        <pc:cxnChg chg="add del mod">
          <ac:chgData name="김명호" userId="e0d603aa-548e-418b-a070-918475337925" providerId="ADAL" clId="{3943B633-0770-4125-97F0-20335D698BD2}" dt="2023-11-27T06:35:13.036" v="6135" actId="478"/>
          <ac:cxnSpMkLst>
            <pc:docMk/>
            <pc:sldMk cId="1750962522" sldId="1300"/>
            <ac:cxnSpMk id="14" creationId="{B907CF12-A138-E899-910A-99CCAE3FA184}"/>
          </ac:cxnSpMkLst>
        </pc:cxnChg>
        <pc:cxnChg chg="add mod">
          <ac:chgData name="김명호" userId="e0d603aa-548e-418b-a070-918475337925" providerId="ADAL" clId="{3943B633-0770-4125-97F0-20335D698BD2}" dt="2023-11-27T06:35:27.493" v="6140" actId="1076"/>
          <ac:cxnSpMkLst>
            <pc:docMk/>
            <pc:sldMk cId="1750962522" sldId="1300"/>
            <ac:cxnSpMk id="17" creationId="{2D0D2302-7AF7-3FB5-2656-3E1D746FAB42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8:00:08.918" v="9263" actId="20577"/>
        <pc:sldMkLst>
          <pc:docMk/>
          <pc:sldMk cId="371723482" sldId="1301"/>
        </pc:sldMkLst>
        <pc:spChg chg="del">
          <ac:chgData name="김명호" userId="e0d603aa-548e-418b-a070-918475337925" providerId="ADAL" clId="{3943B633-0770-4125-97F0-20335D698BD2}" dt="2023-11-27T06:46:50.454" v="6381" actId="478"/>
          <ac:spMkLst>
            <pc:docMk/>
            <pc:sldMk cId="371723482" sldId="1301"/>
            <ac:spMk id="7" creationId="{0C81DD60-D84B-4D3C-8F3E-7D0E22E11300}"/>
          </ac:spMkLst>
        </pc:spChg>
        <pc:spChg chg="add del mod">
          <ac:chgData name="김명호" userId="e0d603aa-548e-418b-a070-918475337925" providerId="ADAL" clId="{3943B633-0770-4125-97F0-20335D698BD2}" dt="2023-11-27T06:46:53.411" v="6382" actId="478"/>
          <ac:spMkLst>
            <pc:docMk/>
            <pc:sldMk cId="371723482" sldId="1301"/>
            <ac:spMk id="9" creationId="{82287CD4-5378-57A2-3607-375830FF23A5}"/>
          </ac:spMkLst>
        </pc:spChg>
        <pc:spChg chg="add mod">
          <ac:chgData name="김명호" userId="e0d603aa-548e-418b-a070-918475337925" providerId="ADAL" clId="{3943B633-0770-4125-97F0-20335D698BD2}" dt="2023-11-27T06:49:00.487" v="6523" actId="13926"/>
          <ac:spMkLst>
            <pc:docMk/>
            <pc:sldMk cId="371723482" sldId="1301"/>
            <ac:spMk id="10" creationId="{5B40DCF1-7A42-B1C1-9E1B-C0F8F3BFCC5F}"/>
          </ac:spMkLst>
        </pc:spChg>
        <pc:spChg chg="mod">
          <ac:chgData name="김명호" userId="e0d603aa-548e-418b-a070-918475337925" providerId="ADAL" clId="{3943B633-0770-4125-97F0-20335D698BD2}" dt="2023-11-27T06:49:40.201" v="6547"/>
          <ac:spMkLst>
            <pc:docMk/>
            <pc:sldMk cId="371723482" sldId="1301"/>
            <ac:spMk id="12" creationId="{B5B3EF76-D209-7717-175F-F936F494761F}"/>
          </ac:spMkLst>
        </pc:spChg>
        <pc:spChg chg="mod">
          <ac:chgData name="김명호" userId="e0d603aa-548e-418b-a070-918475337925" providerId="ADAL" clId="{3943B633-0770-4125-97F0-20335D698BD2}" dt="2023-11-27T07:01:04.544" v="7296"/>
          <ac:spMkLst>
            <pc:docMk/>
            <pc:sldMk cId="371723482" sldId="1301"/>
            <ac:spMk id="13" creationId="{1B65A8B2-BEC5-7A3B-6117-A27A1E14CB43}"/>
          </ac:spMkLst>
        </pc:spChg>
        <pc:spChg chg="add mod">
          <ac:chgData name="김명호" userId="e0d603aa-548e-418b-a070-918475337925" providerId="ADAL" clId="{3943B633-0770-4125-97F0-20335D698BD2}" dt="2023-11-27T06:50:39.739" v="6619" actId="14100"/>
          <ac:spMkLst>
            <pc:docMk/>
            <pc:sldMk cId="371723482" sldId="1301"/>
            <ac:spMk id="14" creationId="{CC664652-A672-002A-D1D7-AF525E6F0211}"/>
          </ac:spMkLst>
        </pc:spChg>
        <pc:spChg chg="mod">
          <ac:chgData name="김명호" userId="e0d603aa-548e-418b-a070-918475337925" providerId="ADAL" clId="{3943B633-0770-4125-97F0-20335D698BD2}" dt="2023-11-27T06:50:29.828" v="6615" actId="14100"/>
          <ac:spMkLst>
            <pc:docMk/>
            <pc:sldMk cId="371723482" sldId="1301"/>
            <ac:spMk id="16" creationId="{9F2A56D5-28ED-F6CF-CC51-2A844F555A13}"/>
          </ac:spMkLst>
        </pc:spChg>
        <pc:grpChg chg="add mod">
          <ac:chgData name="김명호" userId="e0d603aa-548e-418b-a070-918475337925" providerId="ADAL" clId="{3943B633-0770-4125-97F0-20335D698BD2}" dt="2023-11-27T06:50:49.756" v="6621" actId="1076"/>
          <ac:grpSpMkLst>
            <pc:docMk/>
            <pc:sldMk cId="371723482" sldId="1301"/>
            <ac:grpSpMk id="11" creationId="{85FEDC73-51E0-FBDC-850A-33AE963CB047}"/>
          </ac:grpSpMkLst>
        </pc:grpChg>
        <pc:graphicFrameChg chg="mod modGraphic">
          <ac:chgData name="김명호" userId="e0d603aa-548e-418b-a070-918475337925" providerId="ADAL" clId="{3943B633-0770-4125-97F0-20335D698BD2}" dt="2023-11-27T08:00:08.918" v="9263" actId="20577"/>
          <ac:graphicFrameMkLst>
            <pc:docMk/>
            <pc:sldMk cId="371723482" sldId="1301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3943B633-0770-4125-97F0-20335D698BD2}" dt="2023-11-27T06:45:07.969" v="6375" actId="1036"/>
          <ac:picMkLst>
            <pc:docMk/>
            <pc:sldMk cId="371723482" sldId="1301"/>
            <ac:picMk id="5" creationId="{A0C09B07-1FE4-CF1B-67AE-85FFE1B457FC}"/>
          </ac:picMkLst>
        </pc:picChg>
        <pc:picChg chg="del">
          <ac:chgData name="김명호" userId="e0d603aa-548e-418b-a070-918475337925" providerId="ADAL" clId="{3943B633-0770-4125-97F0-20335D698BD2}" dt="2023-11-27T06:44:36.071" v="6366" actId="478"/>
          <ac:picMkLst>
            <pc:docMk/>
            <pc:sldMk cId="371723482" sldId="1301"/>
            <ac:picMk id="21" creationId="{98CE204D-D6A8-5FE5-A12B-F0683E8ED5EB}"/>
          </ac:picMkLst>
        </pc:picChg>
        <pc:cxnChg chg="add mod">
          <ac:chgData name="김명호" userId="e0d603aa-548e-418b-a070-918475337925" providerId="ADAL" clId="{3943B633-0770-4125-97F0-20335D698BD2}" dt="2023-11-27T06:50:42.603" v="6620" actId="1076"/>
          <ac:cxnSpMkLst>
            <pc:docMk/>
            <pc:sldMk cId="371723482" sldId="1301"/>
            <ac:cxnSpMk id="15" creationId="{F8716E81-F270-C99B-E5C2-46B78B784E22}"/>
          </ac:cxnSpMkLst>
        </pc:cxnChg>
        <pc:cxnChg chg="mod">
          <ac:chgData name="김명호" userId="e0d603aa-548e-418b-a070-918475337925" providerId="ADAL" clId="{3943B633-0770-4125-97F0-20335D698BD2}" dt="2023-11-27T06:50:32.210" v="6616" actId="1076"/>
          <ac:cxnSpMkLst>
            <pc:docMk/>
            <pc:sldMk cId="371723482" sldId="1301"/>
            <ac:cxnSpMk id="17" creationId="{2D0D2302-7AF7-3FB5-2656-3E1D746FAB42}"/>
          </ac:cxnSpMkLst>
        </pc:cxnChg>
      </pc:sldChg>
      <pc:sldChg chg="delSp modSp add del mod">
        <pc:chgData name="김명호" userId="e0d603aa-548e-418b-a070-918475337925" providerId="ADAL" clId="{3943B633-0770-4125-97F0-20335D698BD2}" dt="2023-11-27T06:42:35.706" v="6364" actId="47"/>
        <pc:sldMkLst>
          <pc:docMk/>
          <pc:sldMk cId="1768587805" sldId="1301"/>
        </pc:sldMkLst>
        <pc:spChg chg="del">
          <ac:chgData name="김명호" userId="e0d603aa-548e-418b-a070-918475337925" providerId="ADAL" clId="{3943B633-0770-4125-97F0-20335D698BD2}" dt="2023-11-27T06:37:58.862" v="6243" actId="478"/>
          <ac:spMkLst>
            <pc:docMk/>
            <pc:sldMk cId="1768587805" sldId="1301"/>
            <ac:spMk id="6" creationId="{3DF42CB2-188C-8D7A-1468-36A8D7A1A97C}"/>
          </ac:spMkLst>
        </pc:spChg>
        <pc:spChg chg="mod">
          <ac:chgData name="김명호" userId="e0d603aa-548e-418b-a070-918475337925" providerId="ADAL" clId="{3943B633-0770-4125-97F0-20335D698BD2}" dt="2023-11-27T06:38:25.746" v="6347" actId="20577"/>
          <ac:spMkLst>
            <pc:docMk/>
            <pc:sldMk cId="1768587805" sldId="1301"/>
            <ac:spMk id="7" creationId="{0C81DD60-D84B-4D3C-8F3E-7D0E22E11300}"/>
          </ac:spMkLst>
        </pc:spChg>
        <pc:spChg chg="mod">
          <ac:chgData name="김명호" userId="e0d603aa-548e-418b-a070-918475337925" providerId="ADAL" clId="{3943B633-0770-4125-97F0-20335D698BD2}" dt="2023-11-27T06:38:14.217" v="6294" actId="1037"/>
          <ac:spMkLst>
            <pc:docMk/>
            <pc:sldMk cId="1768587805" sldId="1301"/>
            <ac:spMk id="16" creationId="{9F2A56D5-28ED-F6CF-CC51-2A844F555A13}"/>
          </ac:spMkLst>
        </pc:spChg>
        <pc:picChg chg="mod">
          <ac:chgData name="김명호" userId="e0d603aa-548e-418b-a070-918475337925" providerId="ADAL" clId="{3943B633-0770-4125-97F0-20335D698BD2}" dt="2023-11-27T06:38:08.887" v="6247" actId="1076"/>
          <ac:picMkLst>
            <pc:docMk/>
            <pc:sldMk cId="1768587805" sldId="1301"/>
            <ac:picMk id="21" creationId="{98CE204D-D6A8-5FE5-A12B-F0683E8ED5EB}"/>
          </ac:picMkLst>
        </pc:picChg>
        <pc:cxnChg chg="del">
          <ac:chgData name="김명호" userId="e0d603aa-548e-418b-a070-918475337925" providerId="ADAL" clId="{3943B633-0770-4125-97F0-20335D698BD2}" dt="2023-11-27T06:37:58.862" v="6243" actId="478"/>
          <ac:cxnSpMkLst>
            <pc:docMk/>
            <pc:sldMk cId="1768587805" sldId="1301"/>
            <ac:cxnSpMk id="8" creationId="{29A02C39-7717-3C19-42C0-B0406845C9CE}"/>
          </ac:cxnSpMkLst>
        </pc:cxnChg>
        <pc:cxnChg chg="mod">
          <ac:chgData name="김명호" userId="e0d603aa-548e-418b-a070-918475337925" providerId="ADAL" clId="{3943B633-0770-4125-97F0-20335D698BD2}" dt="2023-11-27T06:38:16.578" v="6295" actId="1035"/>
          <ac:cxnSpMkLst>
            <pc:docMk/>
            <pc:sldMk cId="1768587805" sldId="1301"/>
            <ac:cxnSpMk id="17" creationId="{2D0D2302-7AF7-3FB5-2656-3E1D746FAB42}"/>
          </ac:cxnSpMkLst>
        </pc:cxnChg>
      </pc:sldChg>
      <pc:sldChg chg="delSp modSp add del mod">
        <pc:chgData name="김명호" userId="e0d603aa-548e-418b-a070-918475337925" providerId="ADAL" clId="{3943B633-0770-4125-97F0-20335D698BD2}" dt="2023-11-27T06:54:32.387" v="6628" actId="47"/>
        <pc:sldMkLst>
          <pc:docMk/>
          <pc:sldMk cId="1275217565" sldId="1302"/>
        </pc:sldMkLst>
        <pc:spChg chg="del">
          <ac:chgData name="김명호" userId="e0d603aa-548e-418b-a070-918475337925" providerId="ADAL" clId="{3943B633-0770-4125-97F0-20335D698BD2}" dt="2023-11-27T06:54:19.931" v="6625" actId="478"/>
          <ac:spMkLst>
            <pc:docMk/>
            <pc:sldMk cId="1275217565" sldId="1302"/>
            <ac:spMk id="14" creationId="{CC664652-A672-002A-D1D7-AF525E6F0211}"/>
          </ac:spMkLst>
        </pc:spChg>
        <pc:spChg chg="mod">
          <ac:chgData name="김명호" userId="e0d603aa-548e-418b-a070-918475337925" providerId="ADAL" clId="{3943B633-0770-4125-97F0-20335D698BD2}" dt="2023-11-27T06:54:29.848" v="6627" actId="1076"/>
          <ac:spMkLst>
            <pc:docMk/>
            <pc:sldMk cId="1275217565" sldId="1302"/>
            <ac:spMk id="16" creationId="{9F2A56D5-28ED-F6CF-CC51-2A844F555A13}"/>
          </ac:spMkLst>
        </pc:spChg>
        <pc:cxnChg chg="del">
          <ac:chgData name="김명호" userId="e0d603aa-548e-418b-a070-918475337925" providerId="ADAL" clId="{3943B633-0770-4125-97F0-20335D698BD2}" dt="2023-11-27T06:54:19.931" v="6625" actId="478"/>
          <ac:cxnSpMkLst>
            <pc:docMk/>
            <pc:sldMk cId="1275217565" sldId="1302"/>
            <ac:cxnSpMk id="15" creationId="{F8716E81-F270-C99B-E5C2-46B78B784E22}"/>
          </ac:cxnSpMkLst>
        </pc:cxnChg>
        <pc:cxnChg chg="mod">
          <ac:chgData name="김명호" userId="e0d603aa-548e-418b-a070-918475337925" providerId="ADAL" clId="{3943B633-0770-4125-97F0-20335D698BD2}" dt="2023-11-27T06:54:29.848" v="6627" actId="1076"/>
          <ac:cxnSpMkLst>
            <pc:docMk/>
            <pc:sldMk cId="1275217565" sldId="1302"/>
            <ac:cxnSpMk id="17" creationId="{2D0D2302-7AF7-3FB5-2656-3E1D746FAB42}"/>
          </ac:cxnSpMkLst>
        </pc:cxnChg>
      </pc:sldChg>
      <pc:sldChg chg="delSp modSp add mod">
        <pc:chgData name="김명호" userId="e0d603aa-548e-418b-a070-918475337925" providerId="ADAL" clId="{3943B633-0770-4125-97F0-20335D698BD2}" dt="2023-11-27T08:00:26.163" v="9268" actId="20577"/>
        <pc:sldMkLst>
          <pc:docMk/>
          <pc:sldMk cId="1319877996" sldId="1302"/>
        </pc:sldMkLst>
        <pc:spChg chg="mod">
          <ac:chgData name="김명호" userId="e0d603aa-548e-418b-a070-918475337925" providerId="ADAL" clId="{3943B633-0770-4125-97F0-20335D698BD2}" dt="2023-11-27T06:56:30.483" v="6830" actId="20577"/>
          <ac:spMkLst>
            <pc:docMk/>
            <pc:sldMk cId="1319877996" sldId="1302"/>
            <ac:spMk id="10" creationId="{5B40DCF1-7A42-B1C1-9E1B-C0F8F3BFCC5F}"/>
          </ac:spMkLst>
        </pc:spChg>
        <pc:spChg chg="mod">
          <ac:chgData name="김명호" userId="e0d603aa-548e-418b-a070-918475337925" providerId="ADAL" clId="{3943B633-0770-4125-97F0-20335D698BD2}" dt="2023-11-27T07:02:58.105" v="7299" actId="20577"/>
          <ac:spMkLst>
            <pc:docMk/>
            <pc:sldMk cId="1319877996" sldId="1302"/>
            <ac:spMk id="13" creationId="{1B65A8B2-BEC5-7A3B-6117-A27A1E14CB43}"/>
          </ac:spMkLst>
        </pc:spChg>
        <pc:spChg chg="mod">
          <ac:chgData name="김명호" userId="e0d603aa-548e-418b-a070-918475337925" providerId="ADAL" clId="{3943B633-0770-4125-97F0-20335D698BD2}" dt="2023-11-27T06:56:46.097" v="6833" actId="14100"/>
          <ac:spMkLst>
            <pc:docMk/>
            <pc:sldMk cId="1319877996" sldId="1302"/>
            <ac:spMk id="14" creationId="{CC664652-A672-002A-D1D7-AF525E6F0211}"/>
          </ac:spMkLst>
        </pc:spChg>
        <pc:spChg chg="del">
          <ac:chgData name="김명호" userId="e0d603aa-548e-418b-a070-918475337925" providerId="ADAL" clId="{3943B633-0770-4125-97F0-20335D698BD2}" dt="2023-11-27T06:55:45.410" v="6630" actId="478"/>
          <ac:spMkLst>
            <pc:docMk/>
            <pc:sldMk cId="1319877996" sldId="1302"/>
            <ac:spMk id="16" creationId="{9F2A56D5-28ED-F6CF-CC51-2A844F555A13}"/>
          </ac:spMkLst>
        </pc:spChg>
        <pc:grpChg chg="mod">
          <ac:chgData name="김명호" userId="e0d603aa-548e-418b-a070-918475337925" providerId="ADAL" clId="{3943B633-0770-4125-97F0-20335D698BD2}" dt="2023-11-27T06:56:50.336" v="6835" actId="1076"/>
          <ac:grpSpMkLst>
            <pc:docMk/>
            <pc:sldMk cId="1319877996" sldId="1302"/>
            <ac:grpSpMk id="11" creationId="{85FEDC73-51E0-FBDC-850A-33AE963CB047}"/>
          </ac:grpSpMkLst>
        </pc:grpChg>
        <pc:graphicFrameChg chg="mod modGraphic">
          <ac:chgData name="김명호" userId="e0d603aa-548e-418b-a070-918475337925" providerId="ADAL" clId="{3943B633-0770-4125-97F0-20335D698BD2}" dt="2023-11-27T08:00:26.163" v="9268" actId="20577"/>
          <ac:graphicFrameMkLst>
            <pc:docMk/>
            <pc:sldMk cId="1319877996" sldId="1302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3943B633-0770-4125-97F0-20335D698BD2}" dt="2023-11-27T06:56:48.730" v="6834" actId="1076"/>
          <ac:cxnSpMkLst>
            <pc:docMk/>
            <pc:sldMk cId="1319877996" sldId="1302"/>
            <ac:cxnSpMk id="15" creationId="{F8716E81-F270-C99B-E5C2-46B78B784E22}"/>
          </ac:cxnSpMkLst>
        </pc:cxnChg>
        <pc:cxnChg chg="del">
          <ac:chgData name="김명호" userId="e0d603aa-548e-418b-a070-918475337925" providerId="ADAL" clId="{3943B633-0770-4125-97F0-20335D698BD2}" dt="2023-11-27T06:55:45.410" v="6630" actId="478"/>
          <ac:cxnSpMkLst>
            <pc:docMk/>
            <pc:sldMk cId="1319877996" sldId="1302"/>
            <ac:cxnSpMk id="17" creationId="{2D0D2302-7AF7-3FB5-2656-3E1D746FAB42}"/>
          </ac:cxnSpMkLst>
        </pc:cxnChg>
      </pc:sldChg>
      <pc:sldChg chg="add del">
        <pc:chgData name="김명호" userId="e0d603aa-548e-418b-a070-918475337925" providerId="ADAL" clId="{3943B633-0770-4125-97F0-20335D698BD2}" dt="2023-11-27T06:54:13.027" v="6623"/>
        <pc:sldMkLst>
          <pc:docMk/>
          <pc:sldMk cId="1802773958" sldId="1302"/>
        </pc:sldMkLst>
      </pc:sldChg>
      <pc:sldChg chg="addSp delSp modSp add mod">
        <pc:chgData name="김명호" userId="e0d603aa-548e-418b-a070-918475337925" providerId="ADAL" clId="{3943B633-0770-4125-97F0-20335D698BD2}" dt="2023-11-27T08:00:53.059" v="9278" actId="20577"/>
        <pc:sldMkLst>
          <pc:docMk/>
          <pc:sldMk cId="1894751857" sldId="1303"/>
        </pc:sldMkLst>
        <pc:spChg chg="mod">
          <ac:chgData name="김명호" userId="e0d603aa-548e-418b-a070-918475337925" providerId="ADAL" clId="{3943B633-0770-4125-97F0-20335D698BD2}" dt="2023-11-27T07:32:28.888" v="7599" actId="20577"/>
          <ac:spMkLst>
            <pc:docMk/>
            <pc:sldMk cId="1894751857" sldId="1303"/>
            <ac:spMk id="10" creationId="{5B40DCF1-7A42-B1C1-9E1B-C0F8F3BFCC5F}"/>
          </ac:spMkLst>
        </pc:spChg>
        <pc:spChg chg="mod">
          <ac:chgData name="김명호" userId="e0d603aa-548e-418b-a070-918475337925" providerId="ADAL" clId="{3943B633-0770-4125-97F0-20335D698BD2}" dt="2023-11-27T07:31:59.623" v="7437" actId="14100"/>
          <ac:spMkLst>
            <pc:docMk/>
            <pc:sldMk cId="1894751857" sldId="1303"/>
            <ac:spMk id="14" creationId="{CC664652-A672-002A-D1D7-AF525E6F0211}"/>
          </ac:spMkLst>
        </pc:spChg>
        <pc:grpChg chg="del">
          <ac:chgData name="김명호" userId="e0d603aa-548e-418b-a070-918475337925" providerId="ADAL" clId="{3943B633-0770-4125-97F0-20335D698BD2}" dt="2023-11-27T07:32:26.711" v="7596" actId="478"/>
          <ac:grpSpMkLst>
            <pc:docMk/>
            <pc:sldMk cId="1894751857" sldId="1303"/>
            <ac:grpSpMk id="11" creationId="{85FEDC73-51E0-FBDC-850A-33AE963CB047}"/>
          </ac:grpSpMkLst>
        </pc:grpChg>
        <pc:graphicFrameChg chg="mod modGraphic">
          <ac:chgData name="김명호" userId="e0d603aa-548e-418b-a070-918475337925" providerId="ADAL" clId="{3943B633-0770-4125-97F0-20335D698BD2}" dt="2023-11-27T08:00:53.059" v="9278" actId="20577"/>
          <ac:graphicFrameMkLst>
            <pc:docMk/>
            <pc:sldMk cId="1894751857" sldId="1303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3943B633-0770-4125-97F0-20335D698BD2}" dt="2023-11-27T07:31:28.737" v="7428" actId="478"/>
          <ac:picMkLst>
            <pc:docMk/>
            <pc:sldMk cId="1894751857" sldId="1303"/>
            <ac:picMk id="5" creationId="{A0C09B07-1FE4-CF1B-67AE-85FFE1B457FC}"/>
          </ac:picMkLst>
        </pc:picChg>
        <pc:picChg chg="add mod ord modCrop">
          <ac:chgData name="김명호" userId="e0d603aa-548e-418b-a070-918475337925" providerId="ADAL" clId="{3943B633-0770-4125-97F0-20335D698BD2}" dt="2023-11-27T07:31:49.736" v="7435" actId="167"/>
          <ac:picMkLst>
            <pc:docMk/>
            <pc:sldMk cId="1894751857" sldId="1303"/>
            <ac:picMk id="6" creationId="{0F3A8756-CAE1-23F7-2F55-52427C66C176}"/>
          </ac:picMkLst>
        </pc:picChg>
        <pc:cxnChg chg="mod">
          <ac:chgData name="김명호" userId="e0d603aa-548e-418b-a070-918475337925" providerId="ADAL" clId="{3943B633-0770-4125-97F0-20335D698BD2}" dt="2023-11-27T07:32:01.727" v="7438" actId="1076"/>
          <ac:cxnSpMkLst>
            <pc:docMk/>
            <pc:sldMk cId="1894751857" sldId="1303"/>
            <ac:cxnSpMk id="15" creationId="{F8716E81-F270-C99B-E5C2-46B78B784E22}"/>
          </ac:cxnSpMkLst>
        </pc:cxnChg>
      </pc:sldChg>
      <pc:sldChg chg="modSp add del mod">
        <pc:chgData name="김명호" userId="e0d603aa-548e-418b-a070-918475337925" providerId="ADAL" clId="{3943B633-0770-4125-97F0-20335D698BD2}" dt="2023-11-27T07:03:41.197" v="7426" actId="47"/>
        <pc:sldMkLst>
          <pc:docMk/>
          <pc:sldMk cId="3794201131" sldId="1303"/>
        </pc:sldMkLst>
        <pc:spChg chg="mod">
          <ac:chgData name="김명호" userId="e0d603aa-548e-418b-a070-918475337925" providerId="ADAL" clId="{3943B633-0770-4125-97F0-20335D698BD2}" dt="2023-11-27T07:03:40.999" v="7425"/>
          <ac:spMkLst>
            <pc:docMk/>
            <pc:sldMk cId="3794201131" sldId="1303"/>
            <ac:spMk id="10" creationId="{5B40DCF1-7A42-B1C1-9E1B-C0F8F3BFCC5F}"/>
          </ac:spMkLst>
        </pc:spChg>
        <pc:spChg chg="mod">
          <ac:chgData name="김명호" userId="e0d603aa-548e-418b-a070-918475337925" providerId="ADAL" clId="{3943B633-0770-4125-97F0-20335D698BD2}" dt="2023-11-27T07:03:25.806" v="7344" actId="14100"/>
          <ac:spMkLst>
            <pc:docMk/>
            <pc:sldMk cId="3794201131" sldId="1303"/>
            <ac:spMk id="14" creationId="{CC664652-A672-002A-D1D7-AF525E6F0211}"/>
          </ac:spMkLst>
        </pc:spChg>
        <pc:cxnChg chg="mod">
          <ac:chgData name="김명호" userId="e0d603aa-548e-418b-a070-918475337925" providerId="ADAL" clId="{3943B633-0770-4125-97F0-20335D698BD2}" dt="2023-11-27T07:03:28.030" v="7345" actId="1076"/>
          <ac:cxnSpMkLst>
            <pc:docMk/>
            <pc:sldMk cId="3794201131" sldId="1303"/>
            <ac:cxnSpMk id="15" creationId="{F8716E81-F270-C99B-E5C2-46B78B784E22}"/>
          </ac:cxnSpMkLst>
        </pc:cxnChg>
      </pc:sldChg>
      <pc:sldChg chg="add del">
        <pc:chgData name="김명호" userId="e0d603aa-548e-418b-a070-918475337925" providerId="ADAL" clId="{3943B633-0770-4125-97F0-20335D698BD2}" dt="2023-11-27T07:34:12.489" v="7601"/>
        <pc:sldMkLst>
          <pc:docMk/>
          <pc:sldMk cId="1060980705" sldId="1304"/>
        </pc:sldMkLst>
      </pc:sldChg>
      <pc:sldChg chg="delSp modSp add mod">
        <pc:chgData name="김명호" userId="e0d603aa-548e-418b-a070-918475337925" providerId="ADAL" clId="{3943B633-0770-4125-97F0-20335D698BD2}" dt="2023-11-27T08:00:37.698" v="9273" actId="20577"/>
        <pc:sldMkLst>
          <pc:docMk/>
          <pc:sldMk cId="4049007617" sldId="1304"/>
        </pc:sldMkLst>
        <pc:spChg chg="mod">
          <ac:chgData name="김명호" userId="e0d603aa-548e-418b-a070-918475337925" providerId="ADAL" clId="{3943B633-0770-4125-97F0-20335D698BD2}" dt="2023-11-27T07:37:25.120" v="8065"/>
          <ac:spMkLst>
            <pc:docMk/>
            <pc:sldMk cId="4049007617" sldId="1304"/>
            <ac:spMk id="10" creationId="{5B40DCF1-7A42-B1C1-9E1B-C0F8F3BFCC5F}"/>
          </ac:spMkLst>
        </pc:spChg>
        <pc:spChg chg="mod">
          <ac:chgData name="김명호" userId="e0d603aa-548e-418b-a070-918475337925" providerId="ADAL" clId="{3943B633-0770-4125-97F0-20335D698BD2}" dt="2023-11-27T07:36:15.363" v="7771" actId="693"/>
          <ac:spMkLst>
            <pc:docMk/>
            <pc:sldMk cId="4049007617" sldId="1304"/>
            <ac:spMk id="14" creationId="{CC664652-A672-002A-D1D7-AF525E6F0211}"/>
          </ac:spMkLst>
        </pc:spChg>
        <pc:grpChg chg="del">
          <ac:chgData name="김명호" userId="e0d603aa-548e-418b-a070-918475337925" providerId="ADAL" clId="{3943B633-0770-4125-97F0-20335D698BD2}" dt="2023-11-27T07:36:20.022" v="7773" actId="478"/>
          <ac:grpSpMkLst>
            <pc:docMk/>
            <pc:sldMk cId="4049007617" sldId="1304"/>
            <ac:grpSpMk id="11" creationId="{85FEDC73-51E0-FBDC-850A-33AE963CB047}"/>
          </ac:grpSpMkLst>
        </pc:grpChg>
        <pc:graphicFrameChg chg="mod modGraphic">
          <ac:chgData name="김명호" userId="e0d603aa-548e-418b-a070-918475337925" providerId="ADAL" clId="{3943B633-0770-4125-97F0-20335D698BD2}" dt="2023-11-27T08:00:37.698" v="9273" actId="20577"/>
          <ac:graphicFrameMkLst>
            <pc:docMk/>
            <pc:sldMk cId="4049007617" sldId="1304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3943B633-0770-4125-97F0-20335D698BD2}" dt="2023-11-27T07:35:57.411" v="7766" actId="1076"/>
          <ac:picMkLst>
            <pc:docMk/>
            <pc:sldMk cId="4049007617" sldId="1304"/>
            <ac:picMk id="5" creationId="{A0C09B07-1FE4-CF1B-67AE-85FFE1B457FC}"/>
          </ac:picMkLst>
        </pc:picChg>
        <pc:cxnChg chg="mod">
          <ac:chgData name="김명호" userId="e0d603aa-548e-418b-a070-918475337925" providerId="ADAL" clId="{3943B633-0770-4125-97F0-20335D698BD2}" dt="2023-11-27T07:36:18.470" v="7772" actId="1076"/>
          <ac:cxnSpMkLst>
            <pc:docMk/>
            <pc:sldMk cId="4049007617" sldId="1304"/>
            <ac:cxnSpMk id="15" creationId="{F8716E81-F270-C99B-E5C2-46B78B784E22}"/>
          </ac:cxnSpMkLst>
        </pc:cxnChg>
      </pc:sldChg>
      <pc:sldChg chg="add del">
        <pc:chgData name="김명호" userId="e0d603aa-548e-418b-a070-918475337925" providerId="ADAL" clId="{3943B633-0770-4125-97F0-20335D698BD2}" dt="2023-11-27T07:38:36.287" v="8067"/>
        <pc:sldMkLst>
          <pc:docMk/>
          <pc:sldMk cId="3805685319" sldId="1305"/>
        </pc:sldMkLst>
      </pc:sldChg>
      <pc:sldChg chg="addSp delSp modSp add mod">
        <pc:chgData name="김명호" userId="e0d603aa-548e-418b-a070-918475337925" providerId="ADAL" clId="{3943B633-0770-4125-97F0-20335D698BD2}" dt="2023-11-27T08:01:08.207" v="9282"/>
        <pc:sldMkLst>
          <pc:docMk/>
          <pc:sldMk cId="4196034687" sldId="1305"/>
        </pc:sldMkLst>
        <pc:spChg chg="mod">
          <ac:chgData name="김명호" userId="e0d603aa-548e-418b-a070-918475337925" providerId="ADAL" clId="{3943B633-0770-4125-97F0-20335D698BD2}" dt="2023-11-27T07:40:13.173" v="8142" actId="20577"/>
          <ac:spMkLst>
            <pc:docMk/>
            <pc:sldMk cId="4196034687" sldId="1305"/>
            <ac:spMk id="10" creationId="{5B40DCF1-7A42-B1C1-9E1B-C0F8F3BFCC5F}"/>
          </ac:spMkLst>
        </pc:spChg>
        <pc:spChg chg="mod">
          <ac:chgData name="김명호" userId="e0d603aa-548e-418b-a070-918475337925" providerId="ADAL" clId="{3943B633-0770-4125-97F0-20335D698BD2}" dt="2023-11-27T07:40:01.250" v="8079" actId="14100"/>
          <ac:spMkLst>
            <pc:docMk/>
            <pc:sldMk cId="4196034687" sldId="1305"/>
            <ac:spMk id="14" creationId="{CC664652-A672-002A-D1D7-AF525E6F0211}"/>
          </ac:spMkLst>
        </pc:spChg>
        <pc:graphicFrameChg chg="mod">
          <ac:chgData name="김명호" userId="e0d603aa-548e-418b-a070-918475337925" providerId="ADAL" clId="{3943B633-0770-4125-97F0-20335D698BD2}" dt="2023-11-27T08:01:08.207" v="9282"/>
          <ac:graphicFrameMkLst>
            <pc:docMk/>
            <pc:sldMk cId="4196034687" sldId="1305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3943B633-0770-4125-97F0-20335D698BD2}" dt="2023-11-27T07:39:51.685" v="8077" actId="167"/>
          <ac:picMkLst>
            <pc:docMk/>
            <pc:sldMk cId="4196034687" sldId="1305"/>
            <ac:picMk id="5" creationId="{FB8052FA-0EFF-0E95-FD56-4ACC092EDB9A}"/>
          </ac:picMkLst>
        </pc:picChg>
        <pc:picChg chg="del">
          <ac:chgData name="김명호" userId="e0d603aa-548e-418b-a070-918475337925" providerId="ADAL" clId="{3943B633-0770-4125-97F0-20335D698BD2}" dt="2023-11-27T07:39:28.172" v="8069" actId="478"/>
          <ac:picMkLst>
            <pc:docMk/>
            <pc:sldMk cId="4196034687" sldId="1305"/>
            <ac:picMk id="6" creationId="{0F3A8756-CAE1-23F7-2F55-52427C66C176}"/>
          </ac:picMkLst>
        </pc:picChg>
        <pc:cxnChg chg="mod">
          <ac:chgData name="김명호" userId="e0d603aa-548e-418b-a070-918475337925" providerId="ADAL" clId="{3943B633-0770-4125-97F0-20335D698BD2}" dt="2023-11-27T07:40:03.426" v="8080" actId="1076"/>
          <ac:cxnSpMkLst>
            <pc:docMk/>
            <pc:sldMk cId="4196034687" sldId="1305"/>
            <ac:cxnSpMk id="15" creationId="{F8716E81-F270-C99B-E5C2-46B78B784E22}"/>
          </ac:cxnSpMkLst>
        </pc:cxnChg>
      </pc:sldChg>
      <pc:sldChg chg="addSp delSp modSp add mod">
        <pc:chgData name="김명호" userId="e0d603aa-548e-418b-a070-918475337925" providerId="ADAL" clId="{3943B633-0770-4125-97F0-20335D698BD2}" dt="2023-11-27T08:01:25.321" v="9289" actId="20577"/>
        <pc:sldMkLst>
          <pc:docMk/>
          <pc:sldMk cId="3581996249" sldId="1306"/>
        </pc:sldMkLst>
        <pc:spChg chg="mod">
          <ac:chgData name="김명호" userId="e0d603aa-548e-418b-a070-918475337925" providerId="ADAL" clId="{3943B633-0770-4125-97F0-20335D698BD2}" dt="2023-11-27T07:42:02.644" v="8211"/>
          <ac:spMkLst>
            <pc:docMk/>
            <pc:sldMk cId="3581996249" sldId="1306"/>
            <ac:spMk id="8" creationId="{C08043DD-7DA1-C346-4044-40E9F3AD4F35}"/>
          </ac:spMkLst>
        </pc:spChg>
        <pc:spChg chg="mod">
          <ac:chgData name="김명호" userId="e0d603aa-548e-418b-a070-918475337925" providerId="ADAL" clId="{3943B633-0770-4125-97F0-20335D698BD2}" dt="2023-11-27T07:42:22.379" v="8222"/>
          <ac:spMkLst>
            <pc:docMk/>
            <pc:sldMk cId="3581996249" sldId="1306"/>
            <ac:spMk id="9" creationId="{146AB8B4-5F03-E0A0-41A1-E2FF390F584E}"/>
          </ac:spMkLst>
        </pc:spChg>
        <pc:spChg chg="mod">
          <ac:chgData name="김명호" userId="e0d603aa-548e-418b-a070-918475337925" providerId="ADAL" clId="{3943B633-0770-4125-97F0-20335D698BD2}" dt="2023-11-27T07:41:52.845" v="8210" actId="20577"/>
          <ac:spMkLst>
            <pc:docMk/>
            <pc:sldMk cId="3581996249" sldId="1306"/>
            <ac:spMk id="10" creationId="{5B40DCF1-7A42-B1C1-9E1B-C0F8F3BFCC5F}"/>
          </ac:spMkLst>
        </pc:spChg>
        <pc:spChg chg="mod">
          <ac:chgData name="김명호" userId="e0d603aa-548e-418b-a070-918475337925" providerId="ADAL" clId="{3943B633-0770-4125-97F0-20335D698BD2}" dt="2023-11-27T07:41:44.611" v="8153" actId="14100"/>
          <ac:spMkLst>
            <pc:docMk/>
            <pc:sldMk cId="3581996249" sldId="1306"/>
            <ac:spMk id="14" creationId="{CC664652-A672-002A-D1D7-AF525E6F0211}"/>
          </ac:spMkLst>
        </pc:spChg>
        <pc:grpChg chg="add mod">
          <ac:chgData name="김명호" userId="e0d603aa-548e-418b-a070-918475337925" providerId="ADAL" clId="{3943B633-0770-4125-97F0-20335D698BD2}" dt="2023-11-27T07:42:02.644" v="8211"/>
          <ac:grpSpMkLst>
            <pc:docMk/>
            <pc:sldMk cId="3581996249" sldId="1306"/>
            <ac:grpSpMk id="7" creationId="{520348DA-93F9-B39D-0096-41023504265F}"/>
          </ac:grpSpMkLst>
        </pc:grpChg>
        <pc:graphicFrameChg chg="mod modGraphic">
          <ac:chgData name="김명호" userId="e0d603aa-548e-418b-a070-918475337925" providerId="ADAL" clId="{3943B633-0770-4125-97F0-20335D698BD2}" dt="2023-11-27T08:01:25.321" v="9289" actId="20577"/>
          <ac:graphicFrameMkLst>
            <pc:docMk/>
            <pc:sldMk cId="3581996249" sldId="1306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3943B633-0770-4125-97F0-20335D698BD2}" dt="2023-11-27T07:41:20.292" v="8144" actId="478"/>
          <ac:picMkLst>
            <pc:docMk/>
            <pc:sldMk cId="3581996249" sldId="1306"/>
            <ac:picMk id="5" creationId="{FB8052FA-0EFF-0E95-FD56-4ACC092EDB9A}"/>
          </ac:picMkLst>
        </pc:picChg>
        <pc:picChg chg="add mod ord modCrop">
          <ac:chgData name="김명호" userId="e0d603aa-548e-418b-a070-918475337925" providerId="ADAL" clId="{3943B633-0770-4125-97F0-20335D698BD2}" dt="2023-11-27T07:41:36.510" v="8151" actId="167"/>
          <ac:picMkLst>
            <pc:docMk/>
            <pc:sldMk cId="3581996249" sldId="1306"/>
            <ac:picMk id="6" creationId="{9939A949-F58B-F44B-0C98-A8F6F7CC3E0C}"/>
          </ac:picMkLst>
        </pc:picChg>
        <pc:cxnChg chg="mod">
          <ac:chgData name="김명호" userId="e0d603aa-548e-418b-a070-918475337925" providerId="ADAL" clId="{3943B633-0770-4125-97F0-20335D698BD2}" dt="2023-11-27T07:41:41.362" v="8152" actId="1076"/>
          <ac:cxnSpMkLst>
            <pc:docMk/>
            <pc:sldMk cId="3581996249" sldId="1306"/>
            <ac:cxnSpMk id="15" creationId="{F8716E81-F270-C99B-E5C2-46B78B784E22}"/>
          </ac:cxnSpMkLst>
        </pc:cxnChg>
      </pc:sldChg>
      <pc:sldChg chg="modSp add mod">
        <pc:chgData name="김명호" userId="e0d603aa-548e-418b-a070-918475337925" providerId="ADAL" clId="{3943B633-0770-4125-97F0-20335D698BD2}" dt="2023-11-27T08:01:53.437" v="9294"/>
        <pc:sldMkLst>
          <pc:docMk/>
          <pc:sldMk cId="1491064945" sldId="1307"/>
        </pc:sldMkLst>
        <pc:spChg chg="mod">
          <ac:chgData name="김명호" userId="e0d603aa-548e-418b-a070-918475337925" providerId="ADAL" clId="{3943B633-0770-4125-97F0-20335D698BD2}" dt="2023-11-27T07:43:30.944" v="8493" actId="400"/>
          <ac:spMkLst>
            <pc:docMk/>
            <pc:sldMk cId="1491064945" sldId="1307"/>
            <ac:spMk id="9" creationId="{146AB8B4-5F03-E0A0-41A1-E2FF390F584E}"/>
          </ac:spMkLst>
        </pc:spChg>
        <pc:spChg chg="mod">
          <ac:chgData name="김명호" userId="e0d603aa-548e-418b-a070-918475337925" providerId="ADAL" clId="{3943B633-0770-4125-97F0-20335D698BD2}" dt="2023-11-27T07:44:37.179" v="8673" actId="20577"/>
          <ac:spMkLst>
            <pc:docMk/>
            <pc:sldMk cId="1491064945" sldId="1307"/>
            <ac:spMk id="10" creationId="{5B40DCF1-7A42-B1C1-9E1B-C0F8F3BFCC5F}"/>
          </ac:spMkLst>
        </pc:spChg>
        <pc:spChg chg="mod">
          <ac:chgData name="김명호" userId="e0d603aa-548e-418b-a070-918475337925" providerId="ADAL" clId="{3943B633-0770-4125-97F0-20335D698BD2}" dt="2023-11-27T07:42:34.282" v="8225" actId="14100"/>
          <ac:spMkLst>
            <pc:docMk/>
            <pc:sldMk cId="1491064945" sldId="1307"/>
            <ac:spMk id="14" creationId="{CC664652-A672-002A-D1D7-AF525E6F0211}"/>
          </ac:spMkLst>
        </pc:spChg>
        <pc:graphicFrameChg chg="mod">
          <ac:chgData name="김명호" userId="e0d603aa-548e-418b-a070-918475337925" providerId="ADAL" clId="{3943B633-0770-4125-97F0-20335D698BD2}" dt="2023-11-27T08:01:53.437" v="9294"/>
          <ac:graphicFrameMkLst>
            <pc:docMk/>
            <pc:sldMk cId="1491064945" sldId="1307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3943B633-0770-4125-97F0-20335D698BD2}" dt="2023-11-27T07:42:30.324" v="8224" actId="1076"/>
          <ac:cxnSpMkLst>
            <pc:docMk/>
            <pc:sldMk cId="1491064945" sldId="1307"/>
            <ac:cxnSpMk id="15" creationId="{F8716E81-F270-C99B-E5C2-46B78B784E22}"/>
          </ac:cxnSpMkLst>
        </pc:cxnChg>
      </pc:sldChg>
      <pc:sldChg chg="delSp modSp add del mod">
        <pc:chgData name="김명호" userId="e0d603aa-548e-418b-a070-918475337925" providerId="ADAL" clId="{3943B633-0770-4125-97F0-20335D698BD2}" dt="2023-11-27T07:46:23.025" v="8737" actId="47"/>
        <pc:sldMkLst>
          <pc:docMk/>
          <pc:sldMk cId="435110216" sldId="1308"/>
        </pc:sldMkLst>
        <pc:spChg chg="mod">
          <ac:chgData name="김명호" userId="e0d603aa-548e-418b-a070-918475337925" providerId="ADAL" clId="{3943B633-0770-4125-97F0-20335D698BD2}" dt="2023-11-27T07:46:14.604" v="8734"/>
          <ac:spMkLst>
            <pc:docMk/>
            <pc:sldMk cId="435110216" sldId="1308"/>
            <ac:spMk id="7" creationId="{0C81DD60-D84B-4D3C-8F3E-7D0E22E11300}"/>
          </ac:spMkLst>
        </pc:spChg>
        <pc:picChg chg="del">
          <ac:chgData name="김명호" userId="e0d603aa-548e-418b-a070-918475337925" providerId="ADAL" clId="{3943B633-0770-4125-97F0-20335D698BD2}" dt="2023-11-27T07:46:14.794" v="8735" actId="478"/>
          <ac:picMkLst>
            <pc:docMk/>
            <pc:sldMk cId="435110216" sldId="1308"/>
            <ac:picMk id="14" creationId="{BA85DAF3-74D0-86AF-55DE-DF9A27AF298B}"/>
          </ac:picMkLst>
        </pc:picChg>
      </pc:sldChg>
      <pc:sldChg chg="addSp delSp modSp add mod">
        <pc:chgData name="김명호" userId="e0d603aa-548e-418b-a070-918475337925" providerId="ADAL" clId="{3943B633-0770-4125-97F0-20335D698BD2}" dt="2023-11-27T07:49:14.375" v="9073" actId="1035"/>
        <pc:sldMkLst>
          <pc:docMk/>
          <pc:sldMk cId="767760765" sldId="1308"/>
        </pc:sldMkLst>
        <pc:spChg chg="add mod">
          <ac:chgData name="김명호" userId="e0d603aa-548e-418b-a070-918475337925" providerId="ADAL" clId="{3943B633-0770-4125-97F0-20335D698BD2}" dt="2023-11-27T07:48:46.999" v="9056" actId="1076"/>
          <ac:spMkLst>
            <pc:docMk/>
            <pc:sldMk cId="767760765" sldId="1308"/>
            <ac:spMk id="5" creationId="{3DBFE0FE-A683-E613-10BE-A55F056DCF04}"/>
          </ac:spMkLst>
        </pc:spChg>
        <pc:spChg chg="del">
          <ac:chgData name="김명호" userId="e0d603aa-548e-418b-a070-918475337925" providerId="ADAL" clId="{3943B633-0770-4125-97F0-20335D698BD2}" dt="2023-11-27T07:46:43.642" v="8739" actId="478"/>
          <ac:spMkLst>
            <pc:docMk/>
            <pc:sldMk cId="767760765" sldId="1308"/>
            <ac:spMk id="6" creationId="{3DF42CB2-188C-8D7A-1468-36A8D7A1A97C}"/>
          </ac:spMkLst>
        </pc:spChg>
        <pc:spChg chg="mod">
          <ac:chgData name="김명호" userId="e0d603aa-548e-418b-a070-918475337925" providerId="ADAL" clId="{3943B633-0770-4125-97F0-20335D698BD2}" dt="2023-11-27T07:47:43.064" v="9038" actId="20577"/>
          <ac:spMkLst>
            <pc:docMk/>
            <pc:sldMk cId="767760765" sldId="1308"/>
            <ac:spMk id="7" creationId="{0C81DD60-D84B-4D3C-8F3E-7D0E22E11300}"/>
          </ac:spMkLst>
        </pc:spChg>
        <pc:spChg chg="add mod">
          <ac:chgData name="김명호" userId="e0d603aa-548e-418b-a070-918475337925" providerId="ADAL" clId="{3943B633-0770-4125-97F0-20335D698BD2}" dt="2023-11-27T07:48:46.999" v="9056" actId="1076"/>
          <ac:spMkLst>
            <pc:docMk/>
            <pc:sldMk cId="767760765" sldId="1308"/>
            <ac:spMk id="17" creationId="{61ED2CD5-B40F-A4AB-1C82-F558B87508B7}"/>
          </ac:spMkLst>
        </pc:spChg>
        <pc:spChg chg="add mod">
          <ac:chgData name="김명호" userId="e0d603aa-548e-418b-a070-918475337925" providerId="ADAL" clId="{3943B633-0770-4125-97F0-20335D698BD2}" dt="2023-11-27T07:49:14.375" v="9073" actId="1035"/>
          <ac:spMkLst>
            <pc:docMk/>
            <pc:sldMk cId="767760765" sldId="1308"/>
            <ac:spMk id="21" creationId="{363C9FFD-D90C-18D0-2315-CE43971A9A73}"/>
          </ac:spMkLst>
        </pc:spChg>
        <pc:spChg chg="add mod">
          <ac:chgData name="김명호" userId="e0d603aa-548e-418b-a070-918475337925" providerId="ADAL" clId="{3943B633-0770-4125-97F0-20335D698BD2}" dt="2023-11-27T07:49:14.375" v="9073" actId="1035"/>
          <ac:spMkLst>
            <pc:docMk/>
            <pc:sldMk cId="767760765" sldId="1308"/>
            <ac:spMk id="23" creationId="{77E61586-C8E6-518B-860C-7E2DF566F5F4}"/>
          </ac:spMkLst>
        </pc:spChg>
        <pc:grpChg chg="del">
          <ac:chgData name="김명호" userId="e0d603aa-548e-418b-a070-918475337925" providerId="ADAL" clId="{3943B633-0770-4125-97F0-20335D698BD2}" dt="2023-11-27T07:47:45.223" v="9039" actId="478"/>
          <ac:grpSpMkLst>
            <pc:docMk/>
            <pc:sldMk cId="767760765" sldId="1308"/>
            <ac:grpSpMk id="11" creationId="{ABE2C507-D331-0A52-A040-03FAB3A1B5DC}"/>
          </ac:grpSpMkLst>
        </pc:grpChg>
        <pc:picChg chg="add mod">
          <ac:chgData name="김명호" userId="e0d603aa-548e-418b-a070-918475337925" providerId="ADAL" clId="{3943B633-0770-4125-97F0-20335D698BD2}" dt="2023-11-27T07:48:46.999" v="9056" actId="1076"/>
          <ac:picMkLst>
            <pc:docMk/>
            <pc:sldMk cId="767760765" sldId="1308"/>
            <ac:picMk id="4" creationId="{387BCC99-BEF8-2655-2EEF-C8A65079C20D}"/>
          </ac:picMkLst>
        </pc:picChg>
        <pc:picChg chg="mod">
          <ac:chgData name="김명호" userId="e0d603aa-548e-418b-a070-918475337925" providerId="ADAL" clId="{3943B633-0770-4125-97F0-20335D698BD2}" dt="2023-11-27T07:48:46.999" v="9056" actId="1076"/>
          <ac:picMkLst>
            <pc:docMk/>
            <pc:sldMk cId="767760765" sldId="1308"/>
            <ac:picMk id="9" creationId="{92AA74AB-B801-1036-8C23-F53AA4DCBB5F}"/>
          </ac:picMkLst>
        </pc:picChg>
        <pc:picChg chg="add mod">
          <ac:chgData name="김명호" userId="e0d603aa-548e-418b-a070-918475337925" providerId="ADAL" clId="{3943B633-0770-4125-97F0-20335D698BD2}" dt="2023-11-27T07:49:14.375" v="9073" actId="1035"/>
          <ac:picMkLst>
            <pc:docMk/>
            <pc:sldMk cId="767760765" sldId="1308"/>
            <ac:picMk id="19" creationId="{C8E3699F-3867-F0F4-CDA8-63C6C1B1D477}"/>
          </ac:picMkLst>
        </pc:picChg>
        <pc:picChg chg="add mod">
          <ac:chgData name="김명호" userId="e0d603aa-548e-418b-a070-918475337925" providerId="ADAL" clId="{3943B633-0770-4125-97F0-20335D698BD2}" dt="2023-11-27T07:49:14.375" v="9073" actId="1035"/>
          <ac:picMkLst>
            <pc:docMk/>
            <pc:sldMk cId="767760765" sldId="1308"/>
            <ac:picMk id="20" creationId="{0A7CBA06-337E-6D01-5A26-4C476F51EEC1}"/>
          </ac:picMkLst>
        </pc:picChg>
        <pc:cxnChg chg="del">
          <ac:chgData name="김명호" userId="e0d603aa-548e-418b-a070-918475337925" providerId="ADAL" clId="{3943B633-0770-4125-97F0-20335D698BD2}" dt="2023-11-27T07:46:43.642" v="8739" actId="478"/>
          <ac:cxnSpMkLst>
            <pc:docMk/>
            <pc:sldMk cId="767760765" sldId="1308"/>
            <ac:cxnSpMk id="8" creationId="{29A02C39-7717-3C19-42C0-B0406845C9CE}"/>
          </ac:cxnSpMkLst>
        </pc:cxnChg>
        <pc:cxnChg chg="add mod">
          <ac:chgData name="김명호" userId="e0d603aa-548e-418b-a070-918475337925" providerId="ADAL" clId="{3943B633-0770-4125-97F0-20335D698BD2}" dt="2023-11-27T07:48:46.999" v="9056" actId="1076"/>
          <ac:cxnSpMkLst>
            <pc:docMk/>
            <pc:sldMk cId="767760765" sldId="1308"/>
            <ac:cxnSpMk id="10" creationId="{5E64A5B6-3F07-E9F2-DF08-0646DD2F7AE8}"/>
          </ac:cxnSpMkLst>
        </pc:cxnChg>
        <pc:cxnChg chg="add mod">
          <ac:chgData name="김명호" userId="e0d603aa-548e-418b-a070-918475337925" providerId="ADAL" clId="{3943B633-0770-4125-97F0-20335D698BD2}" dt="2023-11-27T07:49:14.375" v="9073" actId="1035"/>
          <ac:cxnSpMkLst>
            <pc:docMk/>
            <pc:sldMk cId="767760765" sldId="1308"/>
            <ac:cxnSpMk id="22" creationId="{DFBE3A8C-7FF7-8E48-4528-2FE87AA4E923}"/>
          </ac:cxnSpMkLst>
        </pc:cxnChg>
      </pc:sldChg>
    </pc:docChg>
  </pc:docChgLst>
  <pc:docChgLst>
    <pc:chgData name="김명호" userId="e0d603aa-548e-418b-a070-918475337925" providerId="ADAL" clId="{8AD130E5-6FD2-4E37-BDA0-A8BDB8CDFD5B}"/>
    <pc:docChg chg="undo custSel addSld modSld">
      <pc:chgData name="김명호" userId="e0d603aa-548e-418b-a070-918475337925" providerId="ADAL" clId="{8AD130E5-6FD2-4E37-BDA0-A8BDB8CDFD5B}" dt="2023-09-21T04:59:26.722" v="1400"/>
      <pc:docMkLst>
        <pc:docMk/>
      </pc:docMkLst>
      <pc:sldChg chg="modSp mod">
        <pc:chgData name="김명호" userId="e0d603aa-548e-418b-a070-918475337925" providerId="ADAL" clId="{8AD130E5-6FD2-4E37-BDA0-A8BDB8CDFD5B}" dt="2023-09-21T04:58:13.892" v="1349" actId="1076"/>
        <pc:sldMkLst>
          <pc:docMk/>
          <pc:sldMk cId="998022627" sldId="1083"/>
        </pc:sldMkLst>
        <pc:grpChg chg="mod">
          <ac:chgData name="김명호" userId="e0d603aa-548e-418b-a070-918475337925" providerId="ADAL" clId="{8AD130E5-6FD2-4E37-BDA0-A8BDB8CDFD5B}" dt="2023-09-21T04:58:13.892" v="1349" actId="1076"/>
          <ac:grpSpMkLst>
            <pc:docMk/>
            <pc:sldMk cId="998022627" sldId="1083"/>
            <ac:grpSpMk id="14" creationId="{E992850F-457C-EB4E-6944-5C09BD311FAB}"/>
          </ac:grpSpMkLst>
        </pc:grpChg>
      </pc:sldChg>
      <pc:sldChg chg="addSp delSp modSp mod">
        <pc:chgData name="김명호" userId="e0d603aa-548e-418b-a070-918475337925" providerId="ADAL" clId="{8AD130E5-6FD2-4E37-BDA0-A8BDB8CDFD5B}" dt="2023-09-21T04:36:19.703" v="172" actId="22"/>
        <pc:sldMkLst>
          <pc:docMk/>
          <pc:sldMk cId="2534469432" sldId="1114"/>
        </pc:sldMkLst>
        <pc:spChg chg="mod">
          <ac:chgData name="김명호" userId="e0d603aa-548e-418b-a070-918475337925" providerId="ADAL" clId="{8AD130E5-6FD2-4E37-BDA0-A8BDB8CDFD5B}" dt="2023-09-21T04:23:28.316" v="37" actId="1036"/>
          <ac:spMkLst>
            <pc:docMk/>
            <pc:sldMk cId="2534469432" sldId="1114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24:25.819" v="152"/>
          <ac:spMkLst>
            <pc:docMk/>
            <pc:sldMk cId="2534469432" sldId="1114"/>
            <ac:spMk id="7" creationId="{0C81DD60-D84B-4D3C-8F3E-7D0E22E11300}"/>
          </ac:spMkLst>
        </pc:spChg>
        <pc:spChg chg="add del">
          <ac:chgData name="김명호" userId="e0d603aa-548e-418b-a070-918475337925" providerId="ADAL" clId="{8AD130E5-6FD2-4E37-BDA0-A8BDB8CDFD5B}" dt="2023-09-21T04:36:19.703" v="172" actId="22"/>
          <ac:spMkLst>
            <pc:docMk/>
            <pc:sldMk cId="2534469432" sldId="1114"/>
            <ac:spMk id="10" creationId="{DDFF7F91-B479-C597-E873-E1797051E46C}"/>
          </ac:spMkLst>
        </pc:spChg>
        <pc:spChg chg="mod">
          <ac:chgData name="김명호" userId="e0d603aa-548e-418b-a070-918475337925" providerId="ADAL" clId="{8AD130E5-6FD2-4E37-BDA0-A8BDB8CDFD5B}" dt="2023-09-21T04:25:41.369" v="170"/>
          <ac:spMkLst>
            <pc:docMk/>
            <pc:sldMk cId="2534469432" sldId="1114"/>
            <ac:spMk id="15" creationId="{36AC3DD5-EC2A-7A94-8C0F-6BF29BC70658}"/>
          </ac:spMkLst>
        </pc:spChg>
        <pc:picChg chg="mod">
          <ac:chgData name="김명호" userId="e0d603aa-548e-418b-a070-918475337925" providerId="ADAL" clId="{8AD130E5-6FD2-4E37-BDA0-A8BDB8CDFD5B}" dt="2023-09-21T04:23:11.824" v="0" actId="1076"/>
          <ac:picMkLst>
            <pc:docMk/>
            <pc:sldMk cId="2534469432" sldId="1114"/>
            <ac:picMk id="8" creationId="{A4C68C49-C105-69CD-290A-AFB33A362956}"/>
          </ac:picMkLst>
        </pc:picChg>
        <pc:cxnChg chg="mod">
          <ac:chgData name="김명호" userId="e0d603aa-548e-418b-a070-918475337925" providerId="ADAL" clId="{8AD130E5-6FD2-4E37-BDA0-A8BDB8CDFD5B}" dt="2023-09-21T04:23:38.956" v="41" actId="1076"/>
          <ac:cxnSpMkLst>
            <pc:docMk/>
            <pc:sldMk cId="2534469432" sldId="1114"/>
            <ac:cxnSpMk id="5" creationId="{838012D8-86F7-2460-D9BC-B9CD7ABE30AB}"/>
          </ac:cxnSpMkLst>
        </pc:cxnChg>
      </pc:sldChg>
      <pc:sldChg chg="modSp add mod">
        <pc:chgData name="김명호" userId="e0d603aa-548e-418b-a070-918475337925" providerId="ADAL" clId="{8AD130E5-6FD2-4E37-BDA0-A8BDB8CDFD5B}" dt="2023-09-21T04:39:06.643" v="442"/>
        <pc:sldMkLst>
          <pc:docMk/>
          <pc:sldMk cId="2338931314" sldId="1115"/>
        </pc:sldMkLst>
        <pc:spChg chg="mod">
          <ac:chgData name="김명호" userId="e0d603aa-548e-418b-a070-918475337925" providerId="ADAL" clId="{8AD130E5-6FD2-4E37-BDA0-A8BDB8CDFD5B}" dt="2023-09-21T04:36:32.994" v="180" actId="1037"/>
          <ac:spMkLst>
            <pc:docMk/>
            <pc:sldMk cId="2338931314" sldId="1115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38:11.641" v="431"/>
          <ac:spMkLst>
            <pc:docMk/>
            <pc:sldMk cId="2338931314" sldId="1115"/>
            <ac:spMk id="7" creationId="{0C81DD60-D84B-4D3C-8F3E-7D0E22E11300}"/>
          </ac:spMkLst>
        </pc:spChg>
        <pc:spChg chg="mod">
          <ac:chgData name="김명호" userId="e0d603aa-548e-418b-a070-918475337925" providerId="ADAL" clId="{8AD130E5-6FD2-4E37-BDA0-A8BDB8CDFD5B}" dt="2023-09-21T04:39:06.643" v="442"/>
          <ac:spMkLst>
            <pc:docMk/>
            <pc:sldMk cId="2338931314" sldId="1115"/>
            <ac:spMk id="15" creationId="{36AC3DD5-EC2A-7A94-8C0F-6BF29BC70658}"/>
          </ac:spMkLst>
        </pc:spChg>
        <pc:grpChg chg="mod">
          <ac:chgData name="김명호" userId="e0d603aa-548e-418b-a070-918475337925" providerId="ADAL" clId="{8AD130E5-6FD2-4E37-BDA0-A8BDB8CDFD5B}" dt="2023-09-21T04:38:20.499" v="439" actId="1036"/>
          <ac:grpSpMkLst>
            <pc:docMk/>
            <pc:sldMk cId="2338931314" sldId="1115"/>
            <ac:grpSpMk id="13" creationId="{B83575CB-A598-D0A2-598E-74B1856A7E0C}"/>
          </ac:grpSpMkLst>
        </pc:grpChg>
        <pc:cxnChg chg="mod">
          <ac:chgData name="김명호" userId="e0d603aa-548e-418b-a070-918475337925" providerId="ADAL" clId="{8AD130E5-6FD2-4E37-BDA0-A8BDB8CDFD5B}" dt="2023-09-21T04:36:32.994" v="180" actId="1037"/>
          <ac:cxnSpMkLst>
            <pc:docMk/>
            <pc:sldMk cId="2338931314" sldId="1115"/>
            <ac:cxnSpMk id="5" creationId="{838012D8-86F7-2460-D9BC-B9CD7ABE30AB}"/>
          </ac:cxnSpMkLst>
        </pc:cxnChg>
      </pc:sldChg>
      <pc:sldChg chg="delSp modSp add mod">
        <pc:chgData name="김명호" userId="e0d603aa-548e-418b-a070-918475337925" providerId="ADAL" clId="{8AD130E5-6FD2-4E37-BDA0-A8BDB8CDFD5B}" dt="2023-09-21T04:53:45.210" v="1205" actId="20577"/>
        <pc:sldMkLst>
          <pc:docMk/>
          <pc:sldMk cId="3052116131" sldId="1116"/>
        </pc:sldMkLst>
        <pc:spChg chg="mod">
          <ac:chgData name="김명호" userId="e0d603aa-548e-418b-a070-918475337925" providerId="ADAL" clId="{8AD130E5-6FD2-4E37-BDA0-A8BDB8CDFD5B}" dt="2023-09-21T04:45:48.112" v="576" actId="1035"/>
          <ac:spMkLst>
            <pc:docMk/>
            <pc:sldMk cId="3052116131" sldId="1116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53:45.210" v="1205" actId="20577"/>
          <ac:spMkLst>
            <pc:docMk/>
            <pc:sldMk cId="3052116131" sldId="1116"/>
            <ac:spMk id="7" creationId="{0C81DD60-D84B-4D3C-8F3E-7D0E22E11300}"/>
          </ac:spMkLst>
        </pc:spChg>
        <pc:grpChg chg="del">
          <ac:chgData name="김명호" userId="e0d603aa-548e-418b-a070-918475337925" providerId="ADAL" clId="{8AD130E5-6FD2-4E37-BDA0-A8BDB8CDFD5B}" dt="2023-09-21T04:46:09.336" v="579" actId="478"/>
          <ac:grpSpMkLst>
            <pc:docMk/>
            <pc:sldMk cId="3052116131" sldId="1116"/>
            <ac:grpSpMk id="13" creationId="{B83575CB-A598-D0A2-598E-74B1856A7E0C}"/>
          </ac:grpSpMkLst>
        </pc:grpChg>
        <pc:cxnChg chg="mod">
          <ac:chgData name="김명호" userId="e0d603aa-548e-418b-a070-918475337925" providerId="ADAL" clId="{8AD130E5-6FD2-4E37-BDA0-A8BDB8CDFD5B}" dt="2023-09-21T04:45:29.371" v="483" actId="1037"/>
          <ac:cxnSpMkLst>
            <pc:docMk/>
            <pc:sldMk cId="3052116131" sldId="1116"/>
            <ac:cxnSpMk id="5" creationId="{838012D8-86F7-2460-D9BC-B9CD7ABE30AB}"/>
          </ac:cxnSpMkLst>
        </pc:cxnChg>
      </pc:sldChg>
      <pc:sldChg chg="delSp modSp add mod">
        <pc:chgData name="김명호" userId="e0d603aa-548e-418b-a070-918475337925" providerId="ADAL" clId="{8AD130E5-6FD2-4E37-BDA0-A8BDB8CDFD5B}" dt="2023-09-21T04:50:50.940" v="1054" actId="20577"/>
        <pc:sldMkLst>
          <pc:docMk/>
          <pc:sldMk cId="108431585" sldId="1117"/>
        </pc:sldMkLst>
        <pc:spChg chg="mod">
          <ac:chgData name="김명호" userId="e0d603aa-548e-418b-a070-918475337925" providerId="ADAL" clId="{8AD130E5-6FD2-4E37-BDA0-A8BDB8CDFD5B}" dt="2023-09-21T04:48:50.313" v="637" actId="14100"/>
          <ac:spMkLst>
            <pc:docMk/>
            <pc:sldMk cId="108431585" sldId="1117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50:50.940" v="1054" actId="20577"/>
          <ac:spMkLst>
            <pc:docMk/>
            <pc:sldMk cId="108431585" sldId="1117"/>
            <ac:spMk id="7" creationId="{0C81DD60-D84B-4D3C-8F3E-7D0E22E11300}"/>
          </ac:spMkLst>
        </pc:spChg>
        <pc:grpChg chg="del mod">
          <ac:chgData name="김명호" userId="e0d603aa-548e-418b-a070-918475337925" providerId="ADAL" clId="{8AD130E5-6FD2-4E37-BDA0-A8BDB8CDFD5B}" dt="2023-09-21T04:50:27.625" v="962" actId="478"/>
          <ac:grpSpMkLst>
            <pc:docMk/>
            <pc:sldMk cId="108431585" sldId="1117"/>
            <ac:grpSpMk id="13" creationId="{B83575CB-A598-D0A2-598E-74B1856A7E0C}"/>
          </ac:grpSpMkLst>
        </pc:grpChg>
        <pc:cxnChg chg="mod">
          <ac:chgData name="김명호" userId="e0d603aa-548e-418b-a070-918475337925" providerId="ADAL" clId="{8AD130E5-6FD2-4E37-BDA0-A8BDB8CDFD5B}" dt="2023-09-21T04:48:57.912" v="638" actId="1076"/>
          <ac:cxnSpMkLst>
            <pc:docMk/>
            <pc:sldMk cId="108431585" sldId="1117"/>
            <ac:cxnSpMk id="5" creationId="{838012D8-86F7-2460-D9BC-B9CD7ABE30AB}"/>
          </ac:cxnSpMkLst>
        </pc:cxnChg>
      </pc:sldChg>
      <pc:sldChg chg="modSp add mod">
        <pc:chgData name="김명호" userId="e0d603aa-548e-418b-a070-918475337925" providerId="ADAL" clId="{8AD130E5-6FD2-4E37-BDA0-A8BDB8CDFD5B}" dt="2023-09-21T04:54:22.094" v="1268" actId="20577"/>
        <pc:sldMkLst>
          <pc:docMk/>
          <pc:sldMk cId="385010898" sldId="1118"/>
        </pc:sldMkLst>
        <pc:spChg chg="mod">
          <ac:chgData name="김명호" userId="e0d603aa-548e-418b-a070-918475337925" providerId="ADAL" clId="{8AD130E5-6FD2-4E37-BDA0-A8BDB8CDFD5B}" dt="2023-09-21T04:54:22.094" v="1268" actId="20577"/>
          <ac:spMkLst>
            <pc:docMk/>
            <pc:sldMk cId="385010898" sldId="1118"/>
            <ac:spMk id="7" creationId="{0C81DD60-D84B-4D3C-8F3E-7D0E22E11300}"/>
          </ac:spMkLst>
        </pc:spChg>
      </pc:sldChg>
      <pc:sldChg chg="addSp delSp modSp add mod">
        <pc:chgData name="김명호" userId="e0d603aa-548e-418b-a070-918475337925" providerId="ADAL" clId="{8AD130E5-6FD2-4E37-BDA0-A8BDB8CDFD5B}" dt="2023-09-21T04:59:26.722" v="1400"/>
        <pc:sldMkLst>
          <pc:docMk/>
          <pc:sldMk cId="632467668" sldId="1119"/>
        </pc:sldMkLst>
        <pc:spChg chg="mod ord">
          <ac:chgData name="김명호" userId="e0d603aa-548e-418b-a070-918475337925" providerId="ADAL" clId="{8AD130E5-6FD2-4E37-BDA0-A8BDB8CDFD5B}" dt="2023-09-21T04:57:55.125" v="1345" actId="14100"/>
          <ac:spMkLst>
            <pc:docMk/>
            <pc:sldMk cId="632467668" sldId="1119"/>
            <ac:spMk id="4" creationId="{6FB51CB1-0386-702D-473C-47C4459D41D9}"/>
          </ac:spMkLst>
        </pc:spChg>
        <pc:spChg chg="mod">
          <ac:chgData name="김명호" userId="e0d603aa-548e-418b-a070-918475337925" providerId="ADAL" clId="{8AD130E5-6FD2-4E37-BDA0-A8BDB8CDFD5B}" dt="2023-09-21T04:58:33.367" v="1351"/>
          <ac:spMkLst>
            <pc:docMk/>
            <pc:sldMk cId="632467668" sldId="1119"/>
            <ac:spMk id="7" creationId="{0C81DD60-D84B-4D3C-8F3E-7D0E22E11300}"/>
          </ac:spMkLst>
        </pc:spChg>
        <pc:spChg chg="mod">
          <ac:chgData name="김명호" userId="e0d603aa-548e-418b-a070-918475337925" providerId="ADAL" clId="{8AD130E5-6FD2-4E37-BDA0-A8BDB8CDFD5B}" dt="2023-09-21T04:58:19.464" v="1350"/>
          <ac:spMkLst>
            <pc:docMk/>
            <pc:sldMk cId="632467668" sldId="1119"/>
            <ac:spMk id="12" creationId="{3EB555B6-8A2D-0150-5ACC-0EFD30405DA3}"/>
          </ac:spMkLst>
        </pc:spChg>
        <pc:spChg chg="mod">
          <ac:chgData name="김명호" userId="e0d603aa-548e-418b-a070-918475337925" providerId="ADAL" clId="{8AD130E5-6FD2-4E37-BDA0-A8BDB8CDFD5B}" dt="2023-09-21T04:59:26.722" v="1400"/>
          <ac:spMkLst>
            <pc:docMk/>
            <pc:sldMk cId="632467668" sldId="1119"/>
            <ac:spMk id="13" creationId="{4DB57A6D-0754-B91C-5552-E353CE7B634A}"/>
          </ac:spMkLst>
        </pc:spChg>
        <pc:grpChg chg="add mod">
          <ac:chgData name="김명호" userId="e0d603aa-548e-418b-a070-918475337925" providerId="ADAL" clId="{8AD130E5-6FD2-4E37-BDA0-A8BDB8CDFD5B}" dt="2023-09-21T04:58:19.464" v="1350"/>
          <ac:grpSpMkLst>
            <pc:docMk/>
            <pc:sldMk cId="632467668" sldId="1119"/>
            <ac:grpSpMk id="11" creationId="{4EA2814C-ECCB-5026-9496-3081450D8E02}"/>
          </ac:grpSpMkLst>
        </pc:grpChg>
        <pc:picChg chg="del">
          <ac:chgData name="김명호" userId="e0d603aa-548e-418b-a070-918475337925" providerId="ADAL" clId="{8AD130E5-6FD2-4E37-BDA0-A8BDB8CDFD5B}" dt="2023-09-21T04:57:11.032" v="1276" actId="478"/>
          <ac:picMkLst>
            <pc:docMk/>
            <pc:sldMk cId="632467668" sldId="1119"/>
            <ac:picMk id="8" creationId="{A4C68C49-C105-69CD-290A-AFB33A362956}"/>
          </ac:picMkLst>
        </pc:picChg>
        <pc:picChg chg="add mod modCrop">
          <ac:chgData name="김명호" userId="e0d603aa-548e-418b-a070-918475337925" providerId="ADAL" clId="{8AD130E5-6FD2-4E37-BDA0-A8BDB8CDFD5B}" dt="2023-09-21T04:57:30.756" v="1280" actId="1076"/>
          <ac:picMkLst>
            <pc:docMk/>
            <pc:sldMk cId="632467668" sldId="1119"/>
            <ac:picMk id="9" creationId="{87D7A21E-1896-3818-A07B-01EC7B868286}"/>
          </ac:picMkLst>
        </pc:picChg>
        <pc:cxnChg chg="mod ord">
          <ac:chgData name="김명호" userId="e0d603aa-548e-418b-a070-918475337925" providerId="ADAL" clId="{8AD130E5-6FD2-4E37-BDA0-A8BDB8CDFD5B}" dt="2023-09-21T04:58:02.600" v="1348" actId="1076"/>
          <ac:cxnSpMkLst>
            <pc:docMk/>
            <pc:sldMk cId="632467668" sldId="1119"/>
            <ac:cxnSpMk id="5" creationId="{838012D8-86F7-2460-D9BC-B9CD7ABE30AB}"/>
          </ac:cxnSpMkLst>
        </pc:cxnChg>
      </pc:sldChg>
    </pc:docChg>
  </pc:docChgLst>
  <pc:docChgLst>
    <pc:chgData name="조가은" userId="065e7b17-8815-4ba6-a5fc-a13e0149a0c1" providerId="ADAL" clId="{722F02F4-BB64-467C-B4D5-0CBE4872937F}"/>
    <pc:docChg chg="">
      <pc:chgData name="조가은" userId="065e7b17-8815-4ba6-a5fc-a13e0149a0c1" providerId="ADAL" clId="{722F02F4-BB64-467C-B4D5-0CBE4872937F}" dt="2024-02-15T07:43:05.097" v="0"/>
      <pc:docMkLst>
        <pc:docMk/>
      </pc:docMkLst>
      <pc:sldChg chg="delCm">
        <pc:chgData name="조가은" userId="065e7b17-8815-4ba6-a5fc-a13e0149a0c1" providerId="ADAL" clId="{722F02F4-BB64-467C-B4D5-0CBE4872937F}" dt="2024-02-15T07:43:05.097" v="0"/>
        <pc:sldMkLst>
          <pc:docMk/>
          <pc:sldMk cId="3464795576" sldId="125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조가은" userId="065e7b17-8815-4ba6-a5fc-a13e0149a0c1" providerId="ADAL" clId="{722F02F4-BB64-467C-B4D5-0CBE4872937F}" dt="2024-02-15T07:43:05.097" v="0"/>
              <pc2:cmMkLst xmlns:pc2="http://schemas.microsoft.com/office/powerpoint/2019/9/main/command">
                <pc:docMk/>
                <pc:sldMk cId="3464795576" sldId="1252"/>
                <pc2:cmMk id="{05B17D90-05DD-457D-8B19-F5C4F1314D05}"/>
              </pc2:cmMkLst>
            </pc226:cmChg>
          </p:ext>
        </pc:extLst>
      </pc:sldChg>
    </pc:docChg>
  </pc:docChgLst>
  <pc:docChgLst>
    <pc:chgData name="김명호" userId="e0d603aa-548e-418b-a070-918475337925" providerId="ADAL" clId="{CA41CDD9-6DF7-4618-A73B-7558AB08B979}"/>
    <pc:docChg chg="undo custSel modSld modMainMaster">
      <pc:chgData name="김명호" userId="e0d603aa-548e-418b-a070-918475337925" providerId="ADAL" clId="{CA41CDD9-6DF7-4618-A73B-7558AB08B979}" dt="2023-12-08T04:21:56.198" v="22" actId="20577"/>
      <pc:docMkLst>
        <pc:docMk/>
      </pc:docMkLst>
      <pc:sldChg chg="modSp mod">
        <pc:chgData name="김명호" userId="e0d603aa-548e-418b-a070-918475337925" providerId="ADAL" clId="{CA41CDD9-6DF7-4618-A73B-7558AB08B979}" dt="2023-12-08T04:20:18.550" v="1" actId="20577"/>
        <pc:sldMkLst>
          <pc:docMk/>
          <pc:sldMk cId="663090028" sldId="259"/>
        </pc:sldMkLst>
        <pc:spChg chg="mod">
          <ac:chgData name="김명호" userId="e0d603aa-548e-418b-a070-918475337925" providerId="ADAL" clId="{CA41CDD9-6DF7-4618-A73B-7558AB08B979}" dt="2023-12-08T04:20:18.550" v="1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김명호" userId="e0d603aa-548e-418b-a070-918475337925" providerId="ADAL" clId="{CA41CDD9-6DF7-4618-A73B-7558AB08B979}" dt="2023-12-08T04:20:45.009" v="18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CA41CDD9-6DF7-4618-A73B-7558AB08B979}" dt="2023-12-08T04:20:45.009" v="18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3902412" sldId="1217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3902412" sldId="1217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06075571" sldId="1218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06075571" sldId="1218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582221202" sldId="1219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582221202" sldId="1219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49237116" sldId="1220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49237116" sldId="1220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383146975" sldId="1221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383146975" sldId="1221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260525092" sldId="1222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260525092" sldId="1222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909037553" sldId="1223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909037553" sldId="1223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720104880" sldId="1224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720104880" sldId="1224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445176177" sldId="1225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445176177" sldId="1225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3103890060" sldId="1226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3103890060" sldId="1226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736777627" sldId="1227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736777627" sldId="1227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306905304" sldId="1229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306905304" sldId="1229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3376436526" sldId="1230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3376436526" sldId="1230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4021855909" sldId="1231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4021855909" sldId="1231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4233923336" sldId="1232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4233923336" sldId="1232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3612539391" sldId="1233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3612539391" sldId="1233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96073994" sldId="1234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96073994" sldId="1234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793450331" sldId="1235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793450331" sldId="1235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811063690" sldId="1236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811063690" sldId="1236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3395522611" sldId="1237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3395522611" sldId="1237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585749504" sldId="1238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585749504" sldId="1238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885406408" sldId="1241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885406408" sldId="1241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752153468" sldId="1242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752153468" sldId="1242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003658543" sldId="1243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003658543" sldId="1243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3824079027" sldId="1244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3824079027" sldId="1244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43869838" sldId="1245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43869838" sldId="1245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960012148" sldId="1246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960012148" sldId="1246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1431016776" sldId="1248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1431016776" sldId="1248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4019997669" sldId="1249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4019997669" sldId="1249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407533871" sldId="1250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407533871" sldId="1250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670823430" sldId="1251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670823430" sldId="1251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2969478292" sldId="1252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2969478292" sldId="1252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33.918" v="20"/>
        <pc:sldMkLst>
          <pc:docMk/>
          <pc:sldMk cId="468491695" sldId="1253"/>
        </pc:sldMkLst>
        <pc:spChg chg="mod">
          <ac:chgData name="김명호" userId="e0d603aa-548e-418b-a070-918475337925" providerId="ADAL" clId="{CA41CDD9-6DF7-4618-A73B-7558AB08B979}" dt="2023-12-08T04:21:33.918" v="20"/>
          <ac:spMkLst>
            <pc:docMk/>
            <pc:sldMk cId="468491695" sldId="1253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771507228" sldId="1255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771507228" sldId="1255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2689286649" sldId="1256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2689286649" sldId="1256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2977055059" sldId="1257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2977055059" sldId="1257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657911856" sldId="1258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657911856" sldId="1258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3352600194" sldId="1259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3352600194" sldId="1259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1766716604" sldId="1260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1766716604" sldId="1260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1437750037" sldId="1261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1437750037" sldId="1261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2897533082" sldId="1262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2897533082" sldId="1262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3209032800" sldId="1263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3209032800" sldId="1263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1313285030" sldId="1264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1313285030" sldId="1264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85739231" sldId="1265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85739231" sldId="1265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667605211" sldId="1266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667605211" sldId="1266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2524254841" sldId="1267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2524254841" sldId="1267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1902461314" sldId="1268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1902461314" sldId="1268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64315731" sldId="1269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64315731" sldId="1269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130288491" sldId="1270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130288491" sldId="1270"/>
            <ac:spMk id="13" creationId="{A65DF448-636B-B0D5-7BA3-6B8647575CF1}"/>
          </ac:spMkLst>
        </pc:spChg>
      </pc:sldChg>
      <pc:sldChg chg="modSp">
        <pc:chgData name="김명호" userId="e0d603aa-548e-418b-a070-918475337925" providerId="ADAL" clId="{CA41CDD9-6DF7-4618-A73B-7558AB08B979}" dt="2023-12-08T04:21:13.959" v="19"/>
        <pc:sldMkLst>
          <pc:docMk/>
          <pc:sldMk cId="2078880746" sldId="1271"/>
        </pc:sldMkLst>
        <pc:spChg chg="mod">
          <ac:chgData name="김명호" userId="e0d603aa-548e-418b-a070-918475337925" providerId="ADAL" clId="{CA41CDD9-6DF7-4618-A73B-7558AB08B979}" dt="2023-12-08T04:21:13.959" v="19"/>
          <ac:spMkLst>
            <pc:docMk/>
            <pc:sldMk cId="2078880746" sldId="1271"/>
            <ac:spMk id="13" creationId="{A65DF448-636B-B0D5-7BA3-6B8647575CF1}"/>
          </ac:spMkLst>
        </pc:spChg>
      </pc:sldChg>
      <pc:sldMasterChg chg="modSp mod">
        <pc:chgData name="김명호" userId="e0d603aa-548e-418b-a070-918475337925" providerId="ADAL" clId="{CA41CDD9-6DF7-4618-A73B-7558AB08B979}" dt="2023-12-08T04:21:56.198" v="22" actId="20577"/>
        <pc:sldMasterMkLst>
          <pc:docMk/>
          <pc:sldMasterMk cId="3730080836" sldId="2147483700"/>
        </pc:sldMasterMkLst>
        <pc:spChg chg="mod">
          <ac:chgData name="김명호" userId="e0d603aa-548e-418b-a070-918475337925" providerId="ADAL" clId="{CA41CDD9-6DF7-4618-A73B-7558AB08B979}" dt="2023-12-08T04:21:56.198" v="22" actId="20577"/>
          <ac:spMkLst>
            <pc:docMk/>
            <pc:sldMasterMk cId="3730080836" sldId="2147483700"/>
            <ac:spMk id="5" creationId="{49D477C1-B80A-436A-873B-8939B1660757}"/>
          </ac:spMkLst>
        </pc:spChg>
      </pc:sldMasterChg>
    </pc:docChg>
  </pc:docChgLst>
  <pc:docChgLst>
    <pc:chgData name="김명호" userId="e0d603aa-548e-418b-a070-918475337925" providerId="ADAL" clId="{8B80AB5E-623E-4797-A7B0-2AB657381E4C}"/>
    <pc:docChg chg="undo custSel addSld delSld modSld sldOrd modMainMaster addSection delSection modSection">
      <pc:chgData name="김명호" userId="e0d603aa-548e-418b-a070-918475337925" providerId="ADAL" clId="{8B80AB5E-623E-4797-A7B0-2AB657381E4C}" dt="2023-11-21T08:11:40.103" v="14905" actId="47"/>
      <pc:docMkLst>
        <pc:docMk/>
      </pc:docMkLst>
      <pc:sldChg chg="modSp mod">
        <pc:chgData name="김명호" userId="e0d603aa-548e-418b-a070-918475337925" providerId="ADAL" clId="{8B80AB5E-623E-4797-A7B0-2AB657381E4C}" dt="2023-11-15T11:18:21.206" v="5" actId="20577"/>
        <pc:sldMkLst>
          <pc:docMk/>
          <pc:sldMk cId="663090028" sldId="259"/>
        </pc:sldMkLst>
        <pc:spChg chg="mod">
          <ac:chgData name="김명호" userId="e0d603aa-548e-418b-a070-918475337925" providerId="ADAL" clId="{8B80AB5E-623E-4797-A7B0-2AB657381E4C}" dt="2023-11-15T11:18:21.206" v="5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김명호" userId="e0d603aa-548e-418b-a070-918475337925" providerId="ADAL" clId="{8B80AB5E-623E-4797-A7B0-2AB657381E4C}" dt="2023-11-15T11:30:31.840" v="257" actId="20577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8B80AB5E-623E-4797-A7B0-2AB657381E4C}" dt="2023-11-15T11:30:31.840" v="257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김명호" userId="e0d603aa-548e-418b-a070-918475337925" providerId="ADAL" clId="{8B80AB5E-623E-4797-A7B0-2AB657381E4C}" dt="2023-11-15T11:19:11.888" v="61" actId="20577"/>
        <pc:sldMkLst>
          <pc:docMk/>
          <pc:sldMk cId="1687266130" sldId="362"/>
        </pc:sldMkLst>
        <pc:spChg chg="mod">
          <ac:chgData name="김명호" userId="e0d603aa-548e-418b-a070-918475337925" providerId="ADAL" clId="{8B80AB5E-623E-4797-A7B0-2AB657381E4C}" dt="2023-11-15T11:19:11.888" v="61" actId="20577"/>
          <ac:spMkLst>
            <pc:docMk/>
            <pc:sldMk cId="1687266130" sldId="362"/>
            <ac:spMk id="19" creationId="{49EB61F0-5091-4064-AF83-C21077B61AEB}"/>
          </ac:spMkLst>
        </pc:spChg>
      </pc:sldChg>
      <pc:sldChg chg="del">
        <pc:chgData name="김명호" userId="e0d603aa-548e-418b-a070-918475337925" providerId="ADAL" clId="{8B80AB5E-623E-4797-A7B0-2AB657381E4C}" dt="2023-11-21T08:11:40.103" v="14905" actId="47"/>
        <pc:sldMkLst>
          <pc:docMk/>
          <pc:sldMk cId="3497645603" sldId="367"/>
        </pc:sldMkLst>
      </pc:sldChg>
      <pc:sldChg chg="del">
        <pc:chgData name="김명호" userId="e0d603aa-548e-418b-a070-918475337925" providerId="ADAL" clId="{8B80AB5E-623E-4797-A7B0-2AB657381E4C}" dt="2023-11-15T11:19:57.984" v="64" actId="47"/>
        <pc:sldMkLst>
          <pc:docMk/>
          <pc:sldMk cId="3137720663" sldId="1214"/>
        </pc:sldMkLst>
      </pc:sldChg>
      <pc:sldChg chg="del">
        <pc:chgData name="김명호" userId="e0d603aa-548e-418b-a070-918475337925" providerId="ADAL" clId="{8B80AB5E-623E-4797-A7B0-2AB657381E4C}" dt="2023-11-15T11:19:58.159" v="65" actId="47"/>
        <pc:sldMkLst>
          <pc:docMk/>
          <pc:sldMk cId="3664927640" sldId="1215"/>
        </pc:sldMkLst>
      </pc:sldChg>
      <pc:sldChg chg="addSp delSp modSp add del mod">
        <pc:chgData name="김명호" userId="e0d603aa-548e-418b-a070-918475337925" providerId="ADAL" clId="{8B80AB5E-623E-4797-A7B0-2AB657381E4C}" dt="2023-11-20T08:44:53.248" v="10526"/>
        <pc:sldMkLst>
          <pc:docMk/>
          <pc:sldMk cId="664458459" sldId="1216"/>
        </pc:sldMkLst>
        <pc:spChg chg="mod">
          <ac:chgData name="김명호" userId="e0d603aa-548e-418b-a070-918475337925" providerId="ADAL" clId="{8B80AB5E-623E-4797-A7B0-2AB657381E4C}" dt="2023-11-20T00:43:26.311" v="357" actId="1035"/>
          <ac:spMkLst>
            <pc:docMk/>
            <pc:sldMk cId="664458459" sldId="1216"/>
            <ac:spMk id="6" creationId="{3FE12E65-DEF0-6E44-1ECC-436D7D88C3EB}"/>
          </ac:spMkLst>
        </pc:spChg>
        <pc:spChg chg="mod">
          <ac:chgData name="김명호" userId="e0d603aa-548e-418b-a070-918475337925" providerId="ADAL" clId="{8B80AB5E-623E-4797-A7B0-2AB657381E4C}" dt="2023-11-20T04:48:40.630" v="5975" actId="6549"/>
          <ac:spMkLst>
            <pc:docMk/>
            <pc:sldMk cId="664458459" sldId="1216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0:46:32.759" v="358"/>
          <ac:spMkLst>
            <pc:docMk/>
            <pc:sldMk cId="664458459" sldId="1216"/>
            <ac:spMk id="11" creationId="{1BA1350F-B7A4-66BA-3519-1D0B7F722132}"/>
          </ac:spMkLst>
        </pc:spChg>
        <pc:spChg chg="mod">
          <ac:chgData name="김명호" userId="e0d603aa-548e-418b-a070-918475337925" providerId="ADAL" clId="{8B80AB5E-623E-4797-A7B0-2AB657381E4C}" dt="2023-11-20T04:48:35.894" v="5970" actId="6549"/>
          <ac:spMkLst>
            <pc:docMk/>
            <pc:sldMk cId="664458459" sldId="1216"/>
            <ac:spMk id="12" creationId="{E68CC528-6505-7C49-CD65-9765E038339C}"/>
          </ac:spMkLst>
        </pc:spChg>
        <pc:spChg chg="add mod">
          <ac:chgData name="김명호" userId="e0d603aa-548e-418b-a070-918475337925" providerId="ADAL" clId="{8B80AB5E-623E-4797-A7B0-2AB657381E4C}" dt="2023-11-20T08:44:53.248" v="10526"/>
          <ac:spMkLst>
            <pc:docMk/>
            <pc:sldMk cId="664458459" sldId="1216"/>
            <ac:spMk id="13" creationId="{A65DF448-636B-B0D5-7BA3-6B8647575CF1}"/>
          </ac:spMkLst>
        </pc:spChg>
        <pc:grpChg chg="add mod">
          <ac:chgData name="김명호" userId="e0d603aa-548e-418b-a070-918475337925" providerId="ADAL" clId="{8B80AB5E-623E-4797-A7B0-2AB657381E4C}" dt="2023-11-20T04:48:44.908" v="5976" actId="1076"/>
          <ac:grpSpMkLst>
            <pc:docMk/>
            <pc:sldMk cId="664458459" sldId="1216"/>
            <ac:grpSpMk id="10" creationId="{997FECF8-FFCA-E328-433D-0E2AAF96D780}"/>
          </ac:grpSpMkLst>
        </pc:grpChg>
        <pc:graphicFrameChg chg="mod">
          <ac:chgData name="김명호" userId="e0d603aa-548e-418b-a070-918475337925" providerId="ADAL" clId="{8B80AB5E-623E-4797-A7B0-2AB657381E4C}" dt="2023-11-20T00:40:12.080" v="321"/>
          <ac:graphicFrameMkLst>
            <pc:docMk/>
            <pc:sldMk cId="664458459" sldId="1216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0T00:43:10.394" v="333" actId="167"/>
          <ac:picMkLst>
            <pc:docMk/>
            <pc:sldMk cId="664458459" sldId="1216"/>
            <ac:picMk id="5" creationId="{EA5E48FD-28C1-8047-9766-5CE1C8DDFE6A}"/>
          </ac:picMkLst>
        </pc:picChg>
        <pc:picChg chg="del">
          <ac:chgData name="김명호" userId="e0d603aa-548e-418b-a070-918475337925" providerId="ADAL" clId="{8B80AB5E-623E-4797-A7B0-2AB657381E4C}" dt="2023-11-20T00:42:28.284" v="322" actId="478"/>
          <ac:picMkLst>
            <pc:docMk/>
            <pc:sldMk cId="664458459" sldId="1216"/>
            <ac:picMk id="9" creationId="{917BE813-828B-726C-28BC-EAF3C76C4890}"/>
          </ac:picMkLst>
        </pc:picChg>
        <pc:cxnChg chg="mod">
          <ac:chgData name="김명호" userId="e0d603aa-548e-418b-a070-918475337925" providerId="ADAL" clId="{8B80AB5E-623E-4797-A7B0-2AB657381E4C}" dt="2023-11-20T00:43:26.311" v="357" actId="1035"/>
          <ac:cxnSpMkLst>
            <pc:docMk/>
            <pc:sldMk cId="664458459" sldId="1216"/>
            <ac:cxnSpMk id="8" creationId="{C9D4C90C-E161-237D-F44A-67E89D7016A9}"/>
          </ac:cxnSpMkLst>
        </pc:cxnChg>
      </pc:sldChg>
      <pc:sldChg chg="del">
        <pc:chgData name="김명호" userId="e0d603aa-548e-418b-a070-918475337925" providerId="ADAL" clId="{8B80AB5E-623E-4797-A7B0-2AB657381E4C}" dt="2023-11-15T11:19:58.943" v="69" actId="47"/>
        <pc:sldMkLst>
          <pc:docMk/>
          <pc:sldMk cId="1831111503" sldId="1217"/>
        </pc:sldMkLst>
      </pc:sldChg>
      <pc:sldChg chg="addSp delSp modSp add mod ord">
        <pc:chgData name="김명호" userId="e0d603aa-548e-418b-a070-918475337925" providerId="ADAL" clId="{8B80AB5E-623E-4797-A7B0-2AB657381E4C}" dt="2023-11-21T06:25:07.597" v="13149" actId="20577"/>
        <pc:sldMkLst>
          <pc:docMk/>
          <pc:sldMk cId="2813298498" sldId="1217"/>
        </pc:sldMkLst>
        <pc:spChg chg="mod">
          <ac:chgData name="김명호" userId="e0d603aa-548e-418b-a070-918475337925" providerId="ADAL" clId="{8B80AB5E-623E-4797-A7B0-2AB657381E4C}" dt="2023-11-20T01:07:24.539" v="947" actId="14100"/>
          <ac:spMkLst>
            <pc:docMk/>
            <pc:sldMk cId="2813298498" sldId="1217"/>
            <ac:spMk id="6" creationId="{3FE12E65-DEF0-6E44-1ECC-436D7D88C3EB}"/>
          </ac:spMkLst>
        </pc:spChg>
        <pc:spChg chg="mod">
          <ac:chgData name="김명호" userId="e0d603aa-548e-418b-a070-918475337925" providerId="ADAL" clId="{8B80AB5E-623E-4797-A7B0-2AB657381E4C}" dt="2023-11-20T01:11:29.681" v="1417"/>
          <ac:spMkLst>
            <pc:docMk/>
            <pc:sldMk cId="2813298498" sldId="1217"/>
            <ac:spMk id="7" creationId="{0C81DD60-D84B-4D3C-8F3E-7D0E22E11300}"/>
          </ac:spMkLst>
        </pc:spChg>
        <pc:spChg chg="add del">
          <ac:chgData name="김명호" userId="e0d603aa-548e-418b-a070-918475337925" providerId="ADAL" clId="{8B80AB5E-623E-4797-A7B0-2AB657381E4C}" dt="2023-11-20T01:12:47.658" v="1420" actId="22"/>
          <ac:spMkLst>
            <pc:docMk/>
            <pc:sldMk cId="2813298498" sldId="1217"/>
            <ac:spMk id="9" creationId="{342A951E-F587-DC26-157C-9AF30F2E6072}"/>
          </ac:spMkLst>
        </pc:spChg>
        <pc:spChg chg="mod">
          <ac:chgData name="김명호" userId="e0d603aa-548e-418b-a070-918475337925" providerId="ADAL" clId="{8B80AB5E-623E-4797-A7B0-2AB657381E4C}" dt="2023-11-20T01:10:35.133" v="1346" actId="20577"/>
          <ac:spMkLst>
            <pc:docMk/>
            <pc:sldMk cId="2813298498" sldId="1217"/>
            <ac:spMk id="12" creationId="{E68CC528-6505-7C49-CD65-9765E038339C}"/>
          </ac:spMkLst>
        </pc:spChg>
        <pc:spChg chg="add mod">
          <ac:chgData name="김명호" userId="e0d603aa-548e-418b-a070-918475337925" providerId="ADAL" clId="{8B80AB5E-623E-4797-A7B0-2AB657381E4C}" dt="2023-11-20T08:44:53.248" v="10526"/>
          <ac:spMkLst>
            <pc:docMk/>
            <pc:sldMk cId="2813298498" sldId="1217"/>
            <ac:spMk id="13" creationId="{D40C75D3-B899-C9C9-9660-82D805887772}"/>
          </ac:spMkLst>
        </pc:spChg>
        <pc:spChg chg="mod">
          <ac:chgData name="김명호" userId="e0d603aa-548e-418b-a070-918475337925" providerId="ADAL" clId="{8B80AB5E-623E-4797-A7B0-2AB657381E4C}" dt="2023-11-20T01:35:34.400" v="2366"/>
          <ac:spMkLst>
            <pc:docMk/>
            <pc:sldMk cId="2813298498" sldId="1217"/>
            <ac:spMk id="15" creationId="{01E6084E-F4D5-7FC1-9DF1-8CC1CD7C1AE7}"/>
          </ac:spMkLst>
        </pc:spChg>
        <pc:spChg chg="mod">
          <ac:chgData name="김명호" userId="e0d603aa-548e-418b-a070-918475337925" providerId="ADAL" clId="{8B80AB5E-623E-4797-A7B0-2AB657381E4C}" dt="2023-11-20T01:35:34.400" v="2366"/>
          <ac:spMkLst>
            <pc:docMk/>
            <pc:sldMk cId="2813298498" sldId="1217"/>
            <ac:spMk id="16" creationId="{FB2D8CB6-5981-3013-78CD-44651C8D0820}"/>
          </ac:spMkLst>
        </pc:spChg>
        <pc:grpChg chg="mod">
          <ac:chgData name="김명호" userId="e0d603aa-548e-418b-a070-918475337925" providerId="ADAL" clId="{8B80AB5E-623E-4797-A7B0-2AB657381E4C}" dt="2023-11-20T01:11:32.034" v="1418" actId="1076"/>
          <ac:grpSpMkLst>
            <pc:docMk/>
            <pc:sldMk cId="2813298498" sldId="1217"/>
            <ac:grpSpMk id="10" creationId="{997FECF8-FFCA-E328-433D-0E2AAF96D780}"/>
          </ac:grpSpMkLst>
        </pc:grpChg>
        <pc:grpChg chg="add del mod">
          <ac:chgData name="김명호" userId="e0d603aa-548e-418b-a070-918475337925" providerId="ADAL" clId="{8B80AB5E-623E-4797-A7B0-2AB657381E4C}" dt="2023-11-20T01:35:35.121" v="2367"/>
          <ac:grpSpMkLst>
            <pc:docMk/>
            <pc:sldMk cId="2813298498" sldId="1217"/>
            <ac:grpSpMk id="14" creationId="{DB54F252-0E16-FB4A-6B38-4778C1D252E0}"/>
          </ac:grpSpMkLst>
        </pc:grpChg>
        <pc:graphicFrameChg chg="mod modGraphic">
          <ac:chgData name="김명호" userId="e0d603aa-548e-418b-a070-918475337925" providerId="ADAL" clId="{8B80AB5E-623E-4797-A7B0-2AB657381E4C}" dt="2023-11-21T06:25:07.597" v="13149" actId="20577"/>
          <ac:graphicFrameMkLst>
            <pc:docMk/>
            <pc:sldMk cId="2813298498" sldId="1217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8B80AB5E-623E-4797-A7B0-2AB657381E4C}" dt="2023-11-20T01:07:21.387" v="944" actId="1037"/>
          <ac:cxnSpMkLst>
            <pc:docMk/>
            <pc:sldMk cId="2813298498" sldId="1217"/>
            <ac:cxnSpMk id="8" creationId="{C9D4C90C-E161-237D-F44A-67E89D7016A9}"/>
          </ac:cxnSpMkLst>
        </pc:cxnChg>
      </pc:sldChg>
      <pc:sldChg chg="addSp delSp modSp add mod modClrScheme chgLayout">
        <pc:chgData name="김명호" userId="e0d603aa-548e-418b-a070-918475337925" providerId="ADAL" clId="{8B80AB5E-623E-4797-A7B0-2AB657381E4C}" dt="2023-11-21T06:32:27.561" v="13176" actId="20577"/>
        <pc:sldMkLst>
          <pc:docMk/>
          <pc:sldMk cId="2615881057" sldId="1218"/>
        </pc:sldMkLst>
        <pc:spChg chg="mod ord">
          <ac:chgData name="김명호" userId="e0d603aa-548e-418b-a070-918475337925" providerId="ADAL" clId="{8B80AB5E-623E-4797-A7B0-2AB657381E4C}" dt="2023-11-20T01:18:13.546" v="1775" actId="700"/>
          <ac:spMkLst>
            <pc:docMk/>
            <pc:sldMk cId="2615881057" sldId="1218"/>
            <ac:spMk id="2" creationId="{DC8B0B2E-051C-4693-AC44-65BE8AE195C5}"/>
          </ac:spMkLst>
        </pc:spChg>
        <pc:spChg chg="mod">
          <ac:chgData name="김명호" userId="e0d603aa-548e-418b-a070-918475337925" providerId="ADAL" clId="{8B80AB5E-623E-4797-A7B0-2AB657381E4C}" dt="2023-11-20T01:18:25.501" v="1778" actId="1076"/>
          <ac:spMkLst>
            <pc:docMk/>
            <pc:sldMk cId="2615881057" sldId="1218"/>
            <ac:spMk id="6" creationId="{3FE12E65-DEF0-6E44-1ECC-436D7D88C3EB}"/>
          </ac:spMkLst>
        </pc:spChg>
        <pc:spChg chg="mod ord">
          <ac:chgData name="김명호" userId="e0d603aa-548e-418b-a070-918475337925" providerId="ADAL" clId="{8B80AB5E-623E-4797-A7B0-2AB657381E4C}" dt="2023-11-20T04:22:36.046" v="5205"/>
          <ac:spMkLst>
            <pc:docMk/>
            <pc:sldMk cId="2615881057" sldId="1218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0T01:18:25.501" v="1778" actId="1076"/>
          <ac:spMkLst>
            <pc:docMk/>
            <pc:sldMk cId="2615881057" sldId="1218"/>
            <ac:spMk id="14" creationId="{ECFCFE0C-7957-9A80-15FC-3F5AF360E0D8}"/>
          </ac:spMkLst>
        </pc:spChg>
        <pc:spChg chg="add mod">
          <ac:chgData name="김명호" userId="e0d603aa-548e-418b-a070-918475337925" providerId="ADAL" clId="{8B80AB5E-623E-4797-A7B0-2AB657381E4C}" dt="2023-11-20T01:16:49.088" v="1762"/>
          <ac:spMkLst>
            <pc:docMk/>
            <pc:sldMk cId="2615881057" sldId="1218"/>
            <ac:spMk id="19" creationId="{779805FC-384F-A339-3E51-5EE5B740E1F1}"/>
          </ac:spMkLst>
        </pc:spChg>
        <pc:spChg chg="add mod">
          <ac:chgData name="김명호" userId="e0d603aa-548e-418b-a070-918475337925" providerId="ADAL" clId="{8B80AB5E-623E-4797-A7B0-2AB657381E4C}" dt="2023-11-20T01:16:28.184" v="1756" actId="208"/>
          <ac:spMkLst>
            <pc:docMk/>
            <pc:sldMk cId="2615881057" sldId="1218"/>
            <ac:spMk id="20" creationId="{B907ECEE-5BDE-484D-03C0-B5DBA230D2FB}"/>
          </ac:spMkLst>
        </pc:spChg>
        <pc:spChg chg="add mod">
          <ac:chgData name="김명호" userId="e0d603aa-548e-418b-a070-918475337925" providerId="ADAL" clId="{8B80AB5E-623E-4797-A7B0-2AB657381E4C}" dt="2023-11-20T08:44:53.248" v="10526"/>
          <ac:spMkLst>
            <pc:docMk/>
            <pc:sldMk cId="2615881057" sldId="1218"/>
            <ac:spMk id="24" creationId="{4B4892DE-C8AE-37A4-B80F-57D38A371F80}"/>
          </ac:spMkLst>
        </pc:spChg>
        <pc:grpChg chg="del">
          <ac:chgData name="김명호" userId="e0d603aa-548e-418b-a070-918475337925" providerId="ADAL" clId="{8B80AB5E-623E-4797-A7B0-2AB657381E4C}" dt="2023-11-20T01:16:16.872" v="1753" actId="478"/>
          <ac:grpSpMkLst>
            <pc:docMk/>
            <pc:sldMk cId="2615881057" sldId="1218"/>
            <ac:grpSpMk id="10" creationId="{997FECF8-FFCA-E328-433D-0E2AAF96D780}"/>
          </ac:grpSpMkLst>
        </pc:grpChg>
        <pc:graphicFrameChg chg="mod modGraphic">
          <ac:chgData name="김명호" userId="e0d603aa-548e-418b-a070-918475337925" providerId="ADAL" clId="{8B80AB5E-623E-4797-A7B0-2AB657381E4C}" dt="2023-11-21T06:32:27.561" v="13176" actId="20577"/>
          <ac:graphicFrameMkLst>
            <pc:docMk/>
            <pc:sldMk cId="2615881057" sldId="1218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1:13:22.321" v="1426" actId="478"/>
          <ac:picMkLst>
            <pc:docMk/>
            <pc:sldMk cId="2615881057" sldId="1218"/>
            <ac:picMk id="5" creationId="{EA5E48FD-28C1-8047-9766-5CE1C8DDFE6A}"/>
          </ac:picMkLst>
        </pc:picChg>
        <pc:picChg chg="add mod ord">
          <ac:chgData name="김명호" userId="e0d603aa-548e-418b-a070-918475337925" providerId="ADAL" clId="{8B80AB5E-623E-4797-A7B0-2AB657381E4C}" dt="2023-11-20T01:18:25.501" v="1778" actId="1076"/>
          <ac:picMkLst>
            <pc:docMk/>
            <pc:sldMk cId="2615881057" sldId="1218"/>
            <ac:picMk id="9" creationId="{17F68431-8BE9-1737-7D88-663F1D4A4204}"/>
          </ac:picMkLst>
        </pc:picChg>
        <pc:picChg chg="add mod ord">
          <ac:chgData name="김명호" userId="e0d603aa-548e-418b-a070-918475337925" providerId="ADAL" clId="{8B80AB5E-623E-4797-A7B0-2AB657381E4C}" dt="2023-11-20T01:18:25.501" v="1778" actId="1076"/>
          <ac:picMkLst>
            <pc:docMk/>
            <pc:sldMk cId="2615881057" sldId="1218"/>
            <ac:picMk id="13" creationId="{AE43FC02-2C76-CE14-F3EA-541DA9DAAB43}"/>
          </ac:picMkLst>
        </pc:picChg>
        <pc:picChg chg="add mod">
          <ac:chgData name="김명호" userId="e0d603aa-548e-418b-a070-918475337925" providerId="ADAL" clId="{8B80AB5E-623E-4797-A7B0-2AB657381E4C}" dt="2023-11-20T01:16:23.001" v="1755" actId="1076"/>
          <ac:picMkLst>
            <pc:docMk/>
            <pc:sldMk cId="2615881057" sldId="1218"/>
            <ac:picMk id="17" creationId="{8A538F27-063F-556D-56EA-BC7340F13CBA}"/>
          </ac:picMkLst>
        </pc:picChg>
        <pc:picChg chg="add mod">
          <ac:chgData name="김명호" userId="e0d603aa-548e-418b-a070-918475337925" providerId="ADAL" clId="{8B80AB5E-623E-4797-A7B0-2AB657381E4C}" dt="2023-11-20T01:16:23.001" v="1755" actId="1076"/>
          <ac:picMkLst>
            <pc:docMk/>
            <pc:sldMk cId="2615881057" sldId="1218"/>
            <ac:picMk id="18" creationId="{A5B32870-4B7B-69B9-9194-65CE99716468}"/>
          </ac:picMkLst>
        </pc:picChg>
        <pc:cxnChg chg="del mod">
          <ac:chgData name="김명호" userId="e0d603aa-548e-418b-a070-918475337925" providerId="ADAL" clId="{8B80AB5E-623E-4797-A7B0-2AB657381E4C}" dt="2023-11-20T01:14:50.905" v="1448" actId="478"/>
          <ac:cxnSpMkLst>
            <pc:docMk/>
            <pc:sldMk cId="2615881057" sldId="1218"/>
            <ac:cxnSpMk id="8" creationId="{C9D4C90C-E161-237D-F44A-67E89D7016A9}"/>
          </ac:cxnSpMkLst>
        </pc:cxnChg>
        <pc:cxnChg chg="add mod">
          <ac:chgData name="김명호" userId="e0d603aa-548e-418b-a070-918475337925" providerId="ADAL" clId="{8B80AB5E-623E-4797-A7B0-2AB657381E4C}" dt="2023-11-20T01:18:25.501" v="1778" actId="1076"/>
          <ac:cxnSpMkLst>
            <pc:docMk/>
            <pc:sldMk cId="2615881057" sldId="1218"/>
            <ac:cxnSpMk id="16" creationId="{E5AAE02A-2CD8-96DA-DCCB-40AE9AFE3A81}"/>
          </ac:cxnSpMkLst>
        </pc:cxnChg>
        <pc:cxnChg chg="add mod">
          <ac:chgData name="김명호" userId="e0d603aa-548e-418b-a070-918475337925" providerId="ADAL" clId="{8B80AB5E-623E-4797-A7B0-2AB657381E4C}" dt="2023-11-20T01:16:44.191" v="1759" actId="14100"/>
          <ac:cxnSpMkLst>
            <pc:docMk/>
            <pc:sldMk cId="2615881057" sldId="1218"/>
            <ac:cxnSpMk id="21" creationId="{BAC2E5A3-CE7C-963D-1D1C-C284E57A454B}"/>
          </ac:cxnSpMkLst>
        </pc:cxnChg>
      </pc:sldChg>
      <pc:sldChg chg="del">
        <pc:chgData name="김명호" userId="e0d603aa-548e-418b-a070-918475337925" providerId="ADAL" clId="{8B80AB5E-623E-4797-A7B0-2AB657381E4C}" dt="2023-11-15T11:19:58.560" v="67" actId="47"/>
        <pc:sldMkLst>
          <pc:docMk/>
          <pc:sldMk cId="3572897638" sldId="1218"/>
        </pc:sldMkLst>
      </pc:sldChg>
      <pc:sldChg chg="del">
        <pc:chgData name="김명호" userId="e0d603aa-548e-418b-a070-918475337925" providerId="ADAL" clId="{8B80AB5E-623E-4797-A7B0-2AB657381E4C}" dt="2023-11-15T11:19:59.150" v="70" actId="47"/>
        <pc:sldMkLst>
          <pc:docMk/>
          <pc:sldMk cId="1550920389" sldId="1219"/>
        </pc:sldMkLst>
      </pc:sldChg>
      <pc:sldChg chg="add del">
        <pc:chgData name="김명호" userId="e0d603aa-548e-418b-a070-918475337925" providerId="ADAL" clId="{8B80AB5E-623E-4797-A7B0-2AB657381E4C}" dt="2023-11-20T01:17:13.246" v="1764"/>
        <pc:sldMkLst>
          <pc:docMk/>
          <pc:sldMk cId="3499778553" sldId="1219"/>
        </pc:sldMkLst>
      </pc:sldChg>
      <pc:sldChg chg="addSp delSp modSp add mod ord">
        <pc:chgData name="김명호" userId="e0d603aa-548e-418b-a070-918475337925" providerId="ADAL" clId="{8B80AB5E-623E-4797-A7B0-2AB657381E4C}" dt="2023-11-21T06:26:12.723" v="13163" actId="20577"/>
        <pc:sldMkLst>
          <pc:docMk/>
          <pc:sldMk cId="4220160037" sldId="1219"/>
        </pc:sldMkLst>
        <pc:spChg chg="mod">
          <ac:chgData name="김명호" userId="e0d603aa-548e-418b-a070-918475337925" providerId="ADAL" clId="{8B80AB5E-623E-4797-A7B0-2AB657381E4C}" dt="2023-11-20T01:20:14.996" v="2124"/>
          <ac:spMkLst>
            <pc:docMk/>
            <pc:sldMk cId="4220160037" sldId="1219"/>
            <ac:spMk id="5" creationId="{0FBA9E2E-3B62-29CA-B98B-F7B87E841E9E}"/>
          </ac:spMkLst>
        </pc:spChg>
        <pc:spChg chg="del">
          <ac:chgData name="김명호" userId="e0d603aa-548e-418b-a070-918475337925" providerId="ADAL" clId="{8B80AB5E-623E-4797-A7B0-2AB657381E4C}" dt="2023-11-20T01:19:18.674" v="1884" actId="478"/>
          <ac:spMkLst>
            <pc:docMk/>
            <pc:sldMk cId="4220160037" sldId="1219"/>
            <ac:spMk id="6" creationId="{3FE12E65-DEF0-6E44-1ECC-436D7D88C3EB}"/>
          </ac:spMkLst>
        </pc:spChg>
        <pc:spChg chg="mod">
          <ac:chgData name="김명호" userId="e0d603aa-548e-418b-a070-918475337925" providerId="ADAL" clId="{8B80AB5E-623E-4797-A7B0-2AB657381E4C}" dt="2023-11-20T01:20:08.969" v="2123" actId="20577"/>
          <ac:spMkLst>
            <pc:docMk/>
            <pc:sldMk cId="4220160037" sldId="1219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1:43:44.565" v="3008"/>
          <ac:spMkLst>
            <pc:docMk/>
            <pc:sldMk cId="4220160037" sldId="1219"/>
            <ac:spMk id="8" creationId="{ED5623ED-7F9F-E226-6D56-95CF15E59FB1}"/>
          </ac:spMkLst>
        </pc:spChg>
        <pc:spChg chg="mod">
          <ac:chgData name="김명호" userId="e0d603aa-548e-418b-a070-918475337925" providerId="ADAL" clId="{8B80AB5E-623E-4797-A7B0-2AB657381E4C}" dt="2023-11-20T01:19:28.022" v="1888" actId="1076"/>
          <ac:spMkLst>
            <pc:docMk/>
            <pc:sldMk cId="4220160037" sldId="1219"/>
            <ac:spMk id="14" creationId="{ECFCFE0C-7957-9A80-15FC-3F5AF360E0D8}"/>
          </ac:spMkLst>
        </pc:spChg>
        <pc:spChg chg="del">
          <ac:chgData name="김명호" userId="e0d603aa-548e-418b-a070-918475337925" providerId="ADAL" clId="{8B80AB5E-623E-4797-A7B0-2AB657381E4C}" dt="2023-11-20T01:19:17.224" v="1882" actId="478"/>
          <ac:spMkLst>
            <pc:docMk/>
            <pc:sldMk cId="4220160037" sldId="1219"/>
            <ac:spMk id="19" creationId="{779805FC-384F-A339-3E51-5EE5B740E1F1}"/>
          </ac:spMkLst>
        </pc:spChg>
        <pc:spChg chg="del">
          <ac:chgData name="김명호" userId="e0d603aa-548e-418b-a070-918475337925" providerId="ADAL" clId="{8B80AB5E-623E-4797-A7B0-2AB657381E4C}" dt="2023-11-20T01:19:17.224" v="1882" actId="478"/>
          <ac:spMkLst>
            <pc:docMk/>
            <pc:sldMk cId="4220160037" sldId="1219"/>
            <ac:spMk id="20" creationId="{B907ECEE-5BDE-484D-03C0-B5DBA230D2FB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4220160037" sldId="1219"/>
            <ac:spMk id="24" creationId="{4B4892DE-C8AE-37A4-B80F-57D38A371F80}"/>
          </ac:spMkLst>
        </pc:spChg>
        <pc:grpChg chg="add mod">
          <ac:chgData name="김명호" userId="e0d603aa-548e-418b-a070-918475337925" providerId="ADAL" clId="{8B80AB5E-623E-4797-A7B0-2AB657381E4C}" dt="2023-11-20T01:23:14.549" v="2220" actId="1076"/>
          <ac:grpSpMkLst>
            <pc:docMk/>
            <pc:sldMk cId="4220160037" sldId="1219"/>
            <ac:grpSpMk id="4" creationId="{CCDBEBCC-829B-FEA8-B759-FAF95339B130}"/>
          </ac:grpSpMkLst>
        </pc:grpChg>
        <pc:graphicFrameChg chg="mod modGraphic">
          <ac:chgData name="김명호" userId="e0d603aa-548e-418b-a070-918475337925" providerId="ADAL" clId="{8B80AB5E-623E-4797-A7B0-2AB657381E4C}" dt="2023-11-21T06:26:12.723" v="13163" actId="20577"/>
          <ac:graphicFrameMkLst>
            <pc:docMk/>
            <pc:sldMk cId="4220160037" sldId="1219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1:19:17.894" v="1883" actId="478"/>
          <ac:picMkLst>
            <pc:docMk/>
            <pc:sldMk cId="4220160037" sldId="1219"/>
            <ac:picMk id="9" creationId="{17F68431-8BE9-1737-7D88-663F1D4A4204}"/>
          </ac:picMkLst>
        </pc:picChg>
        <pc:picChg chg="mod">
          <ac:chgData name="김명호" userId="e0d603aa-548e-418b-a070-918475337925" providerId="ADAL" clId="{8B80AB5E-623E-4797-A7B0-2AB657381E4C}" dt="2023-11-20T01:19:28.022" v="1888" actId="1076"/>
          <ac:picMkLst>
            <pc:docMk/>
            <pc:sldMk cId="4220160037" sldId="1219"/>
            <ac:picMk id="13" creationId="{AE43FC02-2C76-CE14-F3EA-541DA9DAAB43}"/>
          </ac:picMkLst>
        </pc:picChg>
        <pc:picChg chg="del">
          <ac:chgData name="김명호" userId="e0d603aa-548e-418b-a070-918475337925" providerId="ADAL" clId="{8B80AB5E-623E-4797-A7B0-2AB657381E4C}" dt="2023-11-20T01:19:17.224" v="1882" actId="478"/>
          <ac:picMkLst>
            <pc:docMk/>
            <pc:sldMk cId="4220160037" sldId="1219"/>
            <ac:picMk id="17" creationId="{8A538F27-063F-556D-56EA-BC7340F13CBA}"/>
          </ac:picMkLst>
        </pc:picChg>
        <pc:picChg chg="del">
          <ac:chgData name="김명호" userId="e0d603aa-548e-418b-a070-918475337925" providerId="ADAL" clId="{8B80AB5E-623E-4797-A7B0-2AB657381E4C}" dt="2023-11-20T01:19:17.224" v="1882" actId="478"/>
          <ac:picMkLst>
            <pc:docMk/>
            <pc:sldMk cId="4220160037" sldId="1219"/>
            <ac:picMk id="18" creationId="{A5B32870-4B7B-69B9-9194-65CE99716468}"/>
          </ac:picMkLst>
        </pc:picChg>
        <pc:cxnChg chg="add mod">
          <ac:chgData name="김명호" userId="e0d603aa-548e-418b-a070-918475337925" providerId="ADAL" clId="{8B80AB5E-623E-4797-A7B0-2AB657381E4C}" dt="2023-11-20T01:26:03.076" v="2363" actId="1076"/>
          <ac:cxnSpMkLst>
            <pc:docMk/>
            <pc:sldMk cId="4220160037" sldId="1219"/>
            <ac:cxnSpMk id="10" creationId="{76615FAD-6AA6-ACAB-FE2D-340BBECB3A94}"/>
          </ac:cxnSpMkLst>
        </pc:cxnChg>
        <pc:cxnChg chg="del mod">
          <ac:chgData name="김명호" userId="e0d603aa-548e-418b-a070-918475337925" providerId="ADAL" clId="{8B80AB5E-623E-4797-A7B0-2AB657381E4C}" dt="2023-11-20T01:19:19.742" v="1885" actId="478"/>
          <ac:cxnSpMkLst>
            <pc:docMk/>
            <pc:sldMk cId="4220160037" sldId="1219"/>
            <ac:cxnSpMk id="16" creationId="{E5AAE02A-2CD8-96DA-DCCB-40AE9AFE3A81}"/>
          </ac:cxnSpMkLst>
        </pc:cxnChg>
        <pc:cxnChg chg="del mod">
          <ac:chgData name="김명호" userId="e0d603aa-548e-418b-a070-918475337925" providerId="ADAL" clId="{8B80AB5E-623E-4797-A7B0-2AB657381E4C}" dt="2023-11-20T01:19:17.224" v="1882" actId="478"/>
          <ac:cxnSpMkLst>
            <pc:docMk/>
            <pc:sldMk cId="4220160037" sldId="1219"/>
            <ac:cxnSpMk id="21" creationId="{BAC2E5A3-CE7C-963D-1D1C-C284E57A454B}"/>
          </ac:cxnSpMkLst>
        </pc:cxnChg>
      </pc:sldChg>
      <pc:sldChg chg="del">
        <pc:chgData name="김명호" userId="e0d603aa-548e-418b-a070-918475337925" providerId="ADAL" clId="{8B80AB5E-623E-4797-A7B0-2AB657381E4C}" dt="2023-11-15T11:19:59.374" v="71" actId="47"/>
        <pc:sldMkLst>
          <pc:docMk/>
          <pc:sldMk cId="1608992509" sldId="1220"/>
        </pc:sldMkLst>
      </pc:sldChg>
      <pc:sldChg chg="addSp modSp add mod ord">
        <pc:chgData name="김명호" userId="e0d603aa-548e-418b-a070-918475337925" providerId="ADAL" clId="{8B80AB5E-623E-4797-A7B0-2AB657381E4C}" dt="2023-11-21T06:26:23.929" v="13167"/>
        <pc:sldMkLst>
          <pc:docMk/>
          <pc:sldMk cId="3737877418" sldId="1220"/>
        </pc:sldMkLst>
        <pc:spChg chg="mod">
          <ac:chgData name="김명호" userId="e0d603aa-548e-418b-a070-918475337925" providerId="ADAL" clId="{8B80AB5E-623E-4797-A7B0-2AB657381E4C}" dt="2023-11-20T01:43:25.198" v="2999" actId="20577"/>
          <ac:spMkLst>
            <pc:docMk/>
            <pc:sldMk cId="3737877418" sldId="1220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1:43:39.668" v="3004" actId="20577"/>
          <ac:spMkLst>
            <pc:docMk/>
            <pc:sldMk cId="3737877418" sldId="1220"/>
            <ac:spMk id="8" creationId="{ED5623ED-7F9F-E226-6D56-95CF15E59FB1}"/>
          </ac:spMkLst>
        </pc:spChg>
        <pc:spChg chg="mod">
          <ac:chgData name="김명호" userId="e0d603aa-548e-418b-a070-918475337925" providerId="ADAL" clId="{8B80AB5E-623E-4797-A7B0-2AB657381E4C}" dt="2023-11-20T01:23:37.876" v="2239" actId="14100"/>
          <ac:spMkLst>
            <pc:docMk/>
            <pc:sldMk cId="3737877418" sldId="1220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3737877418" sldId="1220"/>
            <ac:spMk id="24" creationId="{4B4892DE-C8AE-37A4-B80F-57D38A371F80}"/>
          </ac:spMkLst>
        </pc:spChg>
        <pc:grpChg chg="mod">
          <ac:chgData name="김명호" userId="e0d603aa-548e-418b-a070-918475337925" providerId="ADAL" clId="{8B80AB5E-623E-4797-A7B0-2AB657381E4C}" dt="2023-11-20T01:43:30.859" v="3000" actId="1076"/>
          <ac:grpSpMkLst>
            <pc:docMk/>
            <pc:sldMk cId="3737877418" sldId="1220"/>
            <ac:grpSpMk id="4" creationId="{CCDBEBCC-829B-FEA8-B759-FAF95339B130}"/>
          </ac:grpSpMkLst>
        </pc:grpChg>
        <pc:graphicFrameChg chg="mod modGraphic">
          <ac:chgData name="김명호" userId="e0d603aa-548e-418b-a070-918475337925" providerId="ADAL" clId="{8B80AB5E-623E-4797-A7B0-2AB657381E4C}" dt="2023-11-21T06:26:23.929" v="13167"/>
          <ac:graphicFrameMkLst>
            <pc:docMk/>
            <pc:sldMk cId="3737877418" sldId="1220"/>
            <ac:graphicFrameMk id="3" creationId="{EB5E6BEF-7528-22F3-81D3-C88DBE43847E}"/>
          </ac:graphicFrameMkLst>
        </pc:graphicFrameChg>
        <pc:cxnChg chg="add mod">
          <ac:chgData name="김명호" userId="e0d603aa-548e-418b-a070-918475337925" providerId="ADAL" clId="{8B80AB5E-623E-4797-A7B0-2AB657381E4C}" dt="2023-11-20T01:26:07.821" v="2365" actId="1076"/>
          <ac:cxnSpMkLst>
            <pc:docMk/>
            <pc:sldMk cId="3737877418" sldId="1220"/>
            <ac:cxnSpMk id="6" creationId="{39B6E721-BD38-D026-DD42-05AAEBDF440B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0T08:44:53.248" v="10526"/>
        <pc:sldMkLst>
          <pc:docMk/>
          <pc:sldMk cId="1201459032" sldId="1221"/>
        </pc:sldMkLst>
        <pc:spChg chg="del">
          <ac:chgData name="김명호" userId="e0d603aa-548e-418b-a070-918475337925" providerId="ADAL" clId="{8B80AB5E-623E-4797-A7B0-2AB657381E4C}" dt="2023-11-20T01:25:41.702" v="2354" actId="478"/>
          <ac:spMkLst>
            <pc:docMk/>
            <pc:sldMk cId="1201459032" sldId="1221"/>
            <ac:spMk id="6" creationId="{3FE12E65-DEF0-6E44-1ECC-436D7D88C3EB}"/>
          </ac:spMkLst>
        </pc:spChg>
        <pc:spChg chg="mod">
          <ac:chgData name="김명호" userId="e0d603aa-548e-418b-a070-918475337925" providerId="ADAL" clId="{8B80AB5E-623E-4797-A7B0-2AB657381E4C}" dt="2023-11-20T01:37:07.771" v="2585" actId="404"/>
          <ac:spMkLst>
            <pc:docMk/>
            <pc:sldMk cId="1201459032" sldId="1221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1:35:40.567" v="2368"/>
          <ac:spMkLst>
            <pc:docMk/>
            <pc:sldMk cId="1201459032" sldId="1221"/>
            <ac:spMk id="8" creationId="{06CC13DD-7DF9-96DF-6D0F-99C6EF00380A}"/>
          </ac:spMkLst>
        </pc:spChg>
        <pc:spChg chg="mod">
          <ac:chgData name="김명호" userId="e0d603aa-548e-418b-a070-918475337925" providerId="ADAL" clId="{8B80AB5E-623E-4797-A7B0-2AB657381E4C}" dt="2023-11-20T01:37:51.527" v="2599"/>
          <ac:spMkLst>
            <pc:docMk/>
            <pc:sldMk cId="1201459032" sldId="1221"/>
            <ac:spMk id="10" creationId="{E90D19D1-885C-B495-D95C-FA5F47C9BD73}"/>
          </ac:spMkLst>
        </pc:spChg>
        <pc:spChg chg="add mod">
          <ac:chgData name="김명호" userId="e0d603aa-548e-418b-a070-918475337925" providerId="ADAL" clId="{8B80AB5E-623E-4797-A7B0-2AB657381E4C}" dt="2023-11-20T01:37:28.982" v="2592" actId="1035"/>
          <ac:spMkLst>
            <pc:docMk/>
            <pc:sldMk cId="1201459032" sldId="1221"/>
            <ac:spMk id="11" creationId="{04F7DB28-4091-8A98-69B8-FD3081D73F82}"/>
          </ac:spMkLst>
        </pc:spChg>
        <pc:spChg chg="mod">
          <ac:chgData name="김명호" userId="e0d603aa-548e-418b-a070-918475337925" providerId="ADAL" clId="{8B80AB5E-623E-4797-A7B0-2AB657381E4C}" dt="2023-11-20T01:25:51.131" v="2359" actId="1076"/>
          <ac:spMkLst>
            <pc:docMk/>
            <pc:sldMk cId="1201459032" sldId="1221"/>
            <ac:spMk id="14" creationId="{ECFCFE0C-7957-9A80-15FC-3F5AF360E0D8}"/>
          </ac:spMkLst>
        </pc:spChg>
        <pc:spChg chg="del">
          <ac:chgData name="김명호" userId="e0d603aa-548e-418b-a070-918475337925" providerId="ADAL" clId="{8B80AB5E-623E-4797-A7B0-2AB657381E4C}" dt="2023-11-20T01:25:31.052" v="2353" actId="478"/>
          <ac:spMkLst>
            <pc:docMk/>
            <pc:sldMk cId="1201459032" sldId="1221"/>
            <ac:spMk id="19" creationId="{779805FC-384F-A339-3E51-5EE5B740E1F1}"/>
          </ac:spMkLst>
        </pc:spChg>
        <pc:spChg chg="del">
          <ac:chgData name="김명호" userId="e0d603aa-548e-418b-a070-918475337925" providerId="ADAL" clId="{8B80AB5E-623E-4797-A7B0-2AB657381E4C}" dt="2023-11-20T01:25:31.052" v="2353" actId="478"/>
          <ac:spMkLst>
            <pc:docMk/>
            <pc:sldMk cId="1201459032" sldId="1221"/>
            <ac:spMk id="20" creationId="{B907ECEE-5BDE-484D-03C0-B5DBA230D2FB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1201459032" sldId="1221"/>
            <ac:spMk id="24" creationId="{4B4892DE-C8AE-37A4-B80F-57D38A371F80}"/>
          </ac:spMkLst>
        </pc:spChg>
        <pc:grpChg chg="add mod">
          <ac:chgData name="김명호" userId="e0d603aa-548e-418b-a070-918475337925" providerId="ADAL" clId="{8B80AB5E-623E-4797-A7B0-2AB657381E4C}" dt="2023-11-20T01:37:19.750" v="2586" actId="1076"/>
          <ac:grpSpMkLst>
            <pc:docMk/>
            <pc:sldMk cId="1201459032" sldId="1221"/>
            <ac:grpSpMk id="5" creationId="{ABFF5BAE-F185-5B4D-74E7-085D25E7690C}"/>
          </ac:grpSpMkLst>
        </pc:grpChg>
        <pc:picChg chg="mod">
          <ac:chgData name="김명호" userId="e0d603aa-548e-418b-a070-918475337925" providerId="ADAL" clId="{8B80AB5E-623E-4797-A7B0-2AB657381E4C}" dt="2023-11-20T01:25:51.131" v="2359" actId="1076"/>
          <ac:picMkLst>
            <pc:docMk/>
            <pc:sldMk cId="1201459032" sldId="1221"/>
            <ac:picMk id="9" creationId="{17F68431-8BE9-1737-7D88-663F1D4A4204}"/>
          </ac:picMkLst>
        </pc:picChg>
        <pc:picChg chg="del">
          <ac:chgData name="김명호" userId="e0d603aa-548e-418b-a070-918475337925" providerId="ADAL" clId="{8B80AB5E-623E-4797-A7B0-2AB657381E4C}" dt="2023-11-20T01:25:43.771" v="2356" actId="478"/>
          <ac:picMkLst>
            <pc:docMk/>
            <pc:sldMk cId="1201459032" sldId="1221"/>
            <ac:picMk id="13" creationId="{AE43FC02-2C76-CE14-F3EA-541DA9DAAB43}"/>
          </ac:picMkLst>
        </pc:picChg>
        <pc:picChg chg="del">
          <ac:chgData name="김명호" userId="e0d603aa-548e-418b-a070-918475337925" providerId="ADAL" clId="{8B80AB5E-623E-4797-A7B0-2AB657381E4C}" dt="2023-11-20T01:25:31.052" v="2353" actId="478"/>
          <ac:picMkLst>
            <pc:docMk/>
            <pc:sldMk cId="1201459032" sldId="1221"/>
            <ac:picMk id="17" creationId="{8A538F27-063F-556D-56EA-BC7340F13CBA}"/>
          </ac:picMkLst>
        </pc:picChg>
        <pc:picChg chg="del">
          <ac:chgData name="김명호" userId="e0d603aa-548e-418b-a070-918475337925" providerId="ADAL" clId="{8B80AB5E-623E-4797-A7B0-2AB657381E4C}" dt="2023-11-20T01:25:31.052" v="2353" actId="478"/>
          <ac:picMkLst>
            <pc:docMk/>
            <pc:sldMk cId="1201459032" sldId="1221"/>
            <ac:picMk id="18" creationId="{A5B32870-4B7B-69B9-9194-65CE99716468}"/>
          </ac:picMkLst>
        </pc:picChg>
        <pc:cxnChg chg="add mod">
          <ac:chgData name="김명호" userId="e0d603aa-548e-418b-a070-918475337925" providerId="ADAL" clId="{8B80AB5E-623E-4797-A7B0-2AB657381E4C}" dt="2023-11-20T01:25:58.484" v="2361" actId="1076"/>
          <ac:cxnSpMkLst>
            <pc:docMk/>
            <pc:sldMk cId="1201459032" sldId="1221"/>
            <ac:cxnSpMk id="4" creationId="{4E1BE9B4-478E-BBC6-FA01-D9D466BE19E6}"/>
          </ac:cxnSpMkLst>
        </pc:cxnChg>
        <pc:cxnChg chg="add mod">
          <ac:chgData name="김명호" userId="e0d603aa-548e-418b-a070-918475337925" providerId="ADAL" clId="{8B80AB5E-623E-4797-A7B0-2AB657381E4C}" dt="2023-11-20T01:37:28.982" v="2592" actId="1035"/>
          <ac:cxnSpMkLst>
            <pc:docMk/>
            <pc:sldMk cId="1201459032" sldId="1221"/>
            <ac:cxnSpMk id="12" creationId="{D629CE69-F4FE-5525-171A-1D30441718B5}"/>
          </ac:cxnSpMkLst>
        </pc:cxnChg>
        <pc:cxnChg chg="del mod">
          <ac:chgData name="김명호" userId="e0d603aa-548e-418b-a070-918475337925" providerId="ADAL" clId="{8B80AB5E-623E-4797-A7B0-2AB657381E4C}" dt="2023-11-20T01:25:43.373" v="2355" actId="478"/>
          <ac:cxnSpMkLst>
            <pc:docMk/>
            <pc:sldMk cId="1201459032" sldId="1221"/>
            <ac:cxnSpMk id="16" creationId="{E5AAE02A-2CD8-96DA-DCCB-40AE9AFE3A81}"/>
          </ac:cxnSpMkLst>
        </pc:cxnChg>
        <pc:cxnChg chg="del mod">
          <ac:chgData name="김명호" userId="e0d603aa-548e-418b-a070-918475337925" providerId="ADAL" clId="{8B80AB5E-623E-4797-A7B0-2AB657381E4C}" dt="2023-11-20T01:25:31.052" v="2353" actId="478"/>
          <ac:cxnSpMkLst>
            <pc:docMk/>
            <pc:sldMk cId="1201459032" sldId="1221"/>
            <ac:cxnSpMk id="21" creationId="{BAC2E5A3-CE7C-963D-1D1C-C284E57A454B}"/>
          </ac:cxnSpMkLst>
        </pc:cxnChg>
      </pc:sldChg>
      <pc:sldChg chg="del">
        <pc:chgData name="김명호" userId="e0d603aa-548e-418b-a070-918475337925" providerId="ADAL" clId="{8B80AB5E-623E-4797-A7B0-2AB657381E4C}" dt="2023-11-15T11:19:59.581" v="72" actId="47"/>
        <pc:sldMkLst>
          <pc:docMk/>
          <pc:sldMk cId="2851509905" sldId="1221"/>
        </pc:sldMkLst>
      </pc:sldChg>
      <pc:sldChg chg="modSp add mod">
        <pc:chgData name="김명호" userId="e0d603aa-548e-418b-a070-918475337925" providerId="ADAL" clId="{8B80AB5E-623E-4797-A7B0-2AB657381E4C}" dt="2023-11-20T08:44:53.248" v="10526"/>
        <pc:sldMkLst>
          <pc:docMk/>
          <pc:sldMk cId="1935574880" sldId="1222"/>
        </pc:sldMkLst>
        <pc:spChg chg="mod">
          <ac:chgData name="김명호" userId="e0d603aa-548e-418b-a070-918475337925" providerId="ADAL" clId="{8B80AB5E-623E-4797-A7B0-2AB657381E4C}" dt="2023-11-20T01:39:28.284" v="2623" actId="14100"/>
          <ac:spMkLst>
            <pc:docMk/>
            <pc:sldMk cId="1935574880" sldId="1222"/>
            <ac:spMk id="6" creationId="{3FE12E65-DEF0-6E44-1ECC-436D7D88C3EB}"/>
          </ac:spMkLst>
        </pc:spChg>
        <pc:spChg chg="mod">
          <ac:chgData name="김명호" userId="e0d603aa-548e-418b-a070-918475337925" providerId="ADAL" clId="{8B80AB5E-623E-4797-A7B0-2AB657381E4C}" dt="2023-11-20T01:40:00.510" v="2766" actId="20577"/>
          <ac:spMkLst>
            <pc:docMk/>
            <pc:sldMk cId="1935574880" sldId="1222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1:40:19.737" v="2771"/>
          <ac:spMkLst>
            <pc:docMk/>
            <pc:sldMk cId="1935574880" sldId="1222"/>
            <ac:spMk id="12" creationId="{E68CC528-6505-7C49-CD65-9765E038339C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1935574880" sldId="1222"/>
            <ac:spMk id="13" creationId="{D40C75D3-B899-C9C9-9660-82D805887772}"/>
          </ac:spMkLst>
        </pc:spChg>
        <pc:grpChg chg="mod">
          <ac:chgData name="김명호" userId="e0d603aa-548e-418b-a070-918475337925" providerId="ADAL" clId="{8B80AB5E-623E-4797-A7B0-2AB657381E4C}" dt="2023-11-20T01:40:21.549" v="2772" actId="1076"/>
          <ac:grpSpMkLst>
            <pc:docMk/>
            <pc:sldMk cId="1935574880" sldId="1222"/>
            <ac:grpSpMk id="10" creationId="{997FECF8-FFCA-E328-433D-0E2AAF96D780}"/>
          </ac:grpSpMkLst>
        </pc:grpChg>
        <pc:cxnChg chg="mod">
          <ac:chgData name="김명호" userId="e0d603aa-548e-418b-a070-918475337925" providerId="ADAL" clId="{8B80AB5E-623E-4797-A7B0-2AB657381E4C}" dt="2023-11-20T01:39:24.117" v="2622" actId="1036"/>
          <ac:cxnSpMkLst>
            <pc:docMk/>
            <pc:sldMk cId="1935574880" sldId="1222"/>
            <ac:cxnSpMk id="8" creationId="{C9D4C90C-E161-237D-F44A-67E89D7016A9}"/>
          </ac:cxnSpMkLst>
        </pc:cxnChg>
      </pc:sldChg>
      <pc:sldChg chg="del">
        <pc:chgData name="김명호" userId="e0d603aa-548e-418b-a070-918475337925" providerId="ADAL" clId="{8B80AB5E-623E-4797-A7B0-2AB657381E4C}" dt="2023-11-15T11:19:59.788" v="73" actId="47"/>
        <pc:sldMkLst>
          <pc:docMk/>
          <pc:sldMk cId="2630208926" sldId="1222"/>
        </pc:sldMkLst>
      </pc:sldChg>
      <pc:sldChg chg="del">
        <pc:chgData name="김명호" userId="e0d603aa-548e-418b-a070-918475337925" providerId="ADAL" clId="{8B80AB5E-623E-4797-A7B0-2AB657381E4C}" dt="2023-11-15T11:19:59.978" v="74" actId="47"/>
        <pc:sldMkLst>
          <pc:docMk/>
          <pc:sldMk cId="3490138818" sldId="1223"/>
        </pc:sldMkLst>
      </pc:sldChg>
      <pc:sldChg chg="delSp modSp add mod">
        <pc:chgData name="김명호" userId="e0d603aa-548e-418b-a070-918475337925" providerId="ADAL" clId="{8B80AB5E-623E-4797-A7B0-2AB657381E4C}" dt="2023-11-21T06:33:13.788" v="13181" actId="20577"/>
        <pc:sldMkLst>
          <pc:docMk/>
          <pc:sldMk cId="3528067379" sldId="1223"/>
        </pc:sldMkLst>
        <pc:spChg chg="mod">
          <ac:chgData name="김명호" userId="e0d603aa-548e-418b-a070-918475337925" providerId="ADAL" clId="{8B80AB5E-623E-4797-A7B0-2AB657381E4C}" dt="2023-11-20T01:56:58.498" v="3553"/>
          <ac:spMkLst>
            <pc:docMk/>
            <pc:sldMk cId="3528067379" sldId="1223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2:02:02.012" v="3557"/>
          <ac:spMkLst>
            <pc:docMk/>
            <pc:sldMk cId="3528067379" sldId="1223"/>
            <ac:spMk id="10" creationId="{E90D19D1-885C-B495-D95C-FA5F47C9BD73}"/>
          </ac:spMkLst>
        </pc:spChg>
        <pc:spChg chg="del">
          <ac:chgData name="김명호" userId="e0d603aa-548e-418b-a070-918475337925" providerId="ADAL" clId="{8B80AB5E-623E-4797-A7B0-2AB657381E4C}" dt="2023-11-20T01:45:30.763" v="3012" actId="478"/>
          <ac:spMkLst>
            <pc:docMk/>
            <pc:sldMk cId="3528067379" sldId="1223"/>
            <ac:spMk id="11" creationId="{04F7DB28-4091-8A98-69B8-FD3081D73F82}"/>
          </ac:spMkLst>
        </pc:spChg>
        <pc:spChg chg="mod">
          <ac:chgData name="김명호" userId="e0d603aa-548e-418b-a070-918475337925" providerId="ADAL" clId="{8B80AB5E-623E-4797-A7B0-2AB657381E4C}" dt="2023-11-20T01:45:48.818" v="3044" actId="14100"/>
          <ac:spMkLst>
            <pc:docMk/>
            <pc:sldMk cId="3528067379" sldId="1223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3528067379" sldId="1223"/>
            <ac:spMk id="24" creationId="{4B4892DE-C8AE-37A4-B80F-57D38A371F80}"/>
          </ac:spMkLst>
        </pc:spChg>
        <pc:grpChg chg="mod">
          <ac:chgData name="김명호" userId="e0d603aa-548e-418b-a070-918475337925" providerId="ADAL" clId="{8B80AB5E-623E-4797-A7B0-2AB657381E4C}" dt="2023-11-20T01:57:00.549" v="3554" actId="1076"/>
          <ac:grpSpMkLst>
            <pc:docMk/>
            <pc:sldMk cId="3528067379" sldId="1223"/>
            <ac:grpSpMk id="5" creationId="{ABFF5BAE-F185-5B4D-74E7-085D25E7690C}"/>
          </ac:grpSpMkLst>
        </pc:grpChg>
        <pc:graphicFrameChg chg="mod modGraphic">
          <ac:chgData name="김명호" userId="e0d603aa-548e-418b-a070-918475337925" providerId="ADAL" clId="{8B80AB5E-623E-4797-A7B0-2AB657381E4C}" dt="2023-11-21T06:33:13.788" v="13181" actId="20577"/>
          <ac:graphicFrameMkLst>
            <pc:docMk/>
            <pc:sldMk cId="3528067379" sldId="1223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8B80AB5E-623E-4797-A7B0-2AB657381E4C}" dt="2023-11-20T01:45:42.827" v="3037" actId="1076"/>
          <ac:cxnSpMkLst>
            <pc:docMk/>
            <pc:sldMk cId="3528067379" sldId="1223"/>
            <ac:cxnSpMk id="4" creationId="{4E1BE9B4-478E-BBC6-FA01-D9D466BE19E6}"/>
          </ac:cxnSpMkLst>
        </pc:cxnChg>
        <pc:cxnChg chg="del">
          <ac:chgData name="김명호" userId="e0d603aa-548e-418b-a070-918475337925" providerId="ADAL" clId="{8B80AB5E-623E-4797-A7B0-2AB657381E4C}" dt="2023-11-20T01:45:30.763" v="3012" actId="478"/>
          <ac:cxnSpMkLst>
            <pc:docMk/>
            <pc:sldMk cId="3528067379" sldId="1223"/>
            <ac:cxnSpMk id="12" creationId="{D629CE69-F4FE-5525-171A-1D30441718B5}"/>
          </ac:cxnSpMkLst>
        </pc:cxnChg>
      </pc:sldChg>
      <pc:sldChg chg="modSp add mod">
        <pc:chgData name="김명호" userId="e0d603aa-548e-418b-a070-918475337925" providerId="ADAL" clId="{8B80AB5E-623E-4797-A7B0-2AB657381E4C}" dt="2023-11-20T08:44:53.248" v="10526"/>
        <pc:sldMkLst>
          <pc:docMk/>
          <pc:sldMk cId="1471075853" sldId="1224"/>
        </pc:sldMkLst>
        <pc:spChg chg="mod">
          <ac:chgData name="김명호" userId="e0d603aa-548e-418b-a070-918475337925" providerId="ADAL" clId="{8B80AB5E-623E-4797-A7B0-2AB657381E4C}" dt="2023-11-20T01:57:03.202" v="3555"/>
          <ac:spMkLst>
            <pc:docMk/>
            <pc:sldMk cId="1471075853" sldId="1224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1:56:37.550" v="3512"/>
          <ac:spMkLst>
            <pc:docMk/>
            <pc:sldMk cId="1471075853" sldId="1224"/>
            <ac:spMk id="10" creationId="{E90D19D1-885C-B495-D95C-FA5F47C9BD73}"/>
          </ac:spMkLst>
        </pc:spChg>
        <pc:spChg chg="mod">
          <ac:chgData name="김명호" userId="e0d603aa-548e-418b-a070-918475337925" providerId="ADAL" clId="{8B80AB5E-623E-4797-A7B0-2AB657381E4C}" dt="2023-11-20T01:51:38.079" v="3128" actId="14100"/>
          <ac:spMkLst>
            <pc:docMk/>
            <pc:sldMk cId="1471075853" sldId="1224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1471075853" sldId="1224"/>
            <ac:spMk id="24" creationId="{4B4892DE-C8AE-37A4-B80F-57D38A371F80}"/>
          </ac:spMkLst>
        </pc:spChg>
        <pc:grpChg chg="mod">
          <ac:chgData name="김명호" userId="e0d603aa-548e-418b-a070-918475337925" providerId="ADAL" clId="{8B80AB5E-623E-4797-A7B0-2AB657381E4C}" dt="2023-11-20T01:56:43.333" v="3513" actId="1076"/>
          <ac:grpSpMkLst>
            <pc:docMk/>
            <pc:sldMk cId="1471075853" sldId="1224"/>
            <ac:grpSpMk id="5" creationId="{ABFF5BAE-F185-5B4D-74E7-085D25E7690C}"/>
          </ac:grpSpMkLst>
        </pc:grpChg>
        <pc:cxnChg chg="mod">
          <ac:chgData name="김명호" userId="e0d603aa-548e-418b-a070-918475337925" providerId="ADAL" clId="{8B80AB5E-623E-4797-A7B0-2AB657381E4C}" dt="2023-11-20T01:51:40.624" v="3129" actId="1076"/>
          <ac:cxnSpMkLst>
            <pc:docMk/>
            <pc:sldMk cId="1471075853" sldId="1224"/>
            <ac:cxnSpMk id="4" creationId="{4E1BE9B4-478E-BBC6-FA01-D9D466BE19E6}"/>
          </ac:cxnSpMkLst>
        </pc:cxnChg>
      </pc:sldChg>
      <pc:sldChg chg="del">
        <pc:chgData name="김명호" userId="e0d603aa-548e-418b-a070-918475337925" providerId="ADAL" clId="{8B80AB5E-623E-4797-A7B0-2AB657381E4C}" dt="2023-11-15T11:20:00.216" v="75" actId="47"/>
        <pc:sldMkLst>
          <pc:docMk/>
          <pc:sldMk cId="2393904776" sldId="1224"/>
        </pc:sldMkLst>
      </pc:sldChg>
      <pc:sldChg chg="addSp delSp modSp add mod">
        <pc:chgData name="김명호" userId="e0d603aa-548e-418b-a070-918475337925" providerId="ADAL" clId="{8B80AB5E-623E-4797-A7B0-2AB657381E4C}" dt="2023-11-21T06:33:55.982" v="13185" actId="1076"/>
        <pc:sldMkLst>
          <pc:docMk/>
          <pc:sldMk cId="3578133632" sldId="1225"/>
        </pc:sldMkLst>
        <pc:spChg chg="mod">
          <ac:chgData name="김명호" userId="e0d603aa-548e-418b-a070-918475337925" providerId="ADAL" clId="{8B80AB5E-623E-4797-A7B0-2AB657381E4C}" dt="2023-11-20T02:05:05.202" v="3782"/>
          <ac:spMkLst>
            <pc:docMk/>
            <pc:sldMk cId="3578133632" sldId="1225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2:04:43.542" v="3742"/>
          <ac:spMkLst>
            <pc:docMk/>
            <pc:sldMk cId="3578133632" sldId="1225"/>
            <ac:spMk id="10" creationId="{E90D19D1-885C-B495-D95C-FA5F47C9BD73}"/>
          </ac:spMkLst>
        </pc:spChg>
        <pc:spChg chg="add del">
          <ac:chgData name="김명호" userId="e0d603aa-548e-418b-a070-918475337925" providerId="ADAL" clId="{8B80AB5E-623E-4797-A7B0-2AB657381E4C}" dt="2023-11-20T02:05:36.816" v="3784" actId="22"/>
          <ac:spMkLst>
            <pc:docMk/>
            <pc:sldMk cId="3578133632" sldId="1225"/>
            <ac:spMk id="11" creationId="{F35EB975-8035-78D5-0626-5F292DC81BA4}"/>
          </ac:spMkLst>
        </pc:spChg>
        <pc:spChg chg="mod">
          <ac:chgData name="김명호" userId="e0d603aa-548e-418b-a070-918475337925" providerId="ADAL" clId="{8B80AB5E-623E-4797-A7B0-2AB657381E4C}" dt="2023-11-21T06:33:53.909" v="13184" actId="1076"/>
          <ac:spMkLst>
            <pc:docMk/>
            <pc:sldMk cId="3578133632" sldId="1225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3578133632" sldId="1225"/>
            <ac:spMk id="24" creationId="{4B4892DE-C8AE-37A4-B80F-57D38A371F80}"/>
          </ac:spMkLst>
        </pc:spChg>
        <pc:grpChg chg="mod">
          <ac:chgData name="김명호" userId="e0d603aa-548e-418b-a070-918475337925" providerId="ADAL" clId="{8B80AB5E-623E-4797-A7B0-2AB657381E4C}" dt="2023-11-20T02:04:15.482" v="3737" actId="1076"/>
          <ac:grpSpMkLst>
            <pc:docMk/>
            <pc:sldMk cId="3578133632" sldId="1225"/>
            <ac:grpSpMk id="5" creationId="{ABFF5BAE-F185-5B4D-74E7-085D25E7690C}"/>
          </ac:grpSpMkLst>
        </pc:grpChg>
        <pc:cxnChg chg="mod">
          <ac:chgData name="김명호" userId="e0d603aa-548e-418b-a070-918475337925" providerId="ADAL" clId="{8B80AB5E-623E-4797-A7B0-2AB657381E4C}" dt="2023-11-21T06:33:55.982" v="13185" actId="1076"/>
          <ac:cxnSpMkLst>
            <pc:docMk/>
            <pc:sldMk cId="3578133632" sldId="1225"/>
            <ac:cxnSpMk id="4" creationId="{4E1BE9B4-478E-BBC6-FA01-D9D466BE19E6}"/>
          </ac:cxnSpMkLst>
        </pc:cxnChg>
      </pc:sldChg>
      <pc:sldChg chg="del">
        <pc:chgData name="김명호" userId="e0d603aa-548e-418b-a070-918475337925" providerId="ADAL" clId="{8B80AB5E-623E-4797-A7B0-2AB657381E4C}" dt="2023-11-15T11:20:00.267" v="76" actId="47"/>
        <pc:sldMkLst>
          <pc:docMk/>
          <pc:sldMk cId="3848526728" sldId="1225"/>
        </pc:sldMkLst>
      </pc:sldChg>
      <pc:sldChg chg="addSp delSp modSp add mod">
        <pc:chgData name="김명호" userId="e0d603aa-548e-418b-a070-918475337925" providerId="ADAL" clId="{8B80AB5E-623E-4797-A7B0-2AB657381E4C}" dt="2023-11-21T06:34:40.520" v="13195" actId="20577"/>
        <pc:sldMkLst>
          <pc:docMk/>
          <pc:sldMk cId="2440054321" sldId="1226"/>
        </pc:sldMkLst>
        <pc:spChg chg="add mod">
          <ac:chgData name="김명호" userId="e0d603aa-548e-418b-a070-918475337925" providerId="ADAL" clId="{8B80AB5E-623E-4797-A7B0-2AB657381E4C}" dt="2023-11-20T03:49:20.596" v="4813" actId="693"/>
          <ac:spMkLst>
            <pc:docMk/>
            <pc:sldMk cId="2440054321" sldId="1226"/>
            <ac:spMk id="6" creationId="{792A2EB1-EF3E-84BF-E4F4-E0089A7436CA}"/>
          </ac:spMkLst>
        </pc:spChg>
        <pc:spChg chg="mod">
          <ac:chgData name="김명호" userId="e0d603aa-548e-418b-a070-918475337925" providerId="ADAL" clId="{8B80AB5E-623E-4797-A7B0-2AB657381E4C}" dt="2023-11-20T04:04:59.593" v="5140"/>
          <ac:spMkLst>
            <pc:docMk/>
            <pc:sldMk cId="2440054321" sldId="1226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0T03:48:39.847" v="4804" actId="1076"/>
          <ac:spMkLst>
            <pc:docMk/>
            <pc:sldMk cId="2440054321" sldId="1226"/>
            <ac:spMk id="9" creationId="{E74197C1-7116-C981-DE57-D8AE69420B94}"/>
          </ac:spMkLst>
        </pc:spChg>
        <pc:spChg chg="mod">
          <ac:chgData name="김명호" userId="e0d603aa-548e-418b-a070-918475337925" providerId="ADAL" clId="{8B80AB5E-623E-4797-A7B0-2AB657381E4C}" dt="2023-11-20T02:22:46.419" v="4317"/>
          <ac:spMkLst>
            <pc:docMk/>
            <pc:sldMk cId="2440054321" sldId="1226"/>
            <ac:spMk id="10" creationId="{E90D19D1-885C-B495-D95C-FA5F47C9BD73}"/>
          </ac:spMkLst>
        </pc:spChg>
        <pc:spChg chg="del mod">
          <ac:chgData name="김명호" userId="e0d603aa-548e-418b-a070-918475337925" providerId="ADAL" clId="{8B80AB5E-623E-4797-A7B0-2AB657381E4C}" dt="2023-11-20T03:36:27.865" v="4499" actId="478"/>
          <ac:spMkLst>
            <pc:docMk/>
            <pc:sldMk cId="2440054321" sldId="1226"/>
            <ac:spMk id="14" creationId="{ECFCFE0C-7957-9A80-15FC-3F5AF360E0D8}"/>
          </ac:spMkLst>
        </pc:spChg>
        <pc:spChg chg="add mod">
          <ac:chgData name="김명호" userId="e0d603aa-548e-418b-a070-918475337925" providerId="ADAL" clId="{8B80AB5E-623E-4797-A7B0-2AB657381E4C}" dt="2023-11-20T03:49:43.232" v="4821" actId="14100"/>
          <ac:spMkLst>
            <pc:docMk/>
            <pc:sldMk cId="2440054321" sldId="1226"/>
            <ac:spMk id="19" creationId="{47D9C101-0DA1-350A-D7E1-E99384FC816D}"/>
          </ac:spMkLst>
        </pc:spChg>
        <pc:spChg chg="add mod">
          <ac:chgData name="김명호" userId="e0d603aa-548e-418b-a070-918475337925" providerId="ADAL" clId="{8B80AB5E-623E-4797-A7B0-2AB657381E4C}" dt="2023-11-20T03:49:35.999" v="4819" actId="1076"/>
          <ac:spMkLst>
            <pc:docMk/>
            <pc:sldMk cId="2440054321" sldId="1226"/>
            <ac:spMk id="20" creationId="{684E6E7F-2516-40AE-0116-83928E02C3F0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2440054321" sldId="1226"/>
            <ac:spMk id="24" creationId="{4B4892DE-C8AE-37A4-B80F-57D38A371F80}"/>
          </ac:spMkLst>
        </pc:spChg>
        <pc:grpChg chg="del mod">
          <ac:chgData name="김명호" userId="e0d603aa-548e-418b-a070-918475337925" providerId="ADAL" clId="{8B80AB5E-623E-4797-A7B0-2AB657381E4C}" dt="2023-11-20T03:38:00.700" v="4712" actId="478"/>
          <ac:grpSpMkLst>
            <pc:docMk/>
            <pc:sldMk cId="2440054321" sldId="1226"/>
            <ac:grpSpMk id="5" creationId="{ABFF5BAE-F185-5B4D-74E7-085D25E7690C}"/>
          </ac:grpSpMkLst>
        </pc:grpChg>
        <pc:graphicFrameChg chg="mod modGraphic">
          <ac:chgData name="김명호" userId="e0d603aa-548e-418b-a070-918475337925" providerId="ADAL" clId="{8B80AB5E-623E-4797-A7B0-2AB657381E4C}" dt="2023-11-21T06:34:40.520" v="13195" actId="20577"/>
          <ac:graphicFrameMkLst>
            <pc:docMk/>
            <pc:sldMk cId="2440054321" sldId="1226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2:05:39.596" v="3786" actId="478"/>
          <ac:picMkLst>
            <pc:docMk/>
            <pc:sldMk cId="2440054321" sldId="1226"/>
            <ac:picMk id="9" creationId="{17F68431-8BE9-1737-7D88-663F1D4A4204}"/>
          </ac:picMkLst>
        </pc:picChg>
        <pc:picChg chg="add del mod ord">
          <ac:chgData name="김명호" userId="e0d603aa-548e-418b-a070-918475337925" providerId="ADAL" clId="{8B80AB5E-623E-4797-A7B0-2AB657381E4C}" dt="2023-11-20T02:26:01.120" v="4484" actId="478"/>
          <ac:picMkLst>
            <pc:docMk/>
            <pc:sldMk cId="2440054321" sldId="1226"/>
            <ac:picMk id="11" creationId="{1076CC45-3CA0-B405-D613-C5E3328A388D}"/>
          </ac:picMkLst>
        </pc:picChg>
        <pc:picChg chg="add del mod ord">
          <ac:chgData name="김명호" userId="e0d603aa-548e-418b-a070-918475337925" providerId="ADAL" clId="{8B80AB5E-623E-4797-A7B0-2AB657381E4C}" dt="2023-11-20T03:48:27.527" v="4800" actId="478"/>
          <ac:picMkLst>
            <pc:docMk/>
            <pc:sldMk cId="2440054321" sldId="1226"/>
            <ac:picMk id="13" creationId="{80DB2265-7E98-3442-C0AF-A37F2D4C6BCA}"/>
          </ac:picMkLst>
        </pc:picChg>
        <pc:picChg chg="add del mod ord">
          <ac:chgData name="김명호" userId="e0d603aa-548e-418b-a070-918475337925" providerId="ADAL" clId="{8B80AB5E-623E-4797-A7B0-2AB657381E4C}" dt="2023-11-20T03:48:46.093" v="4805" actId="478"/>
          <ac:picMkLst>
            <pc:docMk/>
            <pc:sldMk cId="2440054321" sldId="1226"/>
            <ac:picMk id="16" creationId="{CAEB14C6-960D-9359-F8AB-99A2393DF292}"/>
          </ac:picMkLst>
        </pc:picChg>
        <pc:picChg chg="add del mod">
          <ac:chgData name="김명호" userId="e0d603aa-548e-418b-a070-918475337925" providerId="ADAL" clId="{8B80AB5E-623E-4797-A7B0-2AB657381E4C}" dt="2023-11-20T03:49:26.407" v="4815" actId="478"/>
          <ac:picMkLst>
            <pc:docMk/>
            <pc:sldMk cId="2440054321" sldId="1226"/>
            <ac:picMk id="17" creationId="{B1E18DD1-529A-8329-C6C6-2220297742F1}"/>
          </ac:picMkLst>
        </pc:picChg>
        <pc:picChg chg="add del mod">
          <ac:chgData name="김명호" userId="e0d603aa-548e-418b-a070-918475337925" providerId="ADAL" clId="{8B80AB5E-623E-4797-A7B0-2AB657381E4C}" dt="2023-11-20T03:49:25.945" v="4814" actId="478"/>
          <ac:picMkLst>
            <pc:docMk/>
            <pc:sldMk cId="2440054321" sldId="1226"/>
            <ac:picMk id="18" creationId="{4340986A-3721-3EC8-89A1-11674A35ED67}"/>
          </ac:picMkLst>
        </pc:picChg>
        <pc:picChg chg="add mod ord">
          <ac:chgData name="김명호" userId="e0d603aa-548e-418b-a070-918475337925" providerId="ADAL" clId="{8B80AB5E-623E-4797-A7B0-2AB657381E4C}" dt="2023-11-20T03:48:35.710" v="4803" actId="1076"/>
          <ac:picMkLst>
            <pc:docMk/>
            <pc:sldMk cId="2440054321" sldId="1226"/>
            <ac:picMk id="26" creationId="{7BA549DD-7923-66D2-376C-7BE60A22E602}"/>
          </ac:picMkLst>
        </pc:picChg>
        <pc:picChg chg="add mod ord">
          <ac:chgData name="김명호" userId="e0d603aa-548e-418b-a070-918475337925" providerId="ADAL" clId="{8B80AB5E-623E-4797-A7B0-2AB657381E4C}" dt="2023-11-20T03:49:09.978" v="4810" actId="167"/>
          <ac:picMkLst>
            <pc:docMk/>
            <pc:sldMk cId="2440054321" sldId="1226"/>
            <ac:picMk id="28" creationId="{304659E7-BDEC-0ADD-40A2-F8D0C15DB469}"/>
          </ac:picMkLst>
        </pc:picChg>
        <pc:picChg chg="add mod ord">
          <ac:chgData name="김명호" userId="e0d603aa-548e-418b-a070-918475337925" providerId="ADAL" clId="{8B80AB5E-623E-4797-A7B0-2AB657381E4C}" dt="2023-11-20T03:49:32.272" v="4818" actId="167"/>
          <ac:picMkLst>
            <pc:docMk/>
            <pc:sldMk cId="2440054321" sldId="1226"/>
            <ac:picMk id="31" creationId="{A1335A09-A6DA-D42F-D349-11579008861E}"/>
          </ac:picMkLst>
        </pc:picChg>
        <pc:picChg chg="add mod ord">
          <ac:chgData name="김명호" userId="e0d603aa-548e-418b-a070-918475337925" providerId="ADAL" clId="{8B80AB5E-623E-4797-A7B0-2AB657381E4C}" dt="2023-11-20T03:49:32.272" v="4818" actId="167"/>
          <ac:picMkLst>
            <pc:docMk/>
            <pc:sldMk cId="2440054321" sldId="1226"/>
            <ac:picMk id="32" creationId="{9CCEB959-6139-60C4-70C5-96B98A3E2DFC}"/>
          </ac:picMkLst>
        </pc:picChg>
        <pc:cxnChg chg="del mod">
          <ac:chgData name="김명호" userId="e0d603aa-548e-418b-a070-918475337925" providerId="ADAL" clId="{8B80AB5E-623E-4797-A7B0-2AB657381E4C}" dt="2023-11-20T03:36:27.865" v="4499" actId="478"/>
          <ac:cxnSpMkLst>
            <pc:docMk/>
            <pc:sldMk cId="2440054321" sldId="1226"/>
            <ac:cxnSpMk id="4" creationId="{4E1BE9B4-478E-BBC6-FA01-D9D466BE19E6}"/>
          </ac:cxnSpMkLst>
        </pc:cxnChg>
        <pc:cxnChg chg="add mod">
          <ac:chgData name="김명호" userId="e0d603aa-548e-418b-a070-918475337925" providerId="ADAL" clId="{8B80AB5E-623E-4797-A7B0-2AB657381E4C}" dt="2023-11-20T03:49:14.207" v="4812" actId="14100"/>
          <ac:cxnSpMkLst>
            <pc:docMk/>
            <pc:sldMk cId="2440054321" sldId="1226"/>
            <ac:cxnSpMk id="11" creationId="{294BC4BB-B1A3-1C33-64EE-1200CA34B505}"/>
          </ac:cxnSpMkLst>
        </pc:cxnChg>
        <pc:cxnChg chg="add mod">
          <ac:chgData name="김명호" userId="e0d603aa-548e-418b-a070-918475337925" providerId="ADAL" clId="{8B80AB5E-623E-4797-A7B0-2AB657381E4C}" dt="2023-11-20T03:49:43.232" v="4821" actId="14100"/>
          <ac:cxnSpMkLst>
            <pc:docMk/>
            <pc:sldMk cId="2440054321" sldId="1226"/>
            <ac:cxnSpMk id="21" creationId="{E13EF9C9-5A7A-D1AD-B1AA-E933859FD470}"/>
          </ac:cxnSpMkLst>
        </pc:cxnChg>
      </pc:sldChg>
      <pc:sldChg chg="del">
        <pc:chgData name="김명호" userId="e0d603aa-548e-418b-a070-918475337925" providerId="ADAL" clId="{8B80AB5E-623E-4797-A7B0-2AB657381E4C}" dt="2023-11-15T11:20:00.321" v="77" actId="47"/>
        <pc:sldMkLst>
          <pc:docMk/>
          <pc:sldMk cId="4217213800" sldId="1226"/>
        </pc:sldMkLst>
      </pc:sldChg>
      <pc:sldChg chg="del">
        <pc:chgData name="김명호" userId="e0d603aa-548e-418b-a070-918475337925" providerId="ADAL" clId="{8B80AB5E-623E-4797-A7B0-2AB657381E4C}" dt="2023-11-15T11:20:00.472" v="80" actId="47"/>
        <pc:sldMkLst>
          <pc:docMk/>
          <pc:sldMk cId="1116356520" sldId="1227"/>
        </pc:sldMkLst>
      </pc:sldChg>
      <pc:sldChg chg="modSp add mod ord">
        <pc:chgData name="김명호" userId="e0d603aa-548e-418b-a070-918475337925" providerId="ADAL" clId="{8B80AB5E-623E-4797-A7B0-2AB657381E4C}" dt="2023-11-21T06:34:22.103" v="13190" actId="20577"/>
        <pc:sldMkLst>
          <pc:docMk/>
          <pc:sldMk cId="4141438979" sldId="1227"/>
        </pc:sldMkLst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4141438979" sldId="1227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4:22.103" v="13190" actId="20577"/>
          <ac:graphicFrameMkLst>
            <pc:docMk/>
            <pc:sldMk cId="4141438979" sldId="1227"/>
            <ac:graphicFrameMk id="3" creationId="{EB5E6BEF-7528-22F3-81D3-C88DBE43847E}"/>
          </ac:graphicFrameMkLst>
        </pc:graphicFrameChg>
      </pc:sldChg>
      <pc:sldChg chg="modSp add mod">
        <pc:chgData name="김명호" userId="e0d603aa-548e-418b-a070-918475337925" providerId="ADAL" clId="{8B80AB5E-623E-4797-A7B0-2AB657381E4C}" dt="2023-11-21T06:34:58.821" v="13199" actId="20577"/>
        <pc:sldMkLst>
          <pc:docMk/>
          <pc:sldMk cId="2761323304" sldId="1228"/>
        </pc:sldMkLst>
        <pc:spChg chg="mod">
          <ac:chgData name="김명호" userId="e0d603aa-548e-418b-a070-918475337925" providerId="ADAL" clId="{8B80AB5E-623E-4797-A7B0-2AB657381E4C}" dt="2023-11-20T03:50:00.023" v="4857"/>
          <ac:spMkLst>
            <pc:docMk/>
            <pc:sldMk cId="2761323304" sldId="1228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2761323304" sldId="1228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4:58.821" v="13199" actId="20577"/>
          <ac:graphicFrameMkLst>
            <pc:docMk/>
            <pc:sldMk cId="2761323304" sldId="1228"/>
            <ac:graphicFrameMk id="3" creationId="{EB5E6BEF-7528-22F3-81D3-C88DBE43847E}"/>
          </ac:graphicFrameMkLst>
        </pc:graphicFrameChg>
      </pc:sldChg>
      <pc:sldChg chg="del">
        <pc:chgData name="김명호" userId="e0d603aa-548e-418b-a070-918475337925" providerId="ADAL" clId="{8B80AB5E-623E-4797-A7B0-2AB657381E4C}" dt="2023-11-15T11:20:00.419" v="79" actId="47"/>
        <pc:sldMkLst>
          <pc:docMk/>
          <pc:sldMk cId="2935446857" sldId="1228"/>
        </pc:sldMkLst>
      </pc:sldChg>
      <pc:sldChg chg="del">
        <pc:chgData name="김명호" userId="e0d603aa-548e-418b-a070-918475337925" providerId="ADAL" clId="{8B80AB5E-623E-4797-A7B0-2AB657381E4C}" dt="2023-11-15T11:19:58.377" v="66" actId="47"/>
        <pc:sldMkLst>
          <pc:docMk/>
          <pc:sldMk cId="200759230" sldId="1229"/>
        </pc:sldMkLst>
      </pc:sldChg>
      <pc:sldChg chg="addSp delSp modSp add mod">
        <pc:chgData name="김명호" userId="e0d603aa-548e-418b-a070-918475337925" providerId="ADAL" clId="{8B80AB5E-623E-4797-A7B0-2AB657381E4C}" dt="2023-11-21T06:35:20.073" v="13205" actId="20577"/>
        <pc:sldMkLst>
          <pc:docMk/>
          <pc:sldMk cId="3957244152" sldId="1229"/>
        </pc:sldMkLst>
        <pc:spChg chg="mod">
          <ac:chgData name="김명호" userId="e0d603aa-548e-418b-a070-918475337925" providerId="ADAL" clId="{8B80AB5E-623E-4797-A7B0-2AB657381E4C}" dt="2023-11-20T04:28:05.070" v="5285" actId="404"/>
          <ac:spMkLst>
            <pc:docMk/>
            <pc:sldMk cId="3957244152" sldId="1229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3:58:55.954" v="5000" actId="14100"/>
          <ac:spMkLst>
            <pc:docMk/>
            <pc:sldMk cId="3957244152" sldId="1229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08.497" v="10516"/>
          <ac:spMkLst>
            <pc:docMk/>
            <pc:sldMk cId="3957244152" sldId="1229"/>
            <ac:spMk id="24" creationId="{4B4892DE-C8AE-37A4-B80F-57D38A371F80}"/>
          </ac:spMkLst>
        </pc:spChg>
        <pc:grpChg chg="del">
          <ac:chgData name="김명호" userId="e0d603aa-548e-418b-a070-918475337925" providerId="ADAL" clId="{8B80AB5E-623E-4797-A7B0-2AB657381E4C}" dt="2023-11-20T03:59:24.179" v="5004" actId="478"/>
          <ac:grpSpMkLst>
            <pc:docMk/>
            <pc:sldMk cId="3957244152" sldId="1229"/>
            <ac:grpSpMk id="5" creationId="{ABFF5BAE-F185-5B4D-74E7-085D25E7690C}"/>
          </ac:grpSpMkLst>
        </pc:grpChg>
        <pc:graphicFrameChg chg="mod modGraphic">
          <ac:chgData name="김명호" userId="e0d603aa-548e-418b-a070-918475337925" providerId="ADAL" clId="{8B80AB5E-623E-4797-A7B0-2AB657381E4C}" dt="2023-11-21T06:35:20.073" v="13205" actId="20577"/>
          <ac:graphicFrameMkLst>
            <pc:docMk/>
            <pc:sldMk cId="3957244152" sldId="1229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8B80AB5E-623E-4797-A7B0-2AB657381E4C}" dt="2023-11-20T03:58:57.127" v="5002" actId="1076"/>
          <ac:picMkLst>
            <pc:docMk/>
            <pc:sldMk cId="3957244152" sldId="1229"/>
            <ac:picMk id="9" creationId="{D3C27631-C6B0-4FCF-9D36-2A895DA6521F}"/>
          </ac:picMkLst>
        </pc:picChg>
        <pc:picChg chg="del">
          <ac:chgData name="김명호" userId="e0d603aa-548e-418b-a070-918475337925" providerId="ADAL" clId="{8B80AB5E-623E-4797-A7B0-2AB657381E4C}" dt="2023-11-20T03:57:19.803" v="4876" actId="478"/>
          <ac:picMkLst>
            <pc:docMk/>
            <pc:sldMk cId="3957244152" sldId="1229"/>
            <ac:picMk id="11" creationId="{1076CC45-3CA0-B405-D613-C5E3328A388D}"/>
          </ac:picMkLst>
        </pc:picChg>
        <pc:picChg chg="add del mod">
          <ac:chgData name="김명호" userId="e0d603aa-548e-418b-a070-918475337925" providerId="ADAL" clId="{8B80AB5E-623E-4797-A7B0-2AB657381E4C}" dt="2023-11-20T03:59:42.484" v="5010" actId="478"/>
          <ac:picMkLst>
            <pc:docMk/>
            <pc:sldMk cId="3957244152" sldId="1229"/>
            <ac:picMk id="12" creationId="{3A9962D5-E4BB-6967-79A4-28E24BD6051D}"/>
          </ac:picMkLst>
        </pc:picChg>
        <pc:cxnChg chg="mod">
          <ac:chgData name="김명호" userId="e0d603aa-548e-418b-a070-918475337925" providerId="ADAL" clId="{8B80AB5E-623E-4797-A7B0-2AB657381E4C}" dt="2023-11-20T03:59:00.123" v="5003" actId="1076"/>
          <ac:cxnSpMkLst>
            <pc:docMk/>
            <pc:sldMk cId="3957244152" sldId="1229"/>
            <ac:cxnSpMk id="4" creationId="{4E1BE9B4-478E-BBC6-FA01-D9D466BE19E6}"/>
          </ac:cxnSpMkLst>
        </pc:cxnChg>
      </pc:sldChg>
      <pc:sldChg chg="addSp modSp add mod ord">
        <pc:chgData name="김명호" userId="e0d603aa-548e-418b-a070-918475337925" providerId="ADAL" clId="{8B80AB5E-623E-4797-A7B0-2AB657381E4C}" dt="2023-11-20T08:43:58.577" v="10515" actId="20577"/>
        <pc:sldMkLst>
          <pc:docMk/>
          <pc:sldMk cId="1092524481" sldId="1230"/>
        </pc:sldMkLst>
        <pc:spChg chg="mod">
          <ac:chgData name="김명호" userId="e0d603aa-548e-418b-a070-918475337925" providerId="ADAL" clId="{8B80AB5E-623E-4797-A7B0-2AB657381E4C}" dt="2023-11-20T04:00:23.611" v="5095"/>
          <ac:spMkLst>
            <pc:docMk/>
            <pc:sldMk cId="1092524481" sldId="1230"/>
            <ac:spMk id="6" creationId="{D27EBC86-BD14-7DFB-53DF-C0EFE8D1FCEF}"/>
          </ac:spMkLst>
        </pc:spChg>
        <pc:spChg chg="mod">
          <ac:chgData name="김명호" userId="e0d603aa-548e-418b-a070-918475337925" providerId="ADAL" clId="{8B80AB5E-623E-4797-A7B0-2AB657381E4C}" dt="2023-11-20T04:27:54.063" v="5278" actId="6549"/>
          <ac:spMkLst>
            <pc:docMk/>
            <pc:sldMk cId="1092524481" sldId="1230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4:01:56.994" v="5101"/>
          <ac:spMkLst>
            <pc:docMk/>
            <pc:sldMk cId="1092524481" sldId="1230"/>
            <ac:spMk id="8" creationId="{0378541C-AC69-EA2E-CC90-FFDB71297473}"/>
          </ac:spMkLst>
        </pc:spChg>
        <pc:spChg chg="mod">
          <ac:chgData name="김명호" userId="e0d603aa-548e-418b-a070-918475337925" providerId="ADAL" clId="{8B80AB5E-623E-4797-A7B0-2AB657381E4C}" dt="2023-11-20T04:00:13.250" v="5091" actId="14100"/>
          <ac:spMkLst>
            <pc:docMk/>
            <pc:sldMk cId="1092524481" sldId="1230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3:58.577" v="10515" actId="20577"/>
          <ac:spMkLst>
            <pc:docMk/>
            <pc:sldMk cId="1092524481" sldId="1230"/>
            <ac:spMk id="24" creationId="{4B4892DE-C8AE-37A4-B80F-57D38A371F80}"/>
          </ac:spMkLst>
        </pc:spChg>
        <pc:grpChg chg="add mod">
          <ac:chgData name="김명호" userId="e0d603aa-548e-418b-a070-918475337925" providerId="ADAL" clId="{8B80AB5E-623E-4797-A7B0-2AB657381E4C}" dt="2023-11-20T04:27:01.206" v="5206" actId="1076"/>
          <ac:grpSpMkLst>
            <pc:docMk/>
            <pc:sldMk cId="1092524481" sldId="1230"/>
            <ac:grpSpMk id="5" creationId="{44F7E16A-16B8-967B-E8C3-861B182405A4}"/>
          </ac:grpSpMkLst>
        </pc:grpChg>
        <pc:cxnChg chg="mod">
          <ac:chgData name="김명호" userId="e0d603aa-548e-418b-a070-918475337925" providerId="ADAL" clId="{8B80AB5E-623E-4797-A7B0-2AB657381E4C}" dt="2023-11-20T04:00:15.290" v="5092" actId="1076"/>
          <ac:cxnSpMkLst>
            <pc:docMk/>
            <pc:sldMk cId="1092524481" sldId="1230"/>
            <ac:cxnSpMk id="4" creationId="{4E1BE9B4-478E-BBC6-FA01-D9D466BE19E6}"/>
          </ac:cxnSpMkLst>
        </pc:cxnChg>
      </pc:sldChg>
      <pc:sldChg chg="del">
        <pc:chgData name="김명호" userId="e0d603aa-548e-418b-a070-918475337925" providerId="ADAL" clId="{8B80AB5E-623E-4797-A7B0-2AB657381E4C}" dt="2023-11-15T11:19:58.750" v="68" actId="47"/>
        <pc:sldMkLst>
          <pc:docMk/>
          <pc:sldMk cId="2122162360" sldId="1230"/>
        </pc:sldMkLst>
      </pc:sldChg>
      <pc:sldChg chg="add del ord">
        <pc:chgData name="김명호" userId="e0d603aa-548e-418b-a070-918475337925" providerId="ADAL" clId="{8B80AB5E-623E-4797-A7B0-2AB657381E4C}" dt="2023-11-20T03:59:52.676" v="5015"/>
        <pc:sldMkLst>
          <pc:docMk/>
          <pc:sldMk cId="2899523777" sldId="1230"/>
        </pc:sldMkLst>
      </pc:sldChg>
      <pc:sldChg chg="del">
        <pc:chgData name="김명호" userId="e0d603aa-548e-418b-a070-918475337925" providerId="ADAL" clId="{8B80AB5E-623E-4797-A7B0-2AB657381E4C}" dt="2023-11-15T11:20:00.525" v="81" actId="47"/>
        <pc:sldMkLst>
          <pc:docMk/>
          <pc:sldMk cId="3990734470" sldId="1231"/>
        </pc:sldMkLst>
      </pc:sldChg>
      <pc:sldChg chg="addSp delSp modSp add mod">
        <pc:chgData name="김명호" userId="e0d603aa-548e-418b-a070-918475337925" providerId="ADAL" clId="{8B80AB5E-623E-4797-A7B0-2AB657381E4C}" dt="2023-11-21T06:35:51.585" v="13210" actId="20577"/>
        <pc:sldMkLst>
          <pc:docMk/>
          <pc:sldMk cId="4159859822" sldId="1231"/>
        </pc:sldMkLst>
        <pc:spChg chg="mod">
          <ac:chgData name="김명호" userId="e0d603aa-548e-418b-a070-918475337925" providerId="ADAL" clId="{8B80AB5E-623E-4797-A7B0-2AB657381E4C}" dt="2023-11-20T04:22:31.807" v="5204"/>
          <ac:spMkLst>
            <pc:docMk/>
            <pc:sldMk cId="4159859822" sldId="1231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0T04:21:18.925" v="5164" actId="693"/>
          <ac:spMkLst>
            <pc:docMk/>
            <pc:sldMk cId="4159859822" sldId="1231"/>
            <ac:spMk id="11" creationId="{E0B113FD-6490-7E14-0229-54CD12A8B6F6}"/>
          </ac:spMkLst>
        </pc:spChg>
        <pc:spChg chg="add mod">
          <ac:chgData name="김명호" userId="e0d603aa-548e-418b-a070-918475337925" providerId="ADAL" clId="{8B80AB5E-623E-4797-A7B0-2AB657381E4C}" dt="2023-11-20T04:20:43.473" v="5162" actId="14100"/>
          <ac:spMkLst>
            <pc:docMk/>
            <pc:sldMk cId="4159859822" sldId="1231"/>
            <ac:spMk id="12" creationId="{6048F896-B064-A392-D6D7-306D32DDD51B}"/>
          </ac:spMkLst>
        </pc:spChg>
        <pc:spChg chg="del">
          <ac:chgData name="김명호" userId="e0d603aa-548e-418b-a070-918475337925" providerId="ADAL" clId="{8B80AB5E-623E-4797-A7B0-2AB657381E4C}" dt="2023-11-20T04:05:54.647" v="5146" actId="478"/>
          <ac:spMkLst>
            <pc:docMk/>
            <pc:sldMk cId="4159859822" sldId="1231"/>
            <ac:spMk id="14" creationId="{ECFCFE0C-7957-9A80-15FC-3F5AF360E0D8}"/>
          </ac:spMkLst>
        </pc:spChg>
        <pc:spChg chg="add mod">
          <ac:chgData name="김명호" userId="e0d603aa-548e-418b-a070-918475337925" providerId="ADAL" clId="{8B80AB5E-623E-4797-A7B0-2AB657381E4C}" dt="2023-11-20T04:22:22.165" v="5173" actId="693"/>
          <ac:spMkLst>
            <pc:docMk/>
            <pc:sldMk cId="4159859822" sldId="1231"/>
            <ac:spMk id="23" creationId="{C8ADAA90-EDDF-F6A9-CD95-397134F49515}"/>
          </ac:spMkLst>
        </pc:spChg>
        <pc:spChg chg="mod">
          <ac:chgData name="김명호" userId="e0d603aa-548e-418b-a070-918475337925" providerId="ADAL" clId="{8B80AB5E-623E-4797-A7B0-2AB657381E4C}" dt="2023-11-20T08:44:11.211" v="10517"/>
          <ac:spMkLst>
            <pc:docMk/>
            <pc:sldMk cId="4159859822" sldId="1231"/>
            <ac:spMk id="24" creationId="{4B4892DE-C8AE-37A4-B80F-57D38A371F80}"/>
          </ac:spMkLst>
        </pc:spChg>
        <pc:spChg chg="add mod">
          <ac:chgData name="김명호" userId="e0d603aa-548e-418b-a070-918475337925" providerId="ADAL" clId="{8B80AB5E-623E-4797-A7B0-2AB657381E4C}" dt="2023-11-20T04:22:08.227" v="5170" actId="208"/>
          <ac:spMkLst>
            <pc:docMk/>
            <pc:sldMk cId="4159859822" sldId="1231"/>
            <ac:spMk id="25" creationId="{D6B31959-5271-AE5B-F366-7C4E4EFC3993}"/>
          </ac:spMkLst>
        </pc:spChg>
        <pc:graphicFrameChg chg="mod modGraphic">
          <ac:chgData name="김명호" userId="e0d603aa-548e-418b-a070-918475337925" providerId="ADAL" clId="{8B80AB5E-623E-4797-A7B0-2AB657381E4C}" dt="2023-11-21T06:35:51.585" v="13210" actId="20577"/>
          <ac:graphicFrameMkLst>
            <pc:docMk/>
            <pc:sldMk cId="4159859822" sldId="1231"/>
            <ac:graphicFrameMk id="3" creationId="{EB5E6BEF-7528-22F3-81D3-C88DBE43847E}"/>
          </ac:graphicFrameMkLst>
        </pc:graphicFrameChg>
        <pc:picChg chg="add mod modCrop">
          <ac:chgData name="김명호" userId="e0d603aa-548e-418b-a070-918475337925" providerId="ADAL" clId="{8B80AB5E-623E-4797-A7B0-2AB657381E4C}" dt="2023-11-20T04:06:02.273" v="5148" actId="108"/>
          <ac:picMkLst>
            <pc:docMk/>
            <pc:sldMk cId="4159859822" sldId="1231"/>
            <ac:picMk id="6" creationId="{7B5E091C-D528-915A-435E-27ECC3753946}"/>
          </ac:picMkLst>
        </pc:picChg>
        <pc:picChg chg="del">
          <ac:chgData name="김명호" userId="e0d603aa-548e-418b-a070-918475337925" providerId="ADAL" clId="{8B80AB5E-623E-4797-A7B0-2AB657381E4C}" dt="2023-11-20T04:05:19.045" v="5141" actId="478"/>
          <ac:picMkLst>
            <pc:docMk/>
            <pc:sldMk cId="4159859822" sldId="1231"/>
            <ac:picMk id="9" creationId="{D3C27631-C6B0-4FCF-9D36-2A895DA6521F}"/>
          </ac:picMkLst>
        </pc:picChg>
        <pc:picChg chg="add mod modCrop">
          <ac:chgData name="김명호" userId="e0d603aa-548e-418b-a070-918475337925" providerId="ADAL" clId="{8B80AB5E-623E-4797-A7B0-2AB657381E4C}" dt="2023-11-20T04:06:32.519" v="5156" actId="1076"/>
          <ac:picMkLst>
            <pc:docMk/>
            <pc:sldMk cId="4159859822" sldId="1231"/>
            <ac:picMk id="10" creationId="{B53B9679-CE24-AD46-DA1B-1FA20F7681BB}"/>
          </ac:picMkLst>
        </pc:picChg>
        <pc:picChg chg="add mod">
          <ac:chgData name="김명호" userId="e0d603aa-548e-418b-a070-918475337925" providerId="ADAL" clId="{8B80AB5E-623E-4797-A7B0-2AB657381E4C}" dt="2023-11-20T04:22:03.305" v="5169" actId="1076"/>
          <ac:picMkLst>
            <pc:docMk/>
            <pc:sldMk cId="4159859822" sldId="1231"/>
            <ac:picMk id="21" creationId="{B1108E0D-0476-F012-BDE5-F9A02A36CC19}"/>
          </ac:picMkLst>
        </pc:picChg>
        <pc:picChg chg="add mod">
          <ac:chgData name="김명호" userId="e0d603aa-548e-418b-a070-918475337925" providerId="ADAL" clId="{8B80AB5E-623E-4797-A7B0-2AB657381E4C}" dt="2023-11-20T04:22:03.305" v="5169" actId="1076"/>
          <ac:picMkLst>
            <pc:docMk/>
            <pc:sldMk cId="4159859822" sldId="1231"/>
            <ac:picMk id="22" creationId="{846B8FA9-89EF-1EF5-4E76-E7BF5CFE594D}"/>
          </ac:picMkLst>
        </pc:picChg>
        <pc:cxnChg chg="del">
          <ac:chgData name="김명호" userId="e0d603aa-548e-418b-a070-918475337925" providerId="ADAL" clId="{8B80AB5E-623E-4797-A7B0-2AB657381E4C}" dt="2023-11-20T04:05:54.647" v="5146" actId="478"/>
          <ac:cxnSpMkLst>
            <pc:docMk/>
            <pc:sldMk cId="4159859822" sldId="1231"/>
            <ac:cxnSpMk id="4" creationId="{4E1BE9B4-478E-BBC6-FA01-D9D466BE19E6}"/>
          </ac:cxnSpMkLst>
        </pc:cxnChg>
        <pc:cxnChg chg="add mod">
          <ac:chgData name="김명호" userId="e0d603aa-548e-418b-a070-918475337925" providerId="ADAL" clId="{8B80AB5E-623E-4797-A7B0-2AB657381E4C}" dt="2023-11-20T04:20:51.456" v="5163" actId="1076"/>
          <ac:cxnSpMkLst>
            <pc:docMk/>
            <pc:sldMk cId="4159859822" sldId="1231"/>
            <ac:cxnSpMk id="13" creationId="{CF544EED-5C62-7E04-CB93-F4D174EF5ABD}"/>
          </ac:cxnSpMkLst>
        </pc:cxnChg>
        <pc:cxnChg chg="add mod">
          <ac:chgData name="김명호" userId="e0d603aa-548e-418b-a070-918475337925" providerId="ADAL" clId="{8B80AB5E-623E-4797-A7B0-2AB657381E4C}" dt="2023-11-20T04:22:24.467" v="5174" actId="208"/>
          <ac:cxnSpMkLst>
            <pc:docMk/>
            <pc:sldMk cId="4159859822" sldId="1231"/>
            <ac:cxnSpMk id="26" creationId="{EC00648B-DBA3-BB02-AE88-94B6D38CDE60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6:36:33.991" v="13215" actId="20577"/>
        <pc:sldMkLst>
          <pc:docMk/>
          <pc:sldMk cId="77468541" sldId="1232"/>
        </pc:sldMkLst>
        <pc:spChg chg="mod">
          <ac:chgData name="김명호" userId="e0d603aa-548e-418b-a070-918475337925" providerId="ADAL" clId="{8B80AB5E-623E-4797-A7B0-2AB657381E4C}" dt="2023-11-20T04:31:12.605" v="5607" actId="20577"/>
          <ac:spMkLst>
            <pc:docMk/>
            <pc:sldMk cId="77468541" sldId="1232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4:30:07.980" v="5298" actId="14100"/>
          <ac:spMkLst>
            <pc:docMk/>
            <pc:sldMk cId="77468541" sldId="1232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14.608" v="10518"/>
          <ac:spMkLst>
            <pc:docMk/>
            <pc:sldMk cId="77468541" sldId="1232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6:33.991" v="13215" actId="20577"/>
          <ac:graphicFrameMkLst>
            <pc:docMk/>
            <pc:sldMk cId="77468541" sldId="1232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0T04:29:58.581" v="5296" actId="167"/>
          <ac:picMkLst>
            <pc:docMk/>
            <pc:sldMk cId="77468541" sldId="1232"/>
            <ac:picMk id="6" creationId="{A5C6A7A1-F5F2-32FB-CD73-7DCCAD21DF6E}"/>
          </ac:picMkLst>
        </pc:picChg>
        <pc:picChg chg="del">
          <ac:chgData name="김명호" userId="e0d603aa-548e-418b-a070-918475337925" providerId="ADAL" clId="{8B80AB5E-623E-4797-A7B0-2AB657381E4C}" dt="2023-11-20T04:29:37.061" v="5288" actId="478"/>
          <ac:picMkLst>
            <pc:docMk/>
            <pc:sldMk cId="77468541" sldId="1232"/>
            <ac:picMk id="9" creationId="{D3C27631-C6B0-4FCF-9D36-2A895DA6521F}"/>
          </ac:picMkLst>
        </pc:picChg>
        <pc:cxnChg chg="mod">
          <ac:chgData name="김명호" userId="e0d603aa-548e-418b-a070-918475337925" providerId="ADAL" clId="{8B80AB5E-623E-4797-A7B0-2AB657381E4C}" dt="2023-11-20T04:30:10.836" v="5299" actId="1076"/>
          <ac:cxnSpMkLst>
            <pc:docMk/>
            <pc:sldMk cId="77468541" sldId="1232"/>
            <ac:cxnSpMk id="4" creationId="{4E1BE9B4-478E-BBC6-FA01-D9D466BE19E6}"/>
          </ac:cxnSpMkLst>
        </pc:cxnChg>
      </pc:sldChg>
      <pc:sldChg chg="del">
        <pc:chgData name="김명호" userId="e0d603aa-548e-418b-a070-918475337925" providerId="ADAL" clId="{8B80AB5E-623E-4797-A7B0-2AB657381E4C}" dt="2023-11-15T11:20:00.575" v="82" actId="47"/>
        <pc:sldMkLst>
          <pc:docMk/>
          <pc:sldMk cId="2697912037" sldId="1232"/>
        </pc:sldMkLst>
      </pc:sldChg>
      <pc:sldChg chg="addSp delSp modSp add mod">
        <pc:chgData name="김명호" userId="e0d603aa-548e-418b-a070-918475337925" providerId="ADAL" clId="{8B80AB5E-623E-4797-A7B0-2AB657381E4C}" dt="2023-11-21T06:36:50.061" v="13220" actId="20577"/>
        <pc:sldMkLst>
          <pc:docMk/>
          <pc:sldMk cId="1157443741" sldId="1233"/>
        </pc:sldMkLst>
        <pc:spChg chg="mod">
          <ac:chgData name="김명호" userId="e0d603aa-548e-418b-a070-918475337925" providerId="ADAL" clId="{8B80AB5E-623E-4797-A7B0-2AB657381E4C}" dt="2023-11-20T04:34:04.135" v="5663" actId="1076"/>
          <ac:spMkLst>
            <pc:docMk/>
            <pc:sldMk cId="1157443741" sldId="1233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0T04:33:34.219" v="5621" actId="1076"/>
          <ac:spMkLst>
            <pc:docMk/>
            <pc:sldMk cId="1157443741" sldId="1233"/>
            <ac:spMk id="9" creationId="{4468D3F8-158C-2C48-740C-E7A509E1027F}"/>
          </ac:spMkLst>
        </pc:spChg>
        <pc:spChg chg="add mod">
          <ac:chgData name="김명호" userId="e0d603aa-548e-418b-a070-918475337925" providerId="ADAL" clId="{8B80AB5E-623E-4797-A7B0-2AB657381E4C}" dt="2023-11-20T04:32:45.875" v="5620" actId="14100"/>
          <ac:spMkLst>
            <pc:docMk/>
            <pc:sldMk cId="1157443741" sldId="1233"/>
            <ac:spMk id="10" creationId="{97EF710B-BAD4-3BFE-7EBA-B4AD21003A39}"/>
          </ac:spMkLst>
        </pc:spChg>
        <pc:spChg chg="del">
          <ac:chgData name="김명호" userId="e0d603aa-548e-418b-a070-918475337925" providerId="ADAL" clId="{8B80AB5E-623E-4797-A7B0-2AB657381E4C}" dt="2023-11-20T04:32:00.478" v="5609" actId="478"/>
          <ac:spMkLst>
            <pc:docMk/>
            <pc:sldMk cId="1157443741" sldId="1233"/>
            <ac:spMk id="14" creationId="{ECFCFE0C-7957-9A80-15FC-3F5AF360E0D8}"/>
          </ac:spMkLst>
        </pc:spChg>
        <pc:spChg chg="add mod">
          <ac:chgData name="김명호" userId="e0d603aa-548e-418b-a070-918475337925" providerId="ADAL" clId="{8B80AB5E-623E-4797-A7B0-2AB657381E4C}" dt="2023-11-20T04:34:27.135" v="5678" actId="693"/>
          <ac:spMkLst>
            <pc:docMk/>
            <pc:sldMk cId="1157443741" sldId="1233"/>
            <ac:spMk id="18" creationId="{2CD47449-CC36-5B8E-57A7-50B1F2E1DF82}"/>
          </ac:spMkLst>
        </pc:spChg>
        <pc:spChg chg="add mod">
          <ac:chgData name="김명호" userId="e0d603aa-548e-418b-a070-918475337925" providerId="ADAL" clId="{8B80AB5E-623E-4797-A7B0-2AB657381E4C}" dt="2023-11-20T04:34:14.038" v="5666" actId="208"/>
          <ac:spMkLst>
            <pc:docMk/>
            <pc:sldMk cId="1157443741" sldId="1233"/>
            <ac:spMk id="19" creationId="{68AEC309-53CB-852E-F455-78FBC52BEF5C}"/>
          </ac:spMkLst>
        </pc:spChg>
        <pc:spChg chg="mod">
          <ac:chgData name="김명호" userId="e0d603aa-548e-418b-a070-918475337925" providerId="ADAL" clId="{8B80AB5E-623E-4797-A7B0-2AB657381E4C}" dt="2023-11-20T08:44:17.220" v="10519"/>
          <ac:spMkLst>
            <pc:docMk/>
            <pc:sldMk cId="1157443741" sldId="1233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6:50.061" v="13220" actId="20577"/>
          <ac:graphicFrameMkLst>
            <pc:docMk/>
            <pc:sldMk cId="1157443741" sldId="1233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8B80AB5E-623E-4797-A7B0-2AB657381E4C}" dt="2023-11-20T04:32:08.416" v="5611" actId="1076"/>
          <ac:picMkLst>
            <pc:docMk/>
            <pc:sldMk cId="1157443741" sldId="1233"/>
            <ac:picMk id="6" creationId="{A5C6A7A1-F5F2-32FB-CD73-7DCCAD21DF6E}"/>
          </ac:picMkLst>
        </pc:picChg>
        <pc:picChg chg="add mod modCrop">
          <ac:chgData name="김명호" userId="e0d603aa-548e-418b-a070-918475337925" providerId="ADAL" clId="{8B80AB5E-623E-4797-A7B0-2AB657381E4C}" dt="2023-11-20T04:32:33.387" v="5617" actId="1076"/>
          <ac:picMkLst>
            <pc:docMk/>
            <pc:sldMk cId="1157443741" sldId="1233"/>
            <ac:picMk id="8" creationId="{4B365C19-FA1F-168B-628D-50A2F7AB3EF4}"/>
          </ac:picMkLst>
        </pc:picChg>
        <pc:picChg chg="add mod">
          <ac:chgData name="김명호" userId="e0d603aa-548e-418b-a070-918475337925" providerId="ADAL" clId="{8B80AB5E-623E-4797-A7B0-2AB657381E4C}" dt="2023-11-20T04:34:09.606" v="5665" actId="1076"/>
          <ac:picMkLst>
            <pc:docMk/>
            <pc:sldMk cId="1157443741" sldId="1233"/>
            <ac:picMk id="16" creationId="{742EA8BE-7C07-896E-1ECD-ED7A6157D1BD}"/>
          </ac:picMkLst>
        </pc:picChg>
        <pc:picChg chg="add mod">
          <ac:chgData name="김명호" userId="e0d603aa-548e-418b-a070-918475337925" providerId="ADAL" clId="{8B80AB5E-623E-4797-A7B0-2AB657381E4C}" dt="2023-11-20T04:34:09.606" v="5665" actId="1076"/>
          <ac:picMkLst>
            <pc:docMk/>
            <pc:sldMk cId="1157443741" sldId="1233"/>
            <ac:picMk id="17" creationId="{E6EBAB87-0ECD-FB88-CAE1-9FD282662E18}"/>
          </ac:picMkLst>
        </pc:picChg>
        <pc:cxnChg chg="del">
          <ac:chgData name="김명호" userId="e0d603aa-548e-418b-a070-918475337925" providerId="ADAL" clId="{8B80AB5E-623E-4797-A7B0-2AB657381E4C}" dt="2023-11-20T04:32:00.478" v="5609" actId="478"/>
          <ac:cxnSpMkLst>
            <pc:docMk/>
            <pc:sldMk cId="1157443741" sldId="1233"/>
            <ac:cxnSpMk id="4" creationId="{4E1BE9B4-478E-BBC6-FA01-D9D466BE19E6}"/>
          </ac:cxnSpMkLst>
        </pc:cxnChg>
        <pc:cxnChg chg="add mod">
          <ac:chgData name="김명호" userId="e0d603aa-548e-418b-a070-918475337925" providerId="ADAL" clId="{8B80AB5E-623E-4797-A7B0-2AB657381E4C}" dt="2023-11-20T04:33:34.219" v="5621" actId="1076"/>
          <ac:cxnSpMkLst>
            <pc:docMk/>
            <pc:sldMk cId="1157443741" sldId="1233"/>
            <ac:cxnSpMk id="11" creationId="{31BE6482-3A88-CC4E-5975-C0B3AD4903D1}"/>
          </ac:cxnSpMkLst>
        </pc:cxnChg>
        <pc:cxnChg chg="add mod">
          <ac:chgData name="김명호" userId="e0d603aa-548e-418b-a070-918475337925" providerId="ADAL" clId="{8B80AB5E-623E-4797-A7B0-2AB657381E4C}" dt="2023-11-20T04:34:22.973" v="5676" actId="1036"/>
          <ac:cxnSpMkLst>
            <pc:docMk/>
            <pc:sldMk cId="1157443741" sldId="1233"/>
            <ac:cxnSpMk id="20" creationId="{182AAF06-6A4D-794A-A918-D3080CB9F7F8}"/>
          </ac:cxnSpMkLst>
        </pc:cxnChg>
      </pc:sldChg>
      <pc:sldChg chg="del">
        <pc:chgData name="김명호" userId="e0d603aa-548e-418b-a070-918475337925" providerId="ADAL" clId="{8B80AB5E-623E-4797-A7B0-2AB657381E4C}" dt="2023-11-15T11:20:00.632" v="83" actId="47"/>
        <pc:sldMkLst>
          <pc:docMk/>
          <pc:sldMk cId="3922041829" sldId="1233"/>
        </pc:sldMkLst>
      </pc:sldChg>
      <pc:sldChg chg="addSp delSp modSp add mod">
        <pc:chgData name="김명호" userId="e0d603aa-548e-418b-a070-918475337925" providerId="ADAL" clId="{8B80AB5E-623E-4797-A7B0-2AB657381E4C}" dt="2023-11-21T06:37:02.053" v="13222" actId="20577"/>
        <pc:sldMkLst>
          <pc:docMk/>
          <pc:sldMk cId="1516602834" sldId="1234"/>
        </pc:sldMkLst>
        <pc:spChg chg="mod">
          <ac:chgData name="김명호" userId="e0d603aa-548e-418b-a070-918475337925" providerId="ADAL" clId="{8B80AB5E-623E-4797-A7B0-2AB657381E4C}" dt="2023-11-20T04:37:03.110" v="5831" actId="20577"/>
          <ac:spMkLst>
            <pc:docMk/>
            <pc:sldMk cId="1516602834" sldId="1234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4:36:45.728" v="5751" actId="14100"/>
          <ac:spMkLst>
            <pc:docMk/>
            <pc:sldMk cId="1516602834" sldId="1234"/>
            <ac:spMk id="9" creationId="{4468D3F8-158C-2C48-740C-E7A509E1027F}"/>
          </ac:spMkLst>
        </pc:spChg>
        <pc:spChg chg="mod">
          <ac:chgData name="김명호" userId="e0d603aa-548e-418b-a070-918475337925" providerId="ADAL" clId="{8B80AB5E-623E-4797-A7B0-2AB657381E4C}" dt="2023-11-20T04:37:13.969" v="5834" actId="14100"/>
          <ac:spMkLst>
            <pc:docMk/>
            <pc:sldMk cId="1516602834" sldId="1234"/>
            <ac:spMk id="10" creationId="{97EF710B-BAD4-3BFE-7EBA-B4AD21003A39}"/>
          </ac:spMkLst>
        </pc:spChg>
        <pc:spChg chg="mod">
          <ac:chgData name="김명호" userId="e0d603aa-548e-418b-a070-918475337925" providerId="ADAL" clId="{8B80AB5E-623E-4797-A7B0-2AB657381E4C}" dt="2023-11-20T04:37:45.776" v="5845" actId="1076"/>
          <ac:spMkLst>
            <pc:docMk/>
            <pc:sldMk cId="1516602834" sldId="1234"/>
            <ac:spMk id="18" creationId="{2CD47449-CC36-5B8E-57A7-50B1F2E1DF82}"/>
          </ac:spMkLst>
        </pc:spChg>
        <pc:spChg chg="mod">
          <ac:chgData name="김명호" userId="e0d603aa-548e-418b-a070-918475337925" providerId="ADAL" clId="{8B80AB5E-623E-4797-A7B0-2AB657381E4C}" dt="2023-11-20T04:37:41.193" v="5844" actId="14100"/>
          <ac:spMkLst>
            <pc:docMk/>
            <pc:sldMk cId="1516602834" sldId="1234"/>
            <ac:spMk id="19" creationId="{68AEC309-53CB-852E-F455-78FBC52BEF5C}"/>
          </ac:spMkLst>
        </pc:spChg>
        <pc:spChg chg="mod">
          <ac:chgData name="김명호" userId="e0d603aa-548e-418b-a070-918475337925" providerId="ADAL" clId="{8B80AB5E-623E-4797-A7B0-2AB657381E4C}" dt="2023-11-20T08:44:20.500" v="10520"/>
          <ac:spMkLst>
            <pc:docMk/>
            <pc:sldMk cId="1516602834" sldId="1234"/>
            <ac:spMk id="24" creationId="{4B4892DE-C8AE-37A4-B80F-57D38A371F80}"/>
          </ac:spMkLst>
        </pc:spChg>
        <pc:spChg chg="add del mod">
          <ac:chgData name="김명호" userId="e0d603aa-548e-418b-a070-918475337925" providerId="ADAL" clId="{8B80AB5E-623E-4797-A7B0-2AB657381E4C}" dt="2023-11-20T04:37:23" v="5838"/>
          <ac:spMkLst>
            <pc:docMk/>
            <pc:sldMk cId="1516602834" sldId="1234"/>
            <ac:spMk id="25" creationId="{78A8866C-5536-226E-1FDA-8A49D4A8AF16}"/>
          </ac:spMkLst>
        </pc:spChg>
        <pc:spChg chg="add del mod">
          <ac:chgData name="김명호" userId="e0d603aa-548e-418b-a070-918475337925" providerId="ADAL" clId="{8B80AB5E-623E-4797-A7B0-2AB657381E4C}" dt="2023-11-20T04:37:23" v="5838"/>
          <ac:spMkLst>
            <pc:docMk/>
            <pc:sldMk cId="1516602834" sldId="1234"/>
            <ac:spMk id="26" creationId="{1BCF9DB4-19FD-52EB-53FB-5247BAB4C56F}"/>
          </ac:spMkLst>
        </pc:spChg>
        <pc:graphicFrameChg chg="mod modGraphic">
          <ac:chgData name="김명호" userId="e0d603aa-548e-418b-a070-918475337925" providerId="ADAL" clId="{8B80AB5E-623E-4797-A7B0-2AB657381E4C}" dt="2023-11-21T06:37:02.053" v="13222" actId="20577"/>
          <ac:graphicFrameMkLst>
            <pc:docMk/>
            <pc:sldMk cId="1516602834" sldId="1234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0T04:36:40.188" v="5749" actId="167"/>
          <ac:picMkLst>
            <pc:docMk/>
            <pc:sldMk cId="1516602834" sldId="1234"/>
            <ac:picMk id="5" creationId="{DA951050-221E-26E9-2A28-7676DBFDE3CF}"/>
          </ac:picMkLst>
        </pc:picChg>
        <pc:picChg chg="del">
          <ac:chgData name="김명호" userId="e0d603aa-548e-418b-a070-918475337925" providerId="ADAL" clId="{8B80AB5E-623E-4797-A7B0-2AB657381E4C}" dt="2023-11-20T04:36:26.210" v="5746" actId="478"/>
          <ac:picMkLst>
            <pc:docMk/>
            <pc:sldMk cId="1516602834" sldId="1234"/>
            <ac:picMk id="6" creationId="{A5C6A7A1-F5F2-32FB-CD73-7DCCAD21DF6E}"/>
          </ac:picMkLst>
        </pc:picChg>
        <pc:picChg chg="mod">
          <ac:chgData name="김명호" userId="e0d603aa-548e-418b-a070-918475337925" providerId="ADAL" clId="{8B80AB5E-623E-4797-A7B0-2AB657381E4C}" dt="2023-11-20T04:36:29.440" v="5747" actId="1076"/>
          <ac:picMkLst>
            <pc:docMk/>
            <pc:sldMk cId="1516602834" sldId="1234"/>
            <ac:picMk id="8" creationId="{4B365C19-FA1F-168B-628D-50A2F7AB3EF4}"/>
          </ac:picMkLst>
        </pc:picChg>
        <pc:picChg chg="del">
          <ac:chgData name="김명호" userId="e0d603aa-548e-418b-a070-918475337925" providerId="ADAL" clId="{8B80AB5E-623E-4797-A7B0-2AB657381E4C}" dt="2023-11-20T04:37:19.523" v="5835" actId="478"/>
          <ac:picMkLst>
            <pc:docMk/>
            <pc:sldMk cId="1516602834" sldId="1234"/>
            <ac:picMk id="16" creationId="{742EA8BE-7C07-896E-1ECD-ED7A6157D1BD}"/>
          </ac:picMkLst>
        </pc:picChg>
        <pc:picChg chg="del">
          <ac:chgData name="김명호" userId="e0d603aa-548e-418b-a070-918475337925" providerId="ADAL" clId="{8B80AB5E-623E-4797-A7B0-2AB657381E4C}" dt="2023-11-20T04:37:19.897" v="5836" actId="478"/>
          <ac:picMkLst>
            <pc:docMk/>
            <pc:sldMk cId="1516602834" sldId="1234"/>
            <ac:picMk id="17" creationId="{E6EBAB87-0ECD-FB88-CAE1-9FD282662E18}"/>
          </ac:picMkLst>
        </pc:picChg>
        <pc:picChg chg="add del mod">
          <ac:chgData name="김명호" userId="e0d603aa-548e-418b-a070-918475337925" providerId="ADAL" clId="{8B80AB5E-623E-4797-A7B0-2AB657381E4C}" dt="2023-11-20T04:37:23" v="5838"/>
          <ac:picMkLst>
            <pc:docMk/>
            <pc:sldMk cId="1516602834" sldId="1234"/>
            <ac:picMk id="22" creationId="{73927DCC-3E7F-9117-E07E-53103008F217}"/>
          </ac:picMkLst>
        </pc:picChg>
        <pc:picChg chg="add del mod">
          <ac:chgData name="김명호" userId="e0d603aa-548e-418b-a070-918475337925" providerId="ADAL" clId="{8B80AB5E-623E-4797-A7B0-2AB657381E4C}" dt="2023-11-20T04:37:23" v="5838"/>
          <ac:picMkLst>
            <pc:docMk/>
            <pc:sldMk cId="1516602834" sldId="1234"/>
            <ac:picMk id="23" creationId="{FEED21BF-C578-F0E1-70D1-7C5902011505}"/>
          </ac:picMkLst>
        </pc:picChg>
        <pc:picChg chg="add mod ord">
          <ac:chgData name="김명호" userId="e0d603aa-548e-418b-a070-918475337925" providerId="ADAL" clId="{8B80AB5E-623E-4797-A7B0-2AB657381E4C}" dt="2023-11-20T04:37:30.073" v="5841" actId="167"/>
          <ac:picMkLst>
            <pc:docMk/>
            <pc:sldMk cId="1516602834" sldId="1234"/>
            <ac:picMk id="28" creationId="{9AAE1A29-B3B0-14F9-5FA9-6151584248AD}"/>
          </ac:picMkLst>
        </pc:picChg>
        <pc:picChg chg="add mod ord">
          <ac:chgData name="김명호" userId="e0d603aa-548e-418b-a070-918475337925" providerId="ADAL" clId="{8B80AB5E-623E-4797-A7B0-2AB657381E4C}" dt="2023-11-20T04:37:30.073" v="5841" actId="167"/>
          <ac:picMkLst>
            <pc:docMk/>
            <pc:sldMk cId="1516602834" sldId="1234"/>
            <ac:picMk id="29" creationId="{50117A89-C051-C76F-4449-8A01BB817186}"/>
          </ac:picMkLst>
        </pc:picChg>
        <pc:cxnChg chg="mod">
          <ac:chgData name="김명호" userId="e0d603aa-548e-418b-a070-918475337925" providerId="ADAL" clId="{8B80AB5E-623E-4797-A7B0-2AB657381E4C}" dt="2023-11-20T04:37:13.969" v="5834" actId="14100"/>
          <ac:cxnSpMkLst>
            <pc:docMk/>
            <pc:sldMk cId="1516602834" sldId="1234"/>
            <ac:cxnSpMk id="11" creationId="{31BE6482-3A88-CC4E-5975-C0B3AD4903D1}"/>
          </ac:cxnSpMkLst>
        </pc:cxnChg>
        <pc:cxnChg chg="mod">
          <ac:chgData name="김명호" userId="e0d603aa-548e-418b-a070-918475337925" providerId="ADAL" clId="{8B80AB5E-623E-4797-A7B0-2AB657381E4C}" dt="2023-11-20T04:37:45.776" v="5845" actId="1076"/>
          <ac:cxnSpMkLst>
            <pc:docMk/>
            <pc:sldMk cId="1516602834" sldId="1234"/>
            <ac:cxnSpMk id="20" creationId="{182AAF06-6A4D-794A-A918-D3080CB9F7F8}"/>
          </ac:cxnSpMkLst>
        </pc:cxnChg>
        <pc:cxnChg chg="add del mod">
          <ac:chgData name="김명호" userId="e0d603aa-548e-418b-a070-918475337925" providerId="ADAL" clId="{8B80AB5E-623E-4797-A7B0-2AB657381E4C}" dt="2023-11-20T04:37:23" v="5838"/>
          <ac:cxnSpMkLst>
            <pc:docMk/>
            <pc:sldMk cId="1516602834" sldId="1234"/>
            <ac:cxnSpMk id="27" creationId="{BF2B845D-C409-8FEC-61CB-4D1592BEAB55}"/>
          </ac:cxnSpMkLst>
        </pc:cxnChg>
      </pc:sldChg>
      <pc:sldChg chg="del">
        <pc:chgData name="김명호" userId="e0d603aa-548e-418b-a070-918475337925" providerId="ADAL" clId="{8B80AB5E-623E-4797-A7B0-2AB657381E4C}" dt="2023-11-15T11:20:00.687" v="84" actId="47"/>
        <pc:sldMkLst>
          <pc:docMk/>
          <pc:sldMk cId="3365314676" sldId="1234"/>
        </pc:sldMkLst>
      </pc:sldChg>
      <pc:sldChg chg="del">
        <pc:chgData name="김명호" userId="e0d603aa-548e-418b-a070-918475337925" providerId="ADAL" clId="{8B80AB5E-623E-4797-A7B0-2AB657381E4C}" dt="2023-11-15T11:20:00.736" v="85" actId="47"/>
        <pc:sldMkLst>
          <pc:docMk/>
          <pc:sldMk cId="650392518" sldId="1235"/>
        </pc:sldMkLst>
      </pc:sldChg>
      <pc:sldChg chg="addSp delSp modSp add mod">
        <pc:chgData name="김명호" userId="e0d603aa-548e-418b-a070-918475337925" providerId="ADAL" clId="{8B80AB5E-623E-4797-A7B0-2AB657381E4C}" dt="2023-11-21T06:37:22.767" v="13228" actId="20577"/>
        <pc:sldMkLst>
          <pc:docMk/>
          <pc:sldMk cId="2554439066" sldId="1235"/>
        </pc:sldMkLst>
        <pc:spChg chg="mod">
          <ac:chgData name="김명호" userId="e0d603aa-548e-418b-a070-918475337925" providerId="ADAL" clId="{8B80AB5E-623E-4797-A7B0-2AB657381E4C}" dt="2023-11-20T04:46:39.495" v="5958" actId="6549"/>
          <ac:spMkLst>
            <pc:docMk/>
            <pc:sldMk cId="2554439066" sldId="1235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4:47:36.919" v="5968" actId="693"/>
          <ac:spMkLst>
            <pc:docMk/>
            <pc:sldMk cId="2554439066" sldId="1235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24.477" v="10521"/>
          <ac:spMkLst>
            <pc:docMk/>
            <pc:sldMk cId="2554439066" sldId="1235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7:22.767" v="13228" actId="20577"/>
          <ac:graphicFrameMkLst>
            <pc:docMk/>
            <pc:sldMk cId="2554439066" sldId="1235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4:46:59.868" v="5959" actId="478"/>
          <ac:picMkLst>
            <pc:docMk/>
            <pc:sldMk cId="2554439066" sldId="1235"/>
            <ac:picMk id="6" creationId="{A5C6A7A1-F5F2-32FB-CD73-7DCCAD21DF6E}"/>
          </ac:picMkLst>
        </pc:picChg>
        <pc:picChg chg="add mod ord">
          <ac:chgData name="김명호" userId="e0d603aa-548e-418b-a070-918475337925" providerId="ADAL" clId="{8B80AB5E-623E-4797-A7B0-2AB657381E4C}" dt="2023-11-20T04:47:22.828" v="5965" actId="1076"/>
          <ac:picMkLst>
            <pc:docMk/>
            <pc:sldMk cId="2554439066" sldId="1235"/>
            <ac:picMk id="8" creationId="{0B0ED333-3848-4825-48A2-80009CC3812B}"/>
          </ac:picMkLst>
        </pc:picChg>
        <pc:cxnChg chg="mod">
          <ac:chgData name="김명호" userId="e0d603aa-548e-418b-a070-918475337925" providerId="ADAL" clId="{8B80AB5E-623E-4797-A7B0-2AB657381E4C}" dt="2023-11-20T04:47:27.092" v="5966" actId="1076"/>
          <ac:cxnSpMkLst>
            <pc:docMk/>
            <pc:sldMk cId="2554439066" sldId="1235"/>
            <ac:cxnSpMk id="4" creationId="{4E1BE9B4-478E-BBC6-FA01-D9D466BE19E6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6:37:39.333" v="13235" actId="20577"/>
        <pc:sldMkLst>
          <pc:docMk/>
          <pc:sldMk cId="759741033" sldId="1236"/>
        </pc:sldMkLst>
        <pc:spChg chg="mod">
          <ac:chgData name="김명호" userId="e0d603aa-548e-418b-a070-918475337925" providerId="ADAL" clId="{8B80AB5E-623E-4797-A7B0-2AB657381E4C}" dt="2023-11-20T05:02:05.201" v="6455"/>
          <ac:spMkLst>
            <pc:docMk/>
            <pc:sldMk cId="759741033" sldId="1236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4:53:39.669" v="5988" actId="693"/>
          <ac:spMkLst>
            <pc:docMk/>
            <pc:sldMk cId="759741033" sldId="1236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28.235" v="10522"/>
          <ac:spMkLst>
            <pc:docMk/>
            <pc:sldMk cId="759741033" sldId="1236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7:39.333" v="13235" actId="20577"/>
          <ac:graphicFrameMkLst>
            <pc:docMk/>
            <pc:sldMk cId="759741033" sldId="1236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8B80AB5E-623E-4797-A7B0-2AB657381E4C}" dt="2023-11-20T04:53:28.169" v="5985" actId="167"/>
          <ac:picMkLst>
            <pc:docMk/>
            <pc:sldMk cId="759741033" sldId="1236"/>
            <ac:picMk id="6" creationId="{26589ABD-2AC8-ADD1-97E0-36F1C8903D8B}"/>
          </ac:picMkLst>
        </pc:picChg>
        <pc:picChg chg="del">
          <ac:chgData name="김명호" userId="e0d603aa-548e-418b-a070-918475337925" providerId="ADAL" clId="{8B80AB5E-623E-4797-A7B0-2AB657381E4C}" dt="2023-11-20T04:53:03.393" v="5979" actId="478"/>
          <ac:picMkLst>
            <pc:docMk/>
            <pc:sldMk cId="759741033" sldId="1236"/>
            <ac:picMk id="8" creationId="{0B0ED333-3848-4825-48A2-80009CC3812B}"/>
          </ac:picMkLst>
        </pc:picChg>
        <pc:cxnChg chg="mod">
          <ac:chgData name="김명호" userId="e0d603aa-548e-418b-a070-918475337925" providerId="ADAL" clId="{8B80AB5E-623E-4797-A7B0-2AB657381E4C}" dt="2023-11-20T04:53:41.809" v="5989" actId="1076"/>
          <ac:cxnSpMkLst>
            <pc:docMk/>
            <pc:sldMk cId="759741033" sldId="1236"/>
            <ac:cxnSpMk id="4" creationId="{4E1BE9B4-478E-BBC6-FA01-D9D466BE19E6}"/>
          </ac:cxnSpMkLst>
        </pc:cxnChg>
      </pc:sldChg>
      <pc:sldChg chg="del">
        <pc:chgData name="김명호" userId="e0d603aa-548e-418b-a070-918475337925" providerId="ADAL" clId="{8B80AB5E-623E-4797-A7B0-2AB657381E4C}" dt="2023-11-15T11:20:00.782" v="86" actId="47"/>
        <pc:sldMkLst>
          <pc:docMk/>
          <pc:sldMk cId="865293817" sldId="1236"/>
        </pc:sldMkLst>
      </pc:sldChg>
      <pc:sldChg chg="addSp delSp modSp add mod">
        <pc:chgData name="김명호" userId="e0d603aa-548e-418b-a070-918475337925" providerId="ADAL" clId="{8B80AB5E-623E-4797-A7B0-2AB657381E4C}" dt="2023-11-20T08:44:30.701" v="10523"/>
        <pc:sldMkLst>
          <pc:docMk/>
          <pc:sldMk cId="10258331" sldId="1237"/>
        </pc:sldMkLst>
        <pc:spChg chg="mod">
          <ac:chgData name="김명호" userId="e0d603aa-548e-418b-a070-918475337925" providerId="ADAL" clId="{8B80AB5E-623E-4797-A7B0-2AB657381E4C}" dt="2023-11-20T05:02:17.781" v="6518"/>
          <ac:spMkLst>
            <pc:docMk/>
            <pc:sldMk cId="10258331" sldId="1237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0T05:01:35.328" v="6414" actId="1036"/>
          <ac:spMkLst>
            <pc:docMk/>
            <pc:sldMk cId="10258331" sldId="1237"/>
            <ac:spMk id="9" creationId="{37DDDC57-E026-0B24-1032-85A4216AB0C6}"/>
          </ac:spMkLst>
        </pc:spChg>
        <pc:spChg chg="mod">
          <ac:chgData name="김명호" userId="e0d603aa-548e-418b-a070-918475337925" providerId="ADAL" clId="{8B80AB5E-623E-4797-A7B0-2AB657381E4C}" dt="2023-11-20T05:00:39.454" v="6334" actId="14100"/>
          <ac:spMkLst>
            <pc:docMk/>
            <pc:sldMk cId="10258331" sldId="1237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30.701" v="10523"/>
          <ac:spMkLst>
            <pc:docMk/>
            <pc:sldMk cId="10258331" sldId="1237"/>
            <ac:spMk id="24" creationId="{4B4892DE-C8AE-37A4-B80F-57D38A371F80}"/>
          </ac:spMkLst>
        </pc:spChg>
        <pc:graphicFrameChg chg="mod">
          <ac:chgData name="김명호" userId="e0d603aa-548e-418b-a070-918475337925" providerId="ADAL" clId="{8B80AB5E-623E-4797-A7B0-2AB657381E4C}" dt="2023-11-20T04:59:59.837" v="6323"/>
          <ac:graphicFrameMkLst>
            <pc:docMk/>
            <pc:sldMk cId="10258331" sldId="123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5:00:01.567" v="6324" actId="478"/>
          <ac:picMkLst>
            <pc:docMk/>
            <pc:sldMk cId="10258331" sldId="1237"/>
            <ac:picMk id="6" creationId="{26589ABD-2AC8-ADD1-97E0-36F1C8903D8B}"/>
          </ac:picMkLst>
        </pc:picChg>
        <pc:picChg chg="add mod ord modCrop">
          <ac:chgData name="김명호" userId="e0d603aa-548e-418b-a070-918475337925" providerId="ADAL" clId="{8B80AB5E-623E-4797-A7B0-2AB657381E4C}" dt="2023-11-20T05:00:27.979" v="6332" actId="167"/>
          <ac:picMkLst>
            <pc:docMk/>
            <pc:sldMk cId="10258331" sldId="1237"/>
            <ac:picMk id="8" creationId="{AA6B31E1-DF05-17FC-AD2F-FA91F25BC817}"/>
          </ac:picMkLst>
        </pc:picChg>
        <pc:cxnChg chg="mod">
          <ac:chgData name="김명호" userId="e0d603aa-548e-418b-a070-918475337925" providerId="ADAL" clId="{8B80AB5E-623E-4797-A7B0-2AB657381E4C}" dt="2023-11-20T05:00:42.199" v="6335" actId="1076"/>
          <ac:cxnSpMkLst>
            <pc:docMk/>
            <pc:sldMk cId="10258331" sldId="1237"/>
            <ac:cxnSpMk id="4" creationId="{4E1BE9B4-478E-BBC6-FA01-D9D466BE19E6}"/>
          </ac:cxnSpMkLst>
        </pc:cxnChg>
        <pc:cxnChg chg="add mod">
          <ac:chgData name="김명호" userId="e0d603aa-548e-418b-a070-918475337925" providerId="ADAL" clId="{8B80AB5E-623E-4797-A7B0-2AB657381E4C}" dt="2023-11-20T05:01:35.328" v="6414" actId="1036"/>
          <ac:cxnSpMkLst>
            <pc:docMk/>
            <pc:sldMk cId="10258331" sldId="1237"/>
            <ac:cxnSpMk id="10" creationId="{EECF5641-4B61-DC13-7C28-13CD87299926}"/>
          </ac:cxnSpMkLst>
        </pc:cxnChg>
      </pc:sldChg>
      <pc:sldChg chg="del">
        <pc:chgData name="김명호" userId="e0d603aa-548e-418b-a070-918475337925" providerId="ADAL" clId="{8B80AB5E-623E-4797-A7B0-2AB657381E4C}" dt="2023-11-15T11:20:00.368" v="78" actId="47"/>
        <pc:sldMkLst>
          <pc:docMk/>
          <pc:sldMk cId="1375060694" sldId="1237"/>
        </pc:sldMkLst>
      </pc:sldChg>
      <pc:sldChg chg="addSp delSp modSp add mod">
        <pc:chgData name="김명호" userId="e0d603aa-548e-418b-a070-918475337925" providerId="ADAL" clId="{8B80AB5E-623E-4797-A7B0-2AB657381E4C}" dt="2023-11-21T06:38:04.743" v="13240" actId="20577"/>
        <pc:sldMkLst>
          <pc:docMk/>
          <pc:sldMk cId="1269194036" sldId="1238"/>
        </pc:sldMkLst>
        <pc:spChg chg="mod">
          <ac:chgData name="김명호" userId="e0d603aa-548e-418b-a070-918475337925" providerId="ADAL" clId="{8B80AB5E-623E-4797-A7B0-2AB657381E4C}" dt="2023-11-20T05:03:46.053" v="6659" actId="20577"/>
          <ac:spMkLst>
            <pc:docMk/>
            <pc:sldMk cId="1269194036" sldId="1238"/>
            <ac:spMk id="7" creationId="{0C81DD60-D84B-4D3C-8F3E-7D0E22E11300}"/>
          </ac:spMkLst>
        </pc:spChg>
        <pc:spChg chg="add del">
          <ac:chgData name="김명호" userId="e0d603aa-548e-418b-a070-918475337925" providerId="ADAL" clId="{8B80AB5E-623E-4797-A7B0-2AB657381E4C}" dt="2023-11-20T05:03:18.413" v="6524" actId="478"/>
          <ac:spMkLst>
            <pc:docMk/>
            <pc:sldMk cId="1269194036" sldId="1238"/>
            <ac:spMk id="9" creationId="{37DDDC57-E026-0B24-1032-85A4216AB0C6}"/>
          </ac:spMkLst>
        </pc:spChg>
        <pc:spChg chg="add del mod">
          <ac:chgData name="김명호" userId="e0d603aa-548e-418b-a070-918475337925" providerId="ADAL" clId="{8B80AB5E-623E-4797-A7B0-2AB657381E4C}" dt="2023-11-20T05:03:24.429" v="6525" actId="14100"/>
          <ac:spMkLst>
            <pc:docMk/>
            <pc:sldMk cId="1269194036" sldId="1238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34.948" v="10524"/>
          <ac:spMkLst>
            <pc:docMk/>
            <pc:sldMk cId="1269194036" sldId="1238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8:04.743" v="13240" actId="20577"/>
          <ac:graphicFrameMkLst>
            <pc:docMk/>
            <pc:sldMk cId="1269194036" sldId="1238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8B80AB5E-623E-4797-A7B0-2AB657381E4C}" dt="2023-11-20T05:03:26.589" v="6526" actId="1076"/>
          <ac:cxnSpMkLst>
            <pc:docMk/>
            <pc:sldMk cId="1269194036" sldId="1238"/>
            <ac:cxnSpMk id="4" creationId="{4E1BE9B4-478E-BBC6-FA01-D9D466BE19E6}"/>
          </ac:cxnSpMkLst>
        </pc:cxnChg>
        <pc:cxnChg chg="add del">
          <ac:chgData name="김명호" userId="e0d603aa-548e-418b-a070-918475337925" providerId="ADAL" clId="{8B80AB5E-623E-4797-A7B0-2AB657381E4C}" dt="2023-11-20T05:03:18.413" v="6524" actId="478"/>
          <ac:cxnSpMkLst>
            <pc:docMk/>
            <pc:sldMk cId="1269194036" sldId="1238"/>
            <ac:cxnSpMk id="10" creationId="{EECF5641-4B61-DC13-7C28-13CD87299926}"/>
          </ac:cxnSpMkLst>
        </pc:cxnChg>
      </pc:sldChg>
      <pc:sldChg chg="modSp add mod">
        <pc:chgData name="김명호" userId="e0d603aa-548e-418b-a070-918475337925" providerId="ADAL" clId="{8B80AB5E-623E-4797-A7B0-2AB657381E4C}" dt="2023-11-21T06:38:23.502" v="13245" actId="20577"/>
        <pc:sldMkLst>
          <pc:docMk/>
          <pc:sldMk cId="1165058031" sldId="1239"/>
        </pc:sldMkLst>
        <pc:spChg chg="mod">
          <ac:chgData name="김명호" userId="e0d603aa-548e-418b-a070-918475337925" providerId="ADAL" clId="{8B80AB5E-623E-4797-A7B0-2AB657381E4C}" dt="2023-11-20T05:04:44.221" v="6883" actId="20577"/>
          <ac:spMkLst>
            <pc:docMk/>
            <pc:sldMk cId="1165058031" sldId="1239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5:04:05.453" v="6662" actId="14100"/>
          <ac:spMkLst>
            <pc:docMk/>
            <pc:sldMk cId="1165058031" sldId="1239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38.163" v="10525"/>
          <ac:spMkLst>
            <pc:docMk/>
            <pc:sldMk cId="1165058031" sldId="1239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8:23.502" v="13245" actId="20577"/>
          <ac:graphicFrameMkLst>
            <pc:docMk/>
            <pc:sldMk cId="1165058031" sldId="1239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8B80AB5E-623E-4797-A7B0-2AB657381E4C}" dt="2023-11-20T05:04:07.981" v="6663" actId="1076"/>
          <ac:cxnSpMkLst>
            <pc:docMk/>
            <pc:sldMk cId="1165058031" sldId="1239"/>
            <ac:cxnSpMk id="4" creationId="{4E1BE9B4-478E-BBC6-FA01-D9D466BE19E6}"/>
          </ac:cxnSpMkLst>
        </pc:cxnChg>
      </pc:sldChg>
      <pc:sldChg chg="del">
        <pc:chgData name="김명호" userId="e0d603aa-548e-418b-a070-918475337925" providerId="ADAL" clId="{8B80AB5E-623E-4797-A7B0-2AB657381E4C}" dt="2023-11-15T11:20:00.835" v="87" actId="47"/>
        <pc:sldMkLst>
          <pc:docMk/>
          <pc:sldMk cId="3816687852" sldId="1239"/>
        </pc:sldMkLst>
      </pc:sldChg>
      <pc:sldChg chg="addSp delSp modSp add mod">
        <pc:chgData name="김명호" userId="e0d603aa-548e-418b-a070-918475337925" providerId="ADAL" clId="{8B80AB5E-623E-4797-A7B0-2AB657381E4C}" dt="2023-11-21T06:38:38.487" v="13250" actId="20577"/>
        <pc:sldMkLst>
          <pc:docMk/>
          <pc:sldMk cId="3904942641" sldId="1240"/>
        </pc:sldMkLst>
        <pc:spChg chg="mod">
          <ac:chgData name="김명호" userId="e0d603aa-548e-418b-a070-918475337925" providerId="ADAL" clId="{8B80AB5E-623E-4797-A7B0-2AB657381E4C}" dt="2023-11-20T05:07:20.808" v="6912"/>
          <ac:spMkLst>
            <pc:docMk/>
            <pc:sldMk cId="3904942641" sldId="1240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5:06:47.851" v="6896" actId="14100"/>
          <ac:spMkLst>
            <pc:docMk/>
            <pc:sldMk cId="3904942641" sldId="1240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3904942641" sldId="1240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8:38.487" v="13250" actId="20577"/>
          <ac:graphicFrameMkLst>
            <pc:docMk/>
            <pc:sldMk cId="3904942641" sldId="1240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0T05:06:38.129" v="6894" actId="167"/>
          <ac:picMkLst>
            <pc:docMk/>
            <pc:sldMk cId="3904942641" sldId="1240"/>
            <ac:picMk id="6" creationId="{2CBDF41C-8672-3C38-581A-0D6373ABC094}"/>
          </ac:picMkLst>
        </pc:picChg>
        <pc:picChg chg="del">
          <ac:chgData name="김명호" userId="e0d603aa-548e-418b-a070-918475337925" providerId="ADAL" clId="{8B80AB5E-623E-4797-A7B0-2AB657381E4C}" dt="2023-11-20T05:06:08.821" v="6885" actId="478"/>
          <ac:picMkLst>
            <pc:docMk/>
            <pc:sldMk cId="3904942641" sldId="1240"/>
            <ac:picMk id="8" creationId="{AA6B31E1-DF05-17FC-AD2F-FA91F25BC817}"/>
          </ac:picMkLst>
        </pc:picChg>
        <pc:cxnChg chg="mod">
          <ac:chgData name="김명호" userId="e0d603aa-548e-418b-a070-918475337925" providerId="ADAL" clId="{8B80AB5E-623E-4797-A7B0-2AB657381E4C}" dt="2023-11-20T05:06:49.971" v="6897" actId="1076"/>
          <ac:cxnSpMkLst>
            <pc:docMk/>
            <pc:sldMk cId="3904942641" sldId="1240"/>
            <ac:cxnSpMk id="4" creationId="{4E1BE9B4-478E-BBC6-FA01-D9D466BE19E6}"/>
          </ac:cxnSpMkLst>
        </pc:cxnChg>
      </pc:sldChg>
      <pc:sldChg chg="modSp add mod">
        <pc:chgData name="김명호" userId="e0d603aa-548e-418b-a070-918475337925" providerId="ADAL" clId="{8B80AB5E-623E-4797-A7B0-2AB657381E4C}" dt="2023-11-21T06:39:50.782" v="13279" actId="20577"/>
        <pc:sldMkLst>
          <pc:docMk/>
          <pc:sldMk cId="370746148" sldId="1241"/>
        </pc:sldMkLst>
        <pc:spChg chg="mod">
          <ac:chgData name="김명호" userId="e0d603aa-548e-418b-a070-918475337925" providerId="ADAL" clId="{8B80AB5E-623E-4797-A7B0-2AB657381E4C}" dt="2023-11-21T06:39:50.782" v="13279" actId="20577"/>
          <ac:spMkLst>
            <pc:docMk/>
            <pc:sldMk cId="370746148" sldId="1241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5:10:49.260" v="6957" actId="1037"/>
          <ac:spMkLst>
            <pc:docMk/>
            <pc:sldMk cId="370746148" sldId="1241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370746148" sldId="1241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39:43.708" v="13258"/>
          <ac:graphicFrameMkLst>
            <pc:docMk/>
            <pc:sldMk cId="370746148" sldId="1241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8B80AB5E-623E-4797-A7B0-2AB657381E4C}" dt="2023-11-20T05:10:53.362" v="6958" actId="1076"/>
          <ac:cxnSpMkLst>
            <pc:docMk/>
            <pc:sldMk cId="370746148" sldId="1241"/>
            <ac:cxnSpMk id="4" creationId="{4E1BE9B4-478E-BBC6-FA01-D9D466BE19E6}"/>
          </ac:cxnSpMkLst>
        </pc:cxnChg>
      </pc:sldChg>
      <pc:sldChg chg="add del">
        <pc:chgData name="김명호" userId="e0d603aa-548e-418b-a070-918475337925" providerId="ADAL" clId="{8B80AB5E-623E-4797-A7B0-2AB657381E4C}" dt="2023-11-20T05:06:11.563" v="6887"/>
        <pc:sldMkLst>
          <pc:docMk/>
          <pc:sldMk cId="3518271691" sldId="1241"/>
        </pc:sldMkLst>
      </pc:sldChg>
      <pc:sldChg chg="del">
        <pc:chgData name="김명호" userId="e0d603aa-548e-418b-a070-918475337925" providerId="ADAL" clId="{8B80AB5E-623E-4797-A7B0-2AB657381E4C}" dt="2023-11-15T11:20:00.941" v="89" actId="47"/>
        <pc:sldMkLst>
          <pc:docMk/>
          <pc:sldMk cId="3524124884" sldId="1241"/>
        </pc:sldMkLst>
      </pc:sldChg>
      <pc:sldChg chg="addSp delSp modSp add mod">
        <pc:chgData name="김명호" userId="e0d603aa-548e-418b-a070-918475337925" providerId="ADAL" clId="{8B80AB5E-623E-4797-A7B0-2AB657381E4C}" dt="2023-11-20T08:44:53.248" v="10526"/>
        <pc:sldMkLst>
          <pc:docMk/>
          <pc:sldMk cId="1253383009" sldId="1242"/>
        </pc:sldMkLst>
        <pc:spChg chg="mod">
          <ac:chgData name="김명호" userId="e0d603aa-548e-418b-a070-918475337925" providerId="ADAL" clId="{8B80AB5E-623E-4797-A7B0-2AB657381E4C}" dt="2023-11-20T05:42:54.122" v="8822"/>
          <ac:spMkLst>
            <pc:docMk/>
            <pc:sldMk cId="1253383009" sldId="1242"/>
            <ac:spMk id="7" creationId="{0C81DD60-D84B-4D3C-8F3E-7D0E22E11300}"/>
          </ac:spMkLst>
        </pc:spChg>
        <pc:spChg chg="del">
          <ac:chgData name="김명호" userId="e0d603aa-548e-418b-a070-918475337925" providerId="ADAL" clId="{8B80AB5E-623E-4797-A7B0-2AB657381E4C}" dt="2023-11-20T05:39:14.271" v="8640" actId="478"/>
          <ac:spMkLst>
            <pc:docMk/>
            <pc:sldMk cId="1253383009" sldId="1242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1253383009" sldId="1242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0T05:40:01.610" v="8650" actId="6549"/>
          <ac:graphicFrameMkLst>
            <pc:docMk/>
            <pc:sldMk cId="1253383009" sldId="1242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5:13:30.126" v="7208" actId="478"/>
          <ac:picMkLst>
            <pc:docMk/>
            <pc:sldMk cId="1253383009" sldId="1242"/>
            <ac:picMk id="6" creationId="{2CBDF41C-8672-3C38-581A-0D6373ABC094}"/>
          </ac:picMkLst>
        </pc:picChg>
        <pc:picChg chg="add mod ord modCrop">
          <ac:chgData name="김명호" userId="e0d603aa-548e-418b-a070-918475337925" providerId="ADAL" clId="{8B80AB5E-623E-4797-A7B0-2AB657381E4C}" dt="2023-11-20T05:13:49.276" v="7215" actId="167"/>
          <ac:picMkLst>
            <pc:docMk/>
            <pc:sldMk cId="1253383009" sldId="1242"/>
            <ac:picMk id="8" creationId="{8B2A7537-B01E-A6A6-2967-F51ACB0EAA36}"/>
          </ac:picMkLst>
        </pc:picChg>
        <pc:cxnChg chg="del">
          <ac:chgData name="김명호" userId="e0d603aa-548e-418b-a070-918475337925" providerId="ADAL" clId="{8B80AB5E-623E-4797-A7B0-2AB657381E4C}" dt="2023-11-20T05:39:15.269" v="8641" actId="478"/>
          <ac:cxnSpMkLst>
            <pc:docMk/>
            <pc:sldMk cId="1253383009" sldId="1242"/>
            <ac:cxnSpMk id="4" creationId="{4E1BE9B4-478E-BBC6-FA01-D9D466BE19E6}"/>
          </ac:cxnSpMkLst>
        </pc:cxnChg>
      </pc:sldChg>
      <pc:sldChg chg="del">
        <pc:chgData name="김명호" userId="e0d603aa-548e-418b-a070-918475337925" providerId="ADAL" clId="{8B80AB5E-623E-4797-A7B0-2AB657381E4C}" dt="2023-11-15T11:20:01.058" v="91" actId="47"/>
        <pc:sldMkLst>
          <pc:docMk/>
          <pc:sldMk cId="295400668" sldId="1243"/>
        </pc:sldMkLst>
      </pc:sldChg>
      <pc:sldChg chg="addSp delSp modSp add mod">
        <pc:chgData name="김명호" userId="e0d603aa-548e-418b-a070-918475337925" providerId="ADAL" clId="{8B80AB5E-623E-4797-A7B0-2AB657381E4C}" dt="2023-11-20T08:44:53.248" v="10526"/>
        <pc:sldMkLst>
          <pc:docMk/>
          <pc:sldMk cId="876384129" sldId="1243"/>
        </pc:sldMkLst>
        <pc:spChg chg="mod">
          <ac:chgData name="김명호" userId="e0d603aa-548e-418b-a070-918475337925" providerId="ADAL" clId="{8B80AB5E-623E-4797-A7B0-2AB657381E4C}" dt="2023-11-20T05:34:25.116" v="8357" actId="21"/>
          <ac:spMkLst>
            <pc:docMk/>
            <pc:sldMk cId="876384129" sldId="1243"/>
            <ac:spMk id="7" creationId="{0C81DD60-D84B-4D3C-8F3E-7D0E22E11300}"/>
          </ac:spMkLst>
        </pc:spChg>
        <pc:spChg chg="add del">
          <ac:chgData name="김명호" userId="e0d603aa-548e-418b-a070-918475337925" providerId="ADAL" clId="{8B80AB5E-623E-4797-A7B0-2AB657381E4C}" dt="2023-11-20T05:17:04.403" v="7342" actId="22"/>
          <ac:spMkLst>
            <pc:docMk/>
            <pc:sldMk cId="876384129" sldId="1243"/>
            <ac:spMk id="10" creationId="{C0DB838E-1D12-5DB0-3E33-AC23D8441D0C}"/>
          </ac:spMkLst>
        </pc:spChg>
        <pc:spChg chg="mod">
          <ac:chgData name="김명호" userId="e0d603aa-548e-418b-a070-918475337925" providerId="ADAL" clId="{8B80AB5E-623E-4797-A7B0-2AB657381E4C}" dt="2023-11-20T05:22:13.708" v="7631" actId="14100"/>
          <ac:spMkLst>
            <pc:docMk/>
            <pc:sldMk cId="876384129" sldId="1243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876384129" sldId="1243"/>
            <ac:spMk id="24" creationId="{4B4892DE-C8AE-37A4-B80F-57D38A371F80}"/>
          </ac:spMkLst>
        </pc:spChg>
        <pc:graphicFrameChg chg="mod">
          <ac:chgData name="김명호" userId="e0d603aa-548e-418b-a070-918475337925" providerId="ADAL" clId="{8B80AB5E-623E-4797-A7B0-2AB657381E4C}" dt="2023-11-20T05:14:57.636" v="7272"/>
          <ac:graphicFrameMkLst>
            <pc:docMk/>
            <pc:sldMk cId="876384129" sldId="1243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0T05:15:34.021" v="7281" actId="167"/>
          <ac:picMkLst>
            <pc:docMk/>
            <pc:sldMk cId="876384129" sldId="1243"/>
            <ac:picMk id="6" creationId="{3E6CC90F-9D54-0A41-0A28-DAA82C201595}"/>
          </ac:picMkLst>
        </pc:picChg>
        <pc:picChg chg="del">
          <ac:chgData name="김명호" userId="e0d603aa-548e-418b-a070-918475337925" providerId="ADAL" clId="{8B80AB5E-623E-4797-A7B0-2AB657381E4C}" dt="2023-11-20T05:15:01.849" v="7273" actId="478"/>
          <ac:picMkLst>
            <pc:docMk/>
            <pc:sldMk cId="876384129" sldId="1243"/>
            <ac:picMk id="8" creationId="{8B2A7537-B01E-A6A6-2967-F51ACB0EAA36}"/>
          </ac:picMkLst>
        </pc:picChg>
        <pc:cxnChg chg="mod">
          <ac:chgData name="김명호" userId="e0d603aa-548e-418b-a070-918475337925" providerId="ADAL" clId="{8B80AB5E-623E-4797-A7B0-2AB657381E4C}" dt="2023-11-20T05:22:15.668" v="7632" actId="1076"/>
          <ac:cxnSpMkLst>
            <pc:docMk/>
            <pc:sldMk cId="876384129" sldId="1243"/>
            <ac:cxnSpMk id="4" creationId="{4E1BE9B4-478E-BBC6-FA01-D9D466BE19E6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6:40:39.396" v="13289" actId="20577"/>
        <pc:sldMkLst>
          <pc:docMk/>
          <pc:sldMk cId="1999036240" sldId="1244"/>
        </pc:sldMkLst>
        <pc:spChg chg="mod">
          <ac:chgData name="김명호" userId="e0d603aa-548e-418b-a070-918475337925" providerId="ADAL" clId="{8B80AB5E-623E-4797-A7B0-2AB657381E4C}" dt="2023-11-20T05:19:03.326" v="7504" actId="20577"/>
          <ac:spMkLst>
            <pc:docMk/>
            <pc:sldMk cId="1999036240" sldId="1244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0T05:17:58.334" v="7420" actId="14100"/>
          <ac:spMkLst>
            <pc:docMk/>
            <pc:sldMk cId="1999036240" sldId="1244"/>
            <ac:spMk id="9" creationId="{C26083F0-8482-E6DE-1E29-001FE322D04D}"/>
          </ac:spMkLst>
        </pc:spChg>
        <pc:spChg chg="add mod">
          <ac:chgData name="김명호" userId="e0d603aa-548e-418b-a070-918475337925" providerId="ADAL" clId="{8B80AB5E-623E-4797-A7B0-2AB657381E4C}" dt="2023-11-20T05:18:34.014" v="7429" actId="14100"/>
          <ac:spMkLst>
            <pc:docMk/>
            <pc:sldMk cId="1999036240" sldId="1244"/>
            <ac:spMk id="13" creationId="{442786CB-268F-E1B6-97A7-E6887FF97663}"/>
          </ac:spMkLst>
        </pc:spChg>
        <pc:spChg chg="mod">
          <ac:chgData name="김명호" userId="e0d603aa-548e-418b-a070-918475337925" providerId="ADAL" clId="{8B80AB5E-623E-4797-A7B0-2AB657381E4C}" dt="2023-11-20T05:17:48.014" v="7416" actId="14100"/>
          <ac:spMkLst>
            <pc:docMk/>
            <pc:sldMk cId="1999036240" sldId="1244"/>
            <ac:spMk id="14" creationId="{ECFCFE0C-7957-9A80-15FC-3F5AF360E0D8}"/>
          </ac:spMkLst>
        </pc:spChg>
        <pc:spChg chg="add mod">
          <ac:chgData name="김명호" userId="e0d603aa-548e-418b-a070-918475337925" providerId="ADAL" clId="{8B80AB5E-623E-4797-A7B0-2AB657381E4C}" dt="2023-11-20T05:18:45.765" v="7433" actId="14100"/>
          <ac:spMkLst>
            <pc:docMk/>
            <pc:sldMk cId="1999036240" sldId="1244"/>
            <ac:spMk id="16" creationId="{A4DB11D2-A92F-AF6C-477C-95DCA742B94D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1999036240" sldId="1244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40:39.396" v="13289" actId="20577"/>
          <ac:graphicFrameMkLst>
            <pc:docMk/>
            <pc:sldMk cId="1999036240" sldId="1244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5:17:06.597" v="7344" actId="478"/>
          <ac:picMkLst>
            <pc:docMk/>
            <pc:sldMk cId="1999036240" sldId="1244"/>
            <ac:picMk id="6" creationId="{3E6CC90F-9D54-0A41-0A28-DAA82C201595}"/>
          </ac:picMkLst>
        </pc:picChg>
        <pc:picChg chg="add mod ord modCrop">
          <ac:chgData name="김명호" userId="e0d603aa-548e-418b-a070-918475337925" providerId="ADAL" clId="{8B80AB5E-623E-4797-A7B0-2AB657381E4C}" dt="2023-11-20T05:17:26.822" v="7352" actId="1036"/>
          <ac:picMkLst>
            <pc:docMk/>
            <pc:sldMk cId="1999036240" sldId="1244"/>
            <ac:picMk id="8" creationId="{5F455BC1-58C7-5783-B10C-4E6A5047BBEF}"/>
          </ac:picMkLst>
        </pc:picChg>
        <pc:cxnChg chg="del mod">
          <ac:chgData name="김명호" userId="e0d603aa-548e-418b-a070-918475337925" providerId="ADAL" clId="{8B80AB5E-623E-4797-A7B0-2AB657381E4C}" dt="2023-11-20T05:18:05.894" v="7424" actId="478"/>
          <ac:cxnSpMkLst>
            <pc:docMk/>
            <pc:sldMk cId="1999036240" sldId="1244"/>
            <ac:cxnSpMk id="4" creationId="{4E1BE9B4-478E-BBC6-FA01-D9D466BE19E6}"/>
          </ac:cxnSpMkLst>
        </pc:cxnChg>
        <pc:cxnChg chg="add mod">
          <ac:chgData name="김명호" userId="e0d603aa-548e-418b-a070-918475337925" providerId="ADAL" clId="{8B80AB5E-623E-4797-A7B0-2AB657381E4C}" dt="2023-11-20T05:18:04.118" v="7423" actId="1076"/>
          <ac:cxnSpMkLst>
            <pc:docMk/>
            <pc:sldMk cId="1999036240" sldId="1244"/>
            <ac:cxnSpMk id="10" creationId="{904CCCF3-F22A-5258-AF4F-11F16699FFFB}"/>
          </ac:cxnSpMkLst>
        </pc:cxnChg>
        <pc:cxnChg chg="add mod">
          <ac:chgData name="김명호" userId="e0d603aa-548e-418b-a070-918475337925" providerId="ADAL" clId="{8B80AB5E-623E-4797-A7B0-2AB657381E4C}" dt="2023-11-20T05:18:08.806" v="7426" actId="1076"/>
          <ac:cxnSpMkLst>
            <pc:docMk/>
            <pc:sldMk cId="1999036240" sldId="1244"/>
            <ac:cxnSpMk id="12" creationId="{7278CE42-7749-3A24-B244-54FFE65D2205}"/>
          </ac:cxnSpMkLst>
        </pc:cxnChg>
        <pc:cxnChg chg="add mod">
          <ac:chgData name="김명호" userId="e0d603aa-548e-418b-a070-918475337925" providerId="ADAL" clId="{8B80AB5E-623E-4797-A7B0-2AB657381E4C}" dt="2023-11-20T05:18:36.030" v="7430" actId="1076"/>
          <ac:cxnSpMkLst>
            <pc:docMk/>
            <pc:sldMk cId="1999036240" sldId="1244"/>
            <ac:cxnSpMk id="15" creationId="{67BB24B4-31F5-1FB6-A1D4-3B2779F5BC54}"/>
          </ac:cxnSpMkLst>
        </pc:cxnChg>
        <pc:cxnChg chg="add mod">
          <ac:chgData name="김명호" userId="e0d603aa-548e-418b-a070-918475337925" providerId="ADAL" clId="{8B80AB5E-623E-4797-A7B0-2AB657381E4C}" dt="2023-11-20T05:18:42.551" v="7432" actId="1076"/>
          <ac:cxnSpMkLst>
            <pc:docMk/>
            <pc:sldMk cId="1999036240" sldId="1244"/>
            <ac:cxnSpMk id="17" creationId="{2C5AB14B-2596-31DE-2E25-9B02050990A9}"/>
          </ac:cxnSpMkLst>
        </pc:cxnChg>
      </pc:sldChg>
      <pc:sldChg chg="del">
        <pc:chgData name="김명호" userId="e0d603aa-548e-418b-a070-918475337925" providerId="ADAL" clId="{8B80AB5E-623E-4797-A7B0-2AB657381E4C}" dt="2023-11-15T11:20:01.522" v="100" actId="47"/>
        <pc:sldMkLst>
          <pc:docMk/>
          <pc:sldMk cId="2380281932" sldId="1245"/>
        </pc:sldMkLst>
      </pc:sldChg>
      <pc:sldChg chg="addSp delSp modSp add mod">
        <pc:chgData name="김명호" userId="e0d603aa-548e-418b-a070-918475337925" providerId="ADAL" clId="{8B80AB5E-623E-4797-A7B0-2AB657381E4C}" dt="2023-11-21T06:40:51.854" v="13294" actId="20577"/>
        <pc:sldMkLst>
          <pc:docMk/>
          <pc:sldMk cId="4051911860" sldId="1245"/>
        </pc:sldMkLst>
        <pc:spChg chg="mod">
          <ac:chgData name="김명호" userId="e0d603aa-548e-418b-a070-918475337925" providerId="ADAL" clId="{8B80AB5E-623E-4797-A7B0-2AB657381E4C}" dt="2023-11-20T05:20:15.491" v="7619"/>
          <ac:spMkLst>
            <pc:docMk/>
            <pc:sldMk cId="4051911860" sldId="1245"/>
            <ac:spMk id="5" creationId="{11A3C24E-29DE-B014-DFF9-A98F662E0A4E}"/>
          </ac:spMkLst>
        </pc:spChg>
        <pc:spChg chg="mod">
          <ac:chgData name="김명호" userId="e0d603aa-548e-418b-a070-918475337925" providerId="ADAL" clId="{8B80AB5E-623E-4797-A7B0-2AB657381E4C}" dt="2023-11-20T05:21:05.327" v="7628"/>
          <ac:spMkLst>
            <pc:docMk/>
            <pc:sldMk cId="4051911860" sldId="1245"/>
            <ac:spMk id="6" creationId="{6E6298B3-9ECA-4D9A-DA63-A4513FBDB01D}"/>
          </ac:spMkLst>
        </pc:spChg>
        <pc:spChg chg="mod">
          <ac:chgData name="김명호" userId="e0d603aa-548e-418b-a070-918475337925" providerId="ADAL" clId="{8B80AB5E-623E-4797-A7B0-2AB657381E4C}" dt="2023-11-20T05:19:45.389" v="7618" actId="20577"/>
          <ac:spMkLst>
            <pc:docMk/>
            <pc:sldMk cId="4051911860" sldId="1245"/>
            <ac:spMk id="7" creationId="{0C81DD60-D84B-4D3C-8F3E-7D0E22E11300}"/>
          </ac:spMkLst>
        </pc:spChg>
        <pc:spChg chg="del">
          <ac:chgData name="김명호" userId="e0d603aa-548e-418b-a070-918475337925" providerId="ADAL" clId="{8B80AB5E-623E-4797-A7B0-2AB657381E4C}" dt="2023-11-20T05:19:17.409" v="7506" actId="478"/>
          <ac:spMkLst>
            <pc:docMk/>
            <pc:sldMk cId="4051911860" sldId="1245"/>
            <ac:spMk id="9" creationId="{C26083F0-8482-E6DE-1E29-001FE322D04D}"/>
          </ac:spMkLst>
        </pc:spChg>
        <pc:spChg chg="del">
          <ac:chgData name="김명호" userId="e0d603aa-548e-418b-a070-918475337925" providerId="ADAL" clId="{8B80AB5E-623E-4797-A7B0-2AB657381E4C}" dt="2023-11-20T05:19:17.409" v="7506" actId="478"/>
          <ac:spMkLst>
            <pc:docMk/>
            <pc:sldMk cId="4051911860" sldId="1245"/>
            <ac:spMk id="13" creationId="{442786CB-268F-E1B6-97A7-E6887FF97663}"/>
          </ac:spMkLst>
        </pc:spChg>
        <pc:spChg chg="mod">
          <ac:chgData name="김명호" userId="e0d603aa-548e-418b-a070-918475337925" providerId="ADAL" clId="{8B80AB5E-623E-4797-A7B0-2AB657381E4C}" dt="2023-11-20T05:19:25.550" v="7508" actId="14100"/>
          <ac:spMkLst>
            <pc:docMk/>
            <pc:sldMk cId="4051911860" sldId="1245"/>
            <ac:spMk id="14" creationId="{ECFCFE0C-7957-9A80-15FC-3F5AF360E0D8}"/>
          </ac:spMkLst>
        </pc:spChg>
        <pc:spChg chg="del">
          <ac:chgData name="김명호" userId="e0d603aa-548e-418b-a070-918475337925" providerId="ADAL" clId="{8B80AB5E-623E-4797-A7B0-2AB657381E4C}" dt="2023-11-20T05:19:17.409" v="7506" actId="478"/>
          <ac:spMkLst>
            <pc:docMk/>
            <pc:sldMk cId="4051911860" sldId="1245"/>
            <ac:spMk id="16" creationId="{A4DB11D2-A92F-AF6C-477C-95DCA742B94D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4051911860" sldId="1245"/>
            <ac:spMk id="24" creationId="{4B4892DE-C8AE-37A4-B80F-57D38A371F80}"/>
          </ac:spMkLst>
        </pc:spChg>
        <pc:grpChg chg="add mod">
          <ac:chgData name="김명호" userId="e0d603aa-548e-418b-a070-918475337925" providerId="ADAL" clId="{8B80AB5E-623E-4797-A7B0-2AB657381E4C}" dt="2023-11-20T05:20:15.491" v="7619"/>
          <ac:grpSpMkLst>
            <pc:docMk/>
            <pc:sldMk cId="4051911860" sldId="1245"/>
            <ac:grpSpMk id="4" creationId="{52C75BE9-2A42-BFB8-D03B-31CBE0F1803E}"/>
          </ac:grpSpMkLst>
        </pc:grpChg>
        <pc:graphicFrameChg chg="mod modGraphic">
          <ac:chgData name="김명호" userId="e0d603aa-548e-418b-a070-918475337925" providerId="ADAL" clId="{8B80AB5E-623E-4797-A7B0-2AB657381E4C}" dt="2023-11-21T06:40:51.854" v="13294" actId="20577"/>
          <ac:graphicFrameMkLst>
            <pc:docMk/>
            <pc:sldMk cId="4051911860" sldId="1245"/>
            <ac:graphicFrameMk id="3" creationId="{EB5E6BEF-7528-22F3-81D3-C88DBE43847E}"/>
          </ac:graphicFrameMkLst>
        </pc:graphicFrameChg>
        <pc:cxnChg chg="del">
          <ac:chgData name="김명호" userId="e0d603aa-548e-418b-a070-918475337925" providerId="ADAL" clId="{8B80AB5E-623E-4797-A7B0-2AB657381E4C}" dt="2023-11-20T05:19:17.409" v="7506" actId="478"/>
          <ac:cxnSpMkLst>
            <pc:docMk/>
            <pc:sldMk cId="4051911860" sldId="1245"/>
            <ac:cxnSpMk id="10" creationId="{904CCCF3-F22A-5258-AF4F-11F16699FFFB}"/>
          </ac:cxnSpMkLst>
        </pc:cxnChg>
        <pc:cxnChg chg="mod">
          <ac:chgData name="김명호" userId="e0d603aa-548e-418b-a070-918475337925" providerId="ADAL" clId="{8B80AB5E-623E-4797-A7B0-2AB657381E4C}" dt="2023-11-20T05:19:28.822" v="7511" actId="1036"/>
          <ac:cxnSpMkLst>
            <pc:docMk/>
            <pc:sldMk cId="4051911860" sldId="1245"/>
            <ac:cxnSpMk id="12" creationId="{7278CE42-7749-3A24-B244-54FFE65D2205}"/>
          </ac:cxnSpMkLst>
        </pc:cxnChg>
        <pc:cxnChg chg="del">
          <ac:chgData name="김명호" userId="e0d603aa-548e-418b-a070-918475337925" providerId="ADAL" clId="{8B80AB5E-623E-4797-A7B0-2AB657381E4C}" dt="2023-11-20T05:19:17.409" v="7506" actId="478"/>
          <ac:cxnSpMkLst>
            <pc:docMk/>
            <pc:sldMk cId="4051911860" sldId="1245"/>
            <ac:cxnSpMk id="15" creationId="{67BB24B4-31F5-1FB6-A1D4-3B2779F5BC54}"/>
          </ac:cxnSpMkLst>
        </pc:cxnChg>
        <pc:cxnChg chg="del">
          <ac:chgData name="김명호" userId="e0d603aa-548e-418b-a070-918475337925" providerId="ADAL" clId="{8B80AB5E-623E-4797-A7B0-2AB657381E4C}" dt="2023-11-20T05:19:17.409" v="7506" actId="478"/>
          <ac:cxnSpMkLst>
            <pc:docMk/>
            <pc:sldMk cId="4051911860" sldId="1245"/>
            <ac:cxnSpMk id="17" creationId="{2C5AB14B-2596-31DE-2E25-9B02050990A9}"/>
          </ac:cxnSpMkLst>
        </pc:cxnChg>
      </pc:sldChg>
      <pc:sldChg chg="modSp add mod">
        <pc:chgData name="김명호" userId="e0d603aa-548e-418b-a070-918475337925" providerId="ADAL" clId="{8B80AB5E-623E-4797-A7B0-2AB657381E4C}" dt="2023-11-21T06:40:25.285" v="13284" actId="20577"/>
        <pc:sldMkLst>
          <pc:docMk/>
          <pc:sldMk cId="1575160934" sldId="1246"/>
        </pc:sldMkLst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1575160934" sldId="1246"/>
            <ac:spMk id="24" creationId="{4B4892DE-C8AE-37A4-B80F-57D38A371F80}"/>
          </ac:spMkLst>
        </pc:spChg>
        <pc:graphicFrameChg chg="mod modGraphic">
          <ac:chgData name="김명호" userId="e0d603aa-548e-418b-a070-918475337925" providerId="ADAL" clId="{8B80AB5E-623E-4797-A7B0-2AB657381E4C}" dt="2023-11-21T06:40:25.285" v="13284" actId="20577"/>
          <ac:graphicFrameMkLst>
            <pc:docMk/>
            <pc:sldMk cId="1575160934" sldId="1246"/>
            <ac:graphicFrameMk id="3" creationId="{EB5E6BEF-7528-22F3-81D3-C88DBE43847E}"/>
          </ac:graphicFrameMkLst>
        </pc:graphicFrameChg>
      </pc:sldChg>
      <pc:sldChg chg="del">
        <pc:chgData name="김명호" userId="e0d603aa-548e-418b-a070-918475337925" providerId="ADAL" clId="{8B80AB5E-623E-4797-A7B0-2AB657381E4C}" dt="2023-11-15T11:20:01.574" v="101" actId="47"/>
        <pc:sldMkLst>
          <pc:docMk/>
          <pc:sldMk cId="2390385797" sldId="1246"/>
        </pc:sldMkLst>
      </pc:sldChg>
      <pc:sldChg chg="add del">
        <pc:chgData name="김명호" userId="e0d603aa-548e-418b-a070-918475337925" providerId="ADAL" clId="{8B80AB5E-623E-4797-A7B0-2AB657381E4C}" dt="2023-11-20T05:28:25.809" v="8169"/>
        <pc:sldMkLst>
          <pc:docMk/>
          <pc:sldMk cId="703424860" sldId="1247"/>
        </pc:sldMkLst>
      </pc:sldChg>
      <pc:sldChg chg="del">
        <pc:chgData name="김명호" userId="e0d603aa-548e-418b-a070-918475337925" providerId="ADAL" clId="{8B80AB5E-623E-4797-A7B0-2AB657381E4C}" dt="2023-11-15T11:20:01.622" v="102" actId="47"/>
        <pc:sldMkLst>
          <pc:docMk/>
          <pc:sldMk cId="1941828152" sldId="1247"/>
        </pc:sldMkLst>
      </pc:sldChg>
      <pc:sldChg chg="addSp delSp modSp add mod">
        <pc:chgData name="김명호" userId="e0d603aa-548e-418b-a070-918475337925" providerId="ADAL" clId="{8B80AB5E-623E-4797-A7B0-2AB657381E4C}" dt="2023-11-20T08:44:53.248" v="10526"/>
        <pc:sldMkLst>
          <pc:docMk/>
          <pc:sldMk cId="2454182132" sldId="1247"/>
        </pc:sldMkLst>
        <pc:spChg chg="mod">
          <ac:chgData name="김명호" userId="e0d603aa-548e-418b-a070-918475337925" providerId="ADAL" clId="{8B80AB5E-623E-4797-A7B0-2AB657381E4C}" dt="2023-11-20T05:34:42.160" v="8436"/>
          <ac:spMkLst>
            <pc:docMk/>
            <pc:sldMk cId="2454182132" sldId="1247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5:32:09.600" v="8206" actId="14100"/>
          <ac:spMkLst>
            <pc:docMk/>
            <pc:sldMk cId="2454182132" sldId="1247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2454182132" sldId="1247"/>
            <ac:spMk id="24" creationId="{4B4892DE-C8AE-37A4-B80F-57D38A371F80}"/>
          </ac:spMkLst>
        </pc:spChg>
        <pc:grpChg chg="del">
          <ac:chgData name="김명호" userId="e0d603aa-548e-418b-a070-918475337925" providerId="ADAL" clId="{8B80AB5E-623E-4797-A7B0-2AB657381E4C}" dt="2023-11-20T05:32:41.609" v="8344" actId="478"/>
          <ac:grpSpMkLst>
            <pc:docMk/>
            <pc:sldMk cId="2454182132" sldId="1247"/>
            <ac:grpSpMk id="4" creationId="{52C75BE9-2A42-BFB8-D03B-31CBE0F1803E}"/>
          </ac:grpSpMkLst>
        </pc:grpChg>
        <pc:graphicFrameChg chg="mod">
          <ac:chgData name="김명호" userId="e0d603aa-548e-418b-a070-918475337925" providerId="ADAL" clId="{8B80AB5E-623E-4797-A7B0-2AB657381E4C}" dt="2023-11-20T05:31:26.575" v="8190"/>
          <ac:graphicFrameMkLst>
            <pc:docMk/>
            <pc:sldMk cId="2454182132" sldId="1247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5:31:47.264" v="8195" actId="478"/>
          <ac:picMkLst>
            <pc:docMk/>
            <pc:sldMk cId="2454182132" sldId="1247"/>
            <ac:picMk id="8" creationId="{5F455BC1-58C7-5783-B10C-4E6A5047BBEF}"/>
          </ac:picMkLst>
        </pc:picChg>
        <pc:picChg chg="add mod ord modCrop">
          <ac:chgData name="김명호" userId="e0d603aa-548e-418b-a070-918475337925" providerId="ADAL" clId="{8B80AB5E-623E-4797-A7B0-2AB657381E4C}" dt="2023-11-20T05:32:01.597" v="8203" actId="1076"/>
          <ac:picMkLst>
            <pc:docMk/>
            <pc:sldMk cId="2454182132" sldId="1247"/>
            <ac:picMk id="10" creationId="{F1195218-BCF2-5070-A579-DC4B8519D521}"/>
          </ac:picMkLst>
        </pc:picChg>
        <pc:cxnChg chg="mod">
          <ac:chgData name="김명호" userId="e0d603aa-548e-418b-a070-918475337925" providerId="ADAL" clId="{8B80AB5E-623E-4797-A7B0-2AB657381E4C}" dt="2023-11-20T05:32:05.592" v="8204" actId="1076"/>
          <ac:cxnSpMkLst>
            <pc:docMk/>
            <pc:sldMk cId="2454182132" sldId="1247"/>
            <ac:cxnSpMk id="12" creationId="{7278CE42-7749-3A24-B244-54FFE65D2205}"/>
          </ac:cxnSpMkLst>
        </pc:cxnChg>
      </pc:sldChg>
      <pc:sldChg chg="addSp delSp modSp add del mod">
        <pc:chgData name="김명호" userId="e0d603aa-548e-418b-a070-918475337925" providerId="ADAL" clId="{8B80AB5E-623E-4797-A7B0-2AB657381E4C}" dt="2023-11-20T05:29:52.570" v="8188" actId="47"/>
        <pc:sldMkLst>
          <pc:docMk/>
          <pc:sldMk cId="3774490896" sldId="1247"/>
        </pc:sldMkLst>
        <pc:spChg chg="mod">
          <ac:chgData name="김명호" userId="e0d603aa-548e-418b-a070-918475337925" providerId="ADAL" clId="{8B80AB5E-623E-4797-A7B0-2AB657381E4C}" dt="2023-11-20T05:29:23.329" v="8184" actId="14100"/>
          <ac:spMkLst>
            <pc:docMk/>
            <pc:sldMk cId="3774490896" sldId="1247"/>
            <ac:spMk id="14" creationId="{ECFCFE0C-7957-9A80-15FC-3F5AF360E0D8}"/>
          </ac:spMkLst>
        </pc:spChg>
        <pc:graphicFrameChg chg="mod modGraphic">
          <ac:chgData name="김명호" userId="e0d603aa-548e-418b-a070-918475337925" providerId="ADAL" clId="{8B80AB5E-623E-4797-A7B0-2AB657381E4C}" dt="2023-11-20T05:29:46.827" v="8185" actId="6549"/>
          <ac:graphicFrameMkLst>
            <pc:docMk/>
            <pc:sldMk cId="3774490896" sldId="1247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0T05:29:12.255" v="8179" actId="167"/>
          <ac:picMkLst>
            <pc:docMk/>
            <pc:sldMk cId="3774490896" sldId="1247"/>
            <ac:picMk id="6" creationId="{4977F8FF-6BE0-CD2A-4F99-F06F23153787}"/>
          </ac:picMkLst>
        </pc:picChg>
        <pc:picChg chg="del">
          <ac:chgData name="김명호" userId="e0d603aa-548e-418b-a070-918475337925" providerId="ADAL" clId="{8B80AB5E-623E-4797-A7B0-2AB657381E4C}" dt="2023-11-20T05:28:52.178" v="8173" actId="478"/>
          <ac:picMkLst>
            <pc:docMk/>
            <pc:sldMk cId="3774490896" sldId="1247"/>
            <ac:picMk id="8" creationId="{AA6B31E1-DF05-17FC-AD2F-FA91F25BC817}"/>
          </ac:picMkLst>
        </pc:picChg>
        <pc:cxnChg chg="mod">
          <ac:chgData name="김명호" userId="e0d603aa-548e-418b-a070-918475337925" providerId="ADAL" clId="{8B80AB5E-623E-4797-A7B0-2AB657381E4C}" dt="2023-11-20T05:29:20.258" v="8183" actId="1076"/>
          <ac:cxnSpMkLst>
            <pc:docMk/>
            <pc:sldMk cId="3774490896" sldId="1247"/>
            <ac:cxnSpMk id="4" creationId="{4E1BE9B4-478E-BBC6-FA01-D9D466BE19E6}"/>
          </ac:cxnSpMkLst>
        </pc:cxnChg>
      </pc:sldChg>
      <pc:sldChg chg="add del">
        <pc:chgData name="김명호" userId="e0d603aa-548e-418b-a070-918475337925" providerId="ADAL" clId="{8B80AB5E-623E-4797-A7B0-2AB657381E4C}" dt="2023-11-20T05:33:08.244" v="8346"/>
        <pc:sldMkLst>
          <pc:docMk/>
          <pc:sldMk cId="556749789" sldId="1248"/>
        </pc:sldMkLst>
      </pc:sldChg>
      <pc:sldChg chg="addSp modSp add mod">
        <pc:chgData name="김명호" userId="e0d603aa-548e-418b-a070-918475337925" providerId="ADAL" clId="{8B80AB5E-623E-4797-A7B0-2AB657381E4C}" dt="2023-11-21T06:41:12.337" v="13303"/>
        <pc:sldMkLst>
          <pc:docMk/>
          <pc:sldMk cId="1181127212" sldId="1248"/>
        </pc:sldMkLst>
        <pc:spChg chg="mod">
          <ac:chgData name="김명호" userId="e0d603aa-548e-418b-a070-918475337925" providerId="ADAL" clId="{8B80AB5E-623E-4797-A7B0-2AB657381E4C}" dt="2023-11-20T05:33:32.761" v="8355"/>
          <ac:spMkLst>
            <pc:docMk/>
            <pc:sldMk cId="1181127212" sldId="1248"/>
            <ac:spMk id="5" creationId="{FD6F4023-202D-2544-D682-37475FD2558F}"/>
          </ac:spMkLst>
        </pc:spChg>
        <pc:spChg chg="mod">
          <ac:chgData name="김명호" userId="e0d603aa-548e-418b-a070-918475337925" providerId="ADAL" clId="{8B80AB5E-623E-4797-A7B0-2AB657381E4C}" dt="2023-11-20T05:33:32.761" v="8355"/>
          <ac:spMkLst>
            <pc:docMk/>
            <pc:sldMk cId="1181127212" sldId="1248"/>
            <ac:spMk id="6" creationId="{09F701A6-08B5-0102-3C3D-B97FF29A98AD}"/>
          </ac:spMkLst>
        </pc:spChg>
        <pc:spChg chg="mod">
          <ac:chgData name="김명호" userId="e0d603aa-548e-418b-a070-918475337925" providerId="ADAL" clId="{8B80AB5E-623E-4797-A7B0-2AB657381E4C}" dt="2023-11-20T05:34:47.083" v="8438"/>
          <ac:spMkLst>
            <pc:docMk/>
            <pc:sldMk cId="1181127212" sldId="1248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5:33:15.751" v="8353" actId="1036"/>
          <ac:spMkLst>
            <pc:docMk/>
            <pc:sldMk cId="1181127212" sldId="1248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1181127212" sldId="1248"/>
            <ac:spMk id="24" creationId="{4B4892DE-C8AE-37A4-B80F-57D38A371F80}"/>
          </ac:spMkLst>
        </pc:spChg>
        <pc:grpChg chg="add mod">
          <ac:chgData name="김명호" userId="e0d603aa-548e-418b-a070-918475337925" providerId="ADAL" clId="{8B80AB5E-623E-4797-A7B0-2AB657381E4C}" dt="2023-11-20T05:33:32.761" v="8355"/>
          <ac:grpSpMkLst>
            <pc:docMk/>
            <pc:sldMk cId="1181127212" sldId="1248"/>
            <ac:grpSpMk id="4" creationId="{8BCC0449-2286-8F8A-E3BB-7DF0D4847C06}"/>
          </ac:grpSpMkLst>
        </pc:grpChg>
        <pc:graphicFrameChg chg="mod modGraphic">
          <ac:chgData name="김명호" userId="e0d603aa-548e-418b-a070-918475337925" providerId="ADAL" clId="{8B80AB5E-623E-4797-A7B0-2AB657381E4C}" dt="2023-11-21T06:41:12.337" v="13303"/>
          <ac:graphicFrameMkLst>
            <pc:docMk/>
            <pc:sldMk cId="1181127212" sldId="1248"/>
            <ac:graphicFrameMk id="3" creationId="{EB5E6BEF-7528-22F3-81D3-C88DBE43847E}"/>
          </ac:graphicFrameMkLst>
        </pc:graphicFrameChg>
        <pc:cxnChg chg="mod">
          <ac:chgData name="김명호" userId="e0d603aa-548e-418b-a070-918475337925" providerId="ADAL" clId="{8B80AB5E-623E-4797-A7B0-2AB657381E4C}" dt="2023-11-20T05:33:15.751" v="8353" actId="1036"/>
          <ac:cxnSpMkLst>
            <pc:docMk/>
            <pc:sldMk cId="1181127212" sldId="1248"/>
            <ac:cxnSpMk id="12" creationId="{7278CE42-7749-3A24-B244-54FFE65D2205}"/>
          </ac:cxnSpMkLst>
        </pc:cxnChg>
      </pc:sldChg>
      <pc:sldChg chg="del">
        <pc:chgData name="김명호" userId="e0d603aa-548e-418b-a070-918475337925" providerId="ADAL" clId="{8B80AB5E-623E-4797-A7B0-2AB657381E4C}" dt="2023-11-15T11:20:00.883" v="88" actId="47"/>
        <pc:sldMkLst>
          <pc:docMk/>
          <pc:sldMk cId="4082353331" sldId="1248"/>
        </pc:sldMkLst>
      </pc:sldChg>
      <pc:sldChg chg="modSp add del mod">
        <pc:chgData name="김명호" userId="e0d603aa-548e-418b-a070-918475337925" providerId="ADAL" clId="{8B80AB5E-623E-4797-A7B0-2AB657381E4C}" dt="2023-11-20T06:41:09.409" v="10428" actId="47"/>
        <pc:sldMkLst>
          <pc:docMk/>
          <pc:sldMk cId="469015739" sldId="1249"/>
        </pc:sldMkLst>
        <pc:spChg chg="mod">
          <ac:chgData name="김명호" userId="e0d603aa-548e-418b-a070-918475337925" providerId="ADAL" clId="{8B80AB5E-623E-4797-A7B0-2AB657381E4C}" dt="2023-11-20T05:42:48.203" v="8821"/>
          <ac:spMkLst>
            <pc:docMk/>
            <pc:sldMk cId="469015739" sldId="1249"/>
            <ac:spMk id="7" creationId="{0C81DD60-D84B-4D3C-8F3E-7D0E22E11300}"/>
          </ac:spMkLst>
        </pc:spChg>
        <pc:graphicFrameChg chg="mod modGraphic">
          <ac:chgData name="김명호" userId="e0d603aa-548e-418b-a070-918475337925" providerId="ADAL" clId="{8B80AB5E-623E-4797-A7B0-2AB657381E4C}" dt="2023-11-20T05:40:06.218" v="8651" actId="6549"/>
          <ac:graphicFrameMkLst>
            <pc:docMk/>
            <pc:sldMk cId="469015739" sldId="1249"/>
            <ac:graphicFrameMk id="3" creationId="{EB5E6BEF-7528-22F3-81D3-C88DBE43847E}"/>
          </ac:graphicFrameMkLst>
        </pc:graphicFrameChg>
      </pc:sldChg>
      <pc:sldChg chg="add del">
        <pc:chgData name="김명호" userId="e0d603aa-548e-418b-a070-918475337925" providerId="ADAL" clId="{8B80AB5E-623E-4797-A7B0-2AB657381E4C}" dt="2023-11-20T05:39:34.156" v="8643" actId="2696"/>
        <pc:sldMkLst>
          <pc:docMk/>
          <pc:sldMk cId="1094310367" sldId="1249"/>
        </pc:sldMkLst>
      </pc:sldChg>
      <pc:sldChg chg="del">
        <pc:chgData name="김명호" userId="e0d603aa-548e-418b-a070-918475337925" providerId="ADAL" clId="{8B80AB5E-623E-4797-A7B0-2AB657381E4C}" dt="2023-11-15T11:20:01.211" v="94" actId="47"/>
        <pc:sldMkLst>
          <pc:docMk/>
          <pc:sldMk cId="2322667942" sldId="1249"/>
        </pc:sldMkLst>
      </pc:sldChg>
      <pc:sldChg chg="modSp add del mod">
        <pc:chgData name="김명호" userId="e0d603aa-548e-418b-a070-918475337925" providerId="ADAL" clId="{8B80AB5E-623E-4797-A7B0-2AB657381E4C}" dt="2023-11-20T06:41:58.372" v="10429" actId="47"/>
        <pc:sldMkLst>
          <pc:docMk/>
          <pc:sldMk cId="1479155850" sldId="1250"/>
        </pc:sldMkLst>
        <pc:spChg chg="mod">
          <ac:chgData name="김명호" userId="e0d603aa-548e-418b-a070-918475337925" providerId="ADAL" clId="{8B80AB5E-623E-4797-A7B0-2AB657381E4C}" dt="2023-11-20T05:42:42.139" v="8820" actId="20577"/>
          <ac:spMkLst>
            <pc:docMk/>
            <pc:sldMk cId="1479155850" sldId="1250"/>
            <ac:spMk id="7" creationId="{0C81DD60-D84B-4D3C-8F3E-7D0E22E11300}"/>
          </ac:spMkLst>
        </pc:spChg>
        <pc:graphicFrameChg chg="mod">
          <ac:chgData name="김명호" userId="e0d603aa-548e-418b-a070-918475337925" providerId="ADAL" clId="{8B80AB5E-623E-4797-A7B0-2AB657381E4C}" dt="2023-11-20T05:40:59.419" v="8653"/>
          <ac:graphicFrameMkLst>
            <pc:docMk/>
            <pc:sldMk cId="1479155850" sldId="1250"/>
            <ac:graphicFrameMk id="3" creationId="{EB5E6BEF-7528-22F3-81D3-C88DBE43847E}"/>
          </ac:graphicFrameMkLst>
        </pc:graphicFrameChg>
      </pc:sldChg>
      <pc:sldChg chg="del">
        <pc:chgData name="김명호" userId="e0d603aa-548e-418b-a070-918475337925" providerId="ADAL" clId="{8B80AB5E-623E-4797-A7B0-2AB657381E4C}" dt="2023-11-15T11:20:01.156" v="93" actId="47"/>
        <pc:sldMkLst>
          <pc:docMk/>
          <pc:sldMk cId="4216325724" sldId="1250"/>
        </pc:sldMkLst>
      </pc:sldChg>
      <pc:sldChg chg="addSp delSp modSp add mod">
        <pc:chgData name="김명호" userId="e0d603aa-548e-418b-a070-918475337925" providerId="ADAL" clId="{8B80AB5E-623E-4797-A7B0-2AB657381E4C}" dt="2023-11-20T06:28:04.738" v="9836"/>
        <pc:sldMkLst>
          <pc:docMk/>
          <pc:sldMk cId="3487825400" sldId="1251"/>
        </pc:sldMkLst>
        <pc:spChg chg="mod">
          <ac:chgData name="김명호" userId="e0d603aa-548e-418b-a070-918475337925" providerId="ADAL" clId="{8B80AB5E-623E-4797-A7B0-2AB657381E4C}" dt="2023-11-20T06:23:48.984" v="9056" actId="20577"/>
          <ac:spMkLst>
            <pc:docMk/>
            <pc:sldMk cId="3487825400" sldId="1251"/>
            <ac:spMk id="6" creationId="{09F701A6-08B5-0102-3C3D-B97FF29A98AD}"/>
          </ac:spMkLst>
        </pc:spChg>
        <pc:spChg chg="mod">
          <ac:chgData name="김명호" userId="e0d603aa-548e-418b-a070-918475337925" providerId="ADAL" clId="{8B80AB5E-623E-4797-A7B0-2AB657381E4C}" dt="2023-11-20T06:25:13.918" v="9483" actId="20577"/>
          <ac:spMkLst>
            <pc:docMk/>
            <pc:sldMk cId="3487825400" sldId="1251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6:14:31.853" v="8834" actId="14100"/>
          <ac:spMkLst>
            <pc:docMk/>
            <pc:sldMk cId="3487825400" sldId="1251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6:28:04.738" v="9836"/>
          <ac:spMkLst>
            <pc:docMk/>
            <pc:sldMk cId="3487825400" sldId="1251"/>
            <ac:spMk id="24" creationId="{4B4892DE-C8AE-37A4-B80F-57D38A371F80}"/>
          </ac:spMkLst>
        </pc:spChg>
        <pc:grpChg chg="mod">
          <ac:chgData name="김명호" userId="e0d603aa-548e-418b-a070-918475337925" providerId="ADAL" clId="{8B80AB5E-623E-4797-A7B0-2AB657381E4C}" dt="2023-11-20T06:25:17.471" v="9484" actId="1076"/>
          <ac:grpSpMkLst>
            <pc:docMk/>
            <pc:sldMk cId="3487825400" sldId="1251"/>
            <ac:grpSpMk id="4" creationId="{8BCC0449-2286-8F8A-E3BB-7DF0D4847C06}"/>
          </ac:grpSpMkLst>
        </pc:grpChg>
        <pc:graphicFrameChg chg="mod">
          <ac:chgData name="김명호" userId="e0d603aa-548e-418b-a070-918475337925" providerId="ADAL" clId="{8B80AB5E-623E-4797-A7B0-2AB657381E4C}" dt="2023-11-20T06:13:51.076" v="8824"/>
          <ac:graphicFrameMkLst>
            <pc:docMk/>
            <pc:sldMk cId="3487825400" sldId="1251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0T06:14:22.397" v="8832" actId="167"/>
          <ac:picMkLst>
            <pc:docMk/>
            <pc:sldMk cId="3487825400" sldId="1251"/>
            <ac:picMk id="9" creationId="{DB8FA43C-2D2C-9814-1207-40DCBB1587FA}"/>
          </ac:picMkLst>
        </pc:picChg>
        <pc:picChg chg="del">
          <ac:chgData name="김명호" userId="e0d603aa-548e-418b-a070-918475337925" providerId="ADAL" clId="{8B80AB5E-623E-4797-A7B0-2AB657381E4C}" dt="2023-11-20T06:14:03.976" v="8825" actId="478"/>
          <ac:picMkLst>
            <pc:docMk/>
            <pc:sldMk cId="3487825400" sldId="1251"/>
            <ac:picMk id="10" creationId="{F1195218-BCF2-5070-A579-DC4B8519D521}"/>
          </ac:picMkLst>
        </pc:picChg>
        <pc:cxnChg chg="mod">
          <ac:chgData name="김명호" userId="e0d603aa-548e-418b-a070-918475337925" providerId="ADAL" clId="{8B80AB5E-623E-4797-A7B0-2AB657381E4C}" dt="2023-11-20T06:14:33.908" v="8835" actId="1076"/>
          <ac:cxnSpMkLst>
            <pc:docMk/>
            <pc:sldMk cId="3487825400" sldId="1251"/>
            <ac:cxnSpMk id="12" creationId="{7278CE42-7749-3A24-B244-54FFE65D2205}"/>
          </ac:cxnSpMkLst>
        </pc:cxnChg>
      </pc:sldChg>
      <pc:sldChg chg="del">
        <pc:chgData name="김명호" userId="e0d603aa-548e-418b-a070-918475337925" providerId="ADAL" clId="{8B80AB5E-623E-4797-A7B0-2AB657381E4C}" dt="2023-11-15T11:20:01.269" v="95" actId="47"/>
        <pc:sldMkLst>
          <pc:docMk/>
          <pc:sldMk cId="1011153317" sldId="1252"/>
        </pc:sldMkLst>
      </pc:sldChg>
      <pc:sldChg chg="addSp modSp add mod">
        <pc:chgData name="김명호" userId="e0d603aa-548e-418b-a070-918475337925" providerId="ADAL" clId="{8B80AB5E-623E-4797-A7B0-2AB657381E4C}" dt="2023-11-20T06:28:00.110" v="9833" actId="20577"/>
        <pc:sldMkLst>
          <pc:docMk/>
          <pc:sldMk cId="3190613562" sldId="1252"/>
        </pc:sldMkLst>
        <pc:spChg chg="mod">
          <ac:chgData name="김명호" userId="e0d603aa-548e-418b-a070-918475337925" providerId="ADAL" clId="{8B80AB5E-623E-4797-A7B0-2AB657381E4C}" dt="2023-11-20T06:27:45.930" v="9828" actId="20577"/>
          <ac:spMkLst>
            <pc:docMk/>
            <pc:sldMk cId="3190613562" sldId="1252"/>
            <ac:spMk id="6" creationId="{09F701A6-08B5-0102-3C3D-B97FF29A98AD}"/>
          </ac:spMkLst>
        </pc:spChg>
        <pc:spChg chg="mod">
          <ac:chgData name="김명호" userId="e0d603aa-548e-418b-a070-918475337925" providerId="ADAL" clId="{8B80AB5E-623E-4797-A7B0-2AB657381E4C}" dt="2023-11-20T06:26:45.896" v="9664" actId="20577"/>
          <ac:spMkLst>
            <pc:docMk/>
            <pc:sldMk cId="3190613562" sldId="1252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0T06:25:53.144" v="9515" actId="14100"/>
          <ac:spMkLst>
            <pc:docMk/>
            <pc:sldMk cId="3190613562" sldId="1252"/>
            <ac:spMk id="8" creationId="{DCAEEC8D-3EE6-8F89-8C11-EE7EE3E91955}"/>
          </ac:spMkLst>
        </pc:spChg>
        <pc:spChg chg="mod">
          <ac:chgData name="김명호" userId="e0d603aa-548e-418b-a070-918475337925" providerId="ADAL" clId="{8B80AB5E-623E-4797-A7B0-2AB657381E4C}" dt="2023-11-20T06:25:39.775" v="9503" actId="1035"/>
          <ac:spMkLst>
            <pc:docMk/>
            <pc:sldMk cId="3190613562" sldId="1252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0T06:28:00.110" v="9833" actId="20577"/>
          <ac:spMkLst>
            <pc:docMk/>
            <pc:sldMk cId="3190613562" sldId="1252"/>
            <ac:spMk id="24" creationId="{4B4892DE-C8AE-37A4-B80F-57D38A371F80}"/>
          </ac:spMkLst>
        </pc:spChg>
        <pc:grpChg chg="mod">
          <ac:chgData name="김명호" userId="e0d603aa-548e-418b-a070-918475337925" providerId="ADAL" clId="{8B80AB5E-623E-4797-A7B0-2AB657381E4C}" dt="2023-11-20T06:27:50.535" v="9829" actId="1076"/>
          <ac:grpSpMkLst>
            <pc:docMk/>
            <pc:sldMk cId="3190613562" sldId="1252"/>
            <ac:grpSpMk id="4" creationId="{8BCC0449-2286-8F8A-E3BB-7DF0D4847C06}"/>
          </ac:grpSpMkLst>
        </pc:grpChg>
        <pc:cxnChg chg="add mod">
          <ac:chgData name="김명호" userId="e0d603aa-548e-418b-a070-918475337925" providerId="ADAL" clId="{8B80AB5E-623E-4797-A7B0-2AB657381E4C}" dt="2023-11-20T06:25:49.545" v="9514" actId="1076"/>
          <ac:cxnSpMkLst>
            <pc:docMk/>
            <pc:sldMk cId="3190613562" sldId="1252"/>
            <ac:cxnSpMk id="10" creationId="{7B864172-D2D9-6D7A-4972-0B4BFFC4645E}"/>
          </ac:cxnSpMkLst>
        </pc:cxnChg>
        <pc:cxnChg chg="mod">
          <ac:chgData name="김명호" userId="e0d603aa-548e-418b-a070-918475337925" providerId="ADAL" clId="{8B80AB5E-623E-4797-A7B0-2AB657381E4C}" dt="2023-11-20T06:25:44.226" v="9512" actId="1036"/>
          <ac:cxnSpMkLst>
            <pc:docMk/>
            <pc:sldMk cId="3190613562" sldId="1252"/>
            <ac:cxnSpMk id="12" creationId="{7278CE42-7749-3A24-B244-54FFE65D2205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6:44:06.402" v="13355" actId="20577"/>
        <pc:sldMkLst>
          <pc:docMk/>
          <pc:sldMk cId="3441152199" sldId="1253"/>
        </pc:sldMkLst>
        <pc:spChg chg="mod">
          <ac:chgData name="김명호" userId="e0d603aa-548e-418b-a070-918475337925" providerId="ADAL" clId="{8B80AB5E-623E-4797-A7B0-2AB657381E4C}" dt="2023-11-20T06:33:29.374" v="10096"/>
          <ac:spMkLst>
            <pc:docMk/>
            <pc:sldMk cId="3441152199" sldId="1253"/>
            <ac:spMk id="6" creationId="{09F701A6-08B5-0102-3C3D-B97FF29A98AD}"/>
          </ac:spMkLst>
        </pc:spChg>
        <pc:spChg chg="mod">
          <ac:chgData name="김명호" userId="e0d603aa-548e-418b-a070-918475337925" providerId="ADAL" clId="{8B80AB5E-623E-4797-A7B0-2AB657381E4C}" dt="2023-11-20T06:33:57.086" v="10148" actId="13926"/>
          <ac:spMkLst>
            <pc:docMk/>
            <pc:sldMk cId="3441152199" sldId="1253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6:31:20.853" v="9850" actId="14100"/>
          <ac:spMkLst>
            <pc:docMk/>
            <pc:sldMk cId="3441152199" sldId="1253"/>
            <ac:spMk id="8" creationId="{DCAEEC8D-3EE6-8F89-8C11-EE7EE3E91955}"/>
          </ac:spMkLst>
        </pc:spChg>
        <pc:spChg chg="del">
          <ac:chgData name="김명호" userId="e0d603aa-548e-418b-a070-918475337925" providerId="ADAL" clId="{8B80AB5E-623E-4797-A7B0-2AB657381E4C}" dt="2023-11-20T06:31:11.821" v="9848" actId="478"/>
          <ac:spMkLst>
            <pc:docMk/>
            <pc:sldMk cId="3441152199" sldId="1253"/>
            <ac:spMk id="14" creationId="{ECFCFE0C-7957-9A80-15FC-3F5AF360E0D8}"/>
          </ac:spMkLst>
        </pc:spChg>
        <pc:spChg chg="add del">
          <ac:chgData name="김명호" userId="e0d603aa-548e-418b-a070-918475337925" providerId="ADAL" clId="{8B80AB5E-623E-4797-A7B0-2AB657381E4C}" dt="2023-11-20T06:34:54.991" v="10151" actId="22"/>
          <ac:spMkLst>
            <pc:docMk/>
            <pc:sldMk cId="3441152199" sldId="1253"/>
            <ac:spMk id="16" creationId="{74F902ED-F92B-90D0-2CD8-3D06AD69C713}"/>
          </ac:spMkLst>
        </pc:spChg>
        <pc:grpChg chg="mod">
          <ac:chgData name="김명호" userId="e0d603aa-548e-418b-a070-918475337925" providerId="ADAL" clId="{8B80AB5E-623E-4797-A7B0-2AB657381E4C}" dt="2023-11-20T06:33:59.084" v="10149" actId="1076"/>
          <ac:grpSpMkLst>
            <pc:docMk/>
            <pc:sldMk cId="3441152199" sldId="1253"/>
            <ac:grpSpMk id="4" creationId="{8BCC0449-2286-8F8A-E3BB-7DF0D4847C06}"/>
          </ac:grpSpMkLst>
        </pc:grpChg>
        <pc:graphicFrameChg chg="mod modGraphic">
          <ac:chgData name="김명호" userId="e0d603aa-548e-418b-a070-918475337925" providerId="ADAL" clId="{8B80AB5E-623E-4797-A7B0-2AB657381E4C}" dt="2023-11-21T06:44:06.402" v="13355" actId="20577"/>
          <ac:graphicFrameMkLst>
            <pc:docMk/>
            <pc:sldMk cId="3441152199" sldId="1253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6:31:00.069" v="9843" actId="478"/>
          <ac:picMkLst>
            <pc:docMk/>
            <pc:sldMk cId="3441152199" sldId="1253"/>
            <ac:picMk id="9" creationId="{DB8FA43C-2D2C-9814-1207-40DCBB1587FA}"/>
          </ac:picMkLst>
        </pc:picChg>
        <pc:picChg chg="add mod ord modCrop">
          <ac:chgData name="김명호" userId="e0d603aa-548e-418b-a070-918475337925" providerId="ADAL" clId="{8B80AB5E-623E-4797-A7B0-2AB657381E4C}" dt="2023-11-20T06:31:09.692" v="9847" actId="1076"/>
          <ac:picMkLst>
            <pc:docMk/>
            <pc:sldMk cId="3441152199" sldId="1253"/>
            <ac:picMk id="13" creationId="{491C9944-0B65-FB4A-8382-01836DFF3B41}"/>
          </ac:picMkLst>
        </pc:picChg>
        <pc:cxnChg chg="mod">
          <ac:chgData name="김명호" userId="e0d603aa-548e-418b-a070-918475337925" providerId="ADAL" clId="{8B80AB5E-623E-4797-A7B0-2AB657381E4C}" dt="2023-11-20T06:31:23.844" v="9851" actId="1076"/>
          <ac:cxnSpMkLst>
            <pc:docMk/>
            <pc:sldMk cId="3441152199" sldId="1253"/>
            <ac:cxnSpMk id="10" creationId="{7B864172-D2D9-6D7A-4972-0B4BFFC4645E}"/>
          </ac:cxnSpMkLst>
        </pc:cxnChg>
        <pc:cxnChg chg="del">
          <ac:chgData name="김명호" userId="e0d603aa-548e-418b-a070-918475337925" providerId="ADAL" clId="{8B80AB5E-623E-4797-A7B0-2AB657381E4C}" dt="2023-11-20T06:31:11.821" v="9848" actId="478"/>
          <ac:cxnSpMkLst>
            <pc:docMk/>
            <pc:sldMk cId="3441152199" sldId="1253"/>
            <ac:cxnSpMk id="12" creationId="{7278CE42-7749-3A24-B244-54FFE65D2205}"/>
          </ac:cxnSpMkLst>
        </pc:cxnChg>
      </pc:sldChg>
      <pc:sldChg chg="del">
        <pc:chgData name="김명호" userId="e0d603aa-548e-418b-a070-918475337925" providerId="ADAL" clId="{8B80AB5E-623E-4797-A7B0-2AB657381E4C}" dt="2023-11-15T11:20:01.315" v="96" actId="47"/>
        <pc:sldMkLst>
          <pc:docMk/>
          <pc:sldMk cId="3776829970" sldId="1253"/>
        </pc:sldMkLst>
      </pc:sldChg>
      <pc:sldChg chg="addSp delSp modSp add mod">
        <pc:chgData name="김명호" userId="e0d603aa-548e-418b-a070-918475337925" providerId="ADAL" clId="{8B80AB5E-623E-4797-A7B0-2AB657381E4C}" dt="2023-11-21T06:44:18.230" v="13359"/>
        <pc:sldMkLst>
          <pc:docMk/>
          <pc:sldMk cId="224776281" sldId="1254"/>
        </pc:sldMkLst>
        <pc:spChg chg="mod">
          <ac:chgData name="김명호" userId="e0d603aa-548e-418b-a070-918475337925" providerId="ADAL" clId="{8B80AB5E-623E-4797-A7B0-2AB657381E4C}" dt="2023-11-20T06:35:56.474" v="10165" actId="6549"/>
          <ac:spMkLst>
            <pc:docMk/>
            <pc:sldMk cId="224776281" sldId="1254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6:35:28.835" v="10162" actId="14100"/>
          <ac:spMkLst>
            <pc:docMk/>
            <pc:sldMk cId="224776281" sldId="1254"/>
            <ac:spMk id="8" creationId="{DCAEEC8D-3EE6-8F89-8C11-EE7EE3E91955}"/>
          </ac:spMkLst>
        </pc:spChg>
        <pc:grpChg chg="del">
          <ac:chgData name="김명호" userId="e0d603aa-548e-418b-a070-918475337925" providerId="ADAL" clId="{8B80AB5E-623E-4797-A7B0-2AB657381E4C}" dt="2023-11-20T06:35:58.706" v="10166" actId="478"/>
          <ac:grpSpMkLst>
            <pc:docMk/>
            <pc:sldMk cId="224776281" sldId="1254"/>
            <ac:grpSpMk id="4" creationId="{8BCC0449-2286-8F8A-E3BB-7DF0D4847C06}"/>
          </ac:grpSpMkLst>
        </pc:grpChg>
        <pc:graphicFrameChg chg="mod">
          <ac:chgData name="김명호" userId="e0d603aa-548e-418b-a070-918475337925" providerId="ADAL" clId="{8B80AB5E-623E-4797-A7B0-2AB657381E4C}" dt="2023-11-21T06:44:18.230" v="13359"/>
          <ac:graphicFrameMkLst>
            <pc:docMk/>
            <pc:sldMk cId="224776281" sldId="1254"/>
            <ac:graphicFrameMk id="3" creationId="{EB5E6BEF-7528-22F3-81D3-C88DBE43847E}"/>
          </ac:graphicFrameMkLst>
        </pc:graphicFrameChg>
        <pc:picChg chg="add mod ord">
          <ac:chgData name="김명호" userId="e0d603aa-548e-418b-a070-918475337925" providerId="ADAL" clId="{8B80AB5E-623E-4797-A7B0-2AB657381E4C}" dt="2023-11-20T06:35:21.265" v="10160" actId="167"/>
          <ac:picMkLst>
            <pc:docMk/>
            <pc:sldMk cId="224776281" sldId="1254"/>
            <ac:picMk id="11" creationId="{3532F953-0528-35CF-57B3-1BBDD13C18DF}"/>
          </ac:picMkLst>
        </pc:picChg>
        <pc:picChg chg="del">
          <ac:chgData name="김명호" userId="e0d603aa-548e-418b-a070-918475337925" providerId="ADAL" clId="{8B80AB5E-623E-4797-A7B0-2AB657381E4C}" dt="2023-11-20T06:34:57.581" v="10153" actId="478"/>
          <ac:picMkLst>
            <pc:docMk/>
            <pc:sldMk cId="224776281" sldId="1254"/>
            <ac:picMk id="13" creationId="{491C9944-0B65-FB4A-8382-01836DFF3B41}"/>
          </ac:picMkLst>
        </pc:picChg>
        <pc:cxnChg chg="mod">
          <ac:chgData name="김명호" userId="e0d603aa-548e-418b-a070-918475337925" providerId="ADAL" clId="{8B80AB5E-623E-4797-A7B0-2AB657381E4C}" dt="2023-11-20T06:35:30.916" v="10163" actId="1076"/>
          <ac:cxnSpMkLst>
            <pc:docMk/>
            <pc:sldMk cId="224776281" sldId="1254"/>
            <ac:cxnSpMk id="10" creationId="{7B864172-D2D9-6D7A-4972-0B4BFFC4645E}"/>
          </ac:cxnSpMkLst>
        </pc:cxnChg>
      </pc:sldChg>
      <pc:sldChg chg="del">
        <pc:chgData name="김명호" userId="e0d603aa-548e-418b-a070-918475337925" providerId="ADAL" clId="{8B80AB5E-623E-4797-A7B0-2AB657381E4C}" dt="2023-11-15T11:20:01.471" v="99" actId="47"/>
        <pc:sldMkLst>
          <pc:docMk/>
          <pc:sldMk cId="490664316" sldId="1254"/>
        </pc:sldMkLst>
      </pc:sldChg>
      <pc:sldChg chg="delSp modSp add mod">
        <pc:chgData name="김명호" userId="e0d603aa-548e-418b-a070-918475337925" providerId="ADAL" clId="{8B80AB5E-623E-4797-A7B0-2AB657381E4C}" dt="2023-11-21T06:25:23.858" v="13158"/>
        <pc:sldMkLst>
          <pc:docMk/>
          <pc:sldMk cId="539353498" sldId="1255"/>
        </pc:sldMkLst>
        <pc:spChg chg="mod">
          <ac:chgData name="김명호" userId="e0d603aa-548e-418b-a070-918475337925" providerId="ADAL" clId="{8B80AB5E-623E-4797-A7B0-2AB657381E4C}" dt="2023-11-20T06:39:53.988" v="10426" actId="20577"/>
          <ac:spMkLst>
            <pc:docMk/>
            <pc:sldMk cId="539353498" sldId="1255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0T08:44:53.248" v="10526"/>
          <ac:spMkLst>
            <pc:docMk/>
            <pc:sldMk cId="539353498" sldId="1255"/>
            <ac:spMk id="13" creationId="{D40C75D3-B899-C9C9-9660-82D805887772}"/>
          </ac:spMkLst>
        </pc:spChg>
        <pc:grpChg chg="del">
          <ac:chgData name="김명호" userId="e0d603aa-548e-418b-a070-918475337925" providerId="ADAL" clId="{8B80AB5E-623E-4797-A7B0-2AB657381E4C}" dt="2023-11-20T06:39:56.833" v="10427" actId="478"/>
          <ac:grpSpMkLst>
            <pc:docMk/>
            <pc:sldMk cId="539353498" sldId="1255"/>
            <ac:grpSpMk id="10" creationId="{997FECF8-FFCA-E328-433D-0E2AAF96D780}"/>
          </ac:grpSpMkLst>
        </pc:grpChg>
        <pc:graphicFrameChg chg="mod modGraphic">
          <ac:chgData name="김명호" userId="e0d603aa-548e-418b-a070-918475337925" providerId="ADAL" clId="{8B80AB5E-623E-4797-A7B0-2AB657381E4C}" dt="2023-11-21T06:25:23.858" v="13158"/>
          <ac:graphicFrameMkLst>
            <pc:docMk/>
            <pc:sldMk cId="539353498" sldId="1255"/>
            <ac:graphicFrameMk id="3" creationId="{EB5E6BEF-7528-22F3-81D3-C88DBE43847E}"/>
          </ac:graphicFrameMkLst>
        </pc:graphicFrameChg>
      </pc:sldChg>
      <pc:sldChg chg="delSp modSp add del mod">
        <pc:chgData name="김명호" userId="e0d603aa-548e-418b-a070-918475337925" providerId="ADAL" clId="{8B80AB5E-623E-4797-A7B0-2AB657381E4C}" dt="2023-11-20T06:37:43.075" v="10270" actId="47"/>
        <pc:sldMkLst>
          <pc:docMk/>
          <pc:sldMk cId="2958102057" sldId="1255"/>
        </pc:sldMkLst>
        <pc:spChg chg="mod">
          <ac:chgData name="김명호" userId="e0d603aa-548e-418b-a070-918475337925" providerId="ADAL" clId="{8B80AB5E-623E-4797-A7B0-2AB657381E4C}" dt="2023-11-20T06:37:34.564" v="10269" actId="20577"/>
          <ac:spMkLst>
            <pc:docMk/>
            <pc:sldMk cId="2958102057" sldId="1255"/>
            <ac:spMk id="7" creationId="{0C81DD60-D84B-4D3C-8F3E-7D0E22E11300}"/>
          </ac:spMkLst>
        </pc:spChg>
        <pc:graphicFrameChg chg="mod">
          <ac:chgData name="김명호" userId="e0d603aa-548e-418b-a070-918475337925" providerId="ADAL" clId="{8B80AB5E-623E-4797-A7B0-2AB657381E4C}" dt="2023-11-20T06:37:09.545" v="10169"/>
          <ac:graphicFrameMkLst>
            <pc:docMk/>
            <pc:sldMk cId="2958102057" sldId="1255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0T06:37:05.707" v="10168" actId="478"/>
          <ac:picMkLst>
            <pc:docMk/>
            <pc:sldMk cId="2958102057" sldId="1255"/>
            <ac:picMk id="8" creationId="{8B2A7537-B01E-A6A6-2967-F51ACB0EAA36}"/>
          </ac:picMkLst>
        </pc:picChg>
      </pc:sldChg>
      <pc:sldChg chg="del">
        <pc:chgData name="김명호" userId="e0d603aa-548e-418b-a070-918475337925" providerId="ADAL" clId="{8B80AB5E-623E-4797-A7B0-2AB657381E4C}" dt="2023-11-15T11:20:01.370" v="97" actId="47"/>
        <pc:sldMkLst>
          <pc:docMk/>
          <pc:sldMk cId="3400578088" sldId="1255"/>
        </pc:sldMkLst>
      </pc:sldChg>
      <pc:sldChg chg="addSp delSp modSp add mod">
        <pc:chgData name="김명호" userId="e0d603aa-548e-418b-a070-918475337925" providerId="ADAL" clId="{8B80AB5E-623E-4797-A7B0-2AB657381E4C}" dt="2023-11-20T07:35:46.400" v="10511" actId="1035"/>
        <pc:sldMkLst>
          <pc:docMk/>
          <pc:sldMk cId="281196082" sldId="1256"/>
        </pc:sldMkLst>
        <pc:spChg chg="mod">
          <ac:chgData name="김명호" userId="e0d603aa-548e-418b-a070-918475337925" providerId="ADAL" clId="{8B80AB5E-623E-4797-A7B0-2AB657381E4C}" dt="2023-11-20T07:35:46.400" v="10511" actId="1035"/>
          <ac:spMkLst>
            <pc:docMk/>
            <pc:sldMk cId="281196082" sldId="1256"/>
            <ac:spMk id="14" creationId="{ECFCFE0C-7957-9A80-15FC-3F5AF360E0D8}"/>
          </ac:spMkLst>
        </pc:spChg>
        <pc:picChg chg="add mod ord">
          <ac:chgData name="김명호" userId="e0d603aa-548e-418b-a070-918475337925" providerId="ADAL" clId="{8B80AB5E-623E-4797-A7B0-2AB657381E4C}" dt="2023-11-20T07:35:42.432" v="10491" actId="167"/>
          <ac:picMkLst>
            <pc:docMk/>
            <pc:sldMk cId="281196082" sldId="1256"/>
            <ac:picMk id="8" creationId="{1052DFE7-61BB-576C-BA10-07B69DDDA196}"/>
          </ac:picMkLst>
        </pc:picChg>
        <pc:picChg chg="add del">
          <ac:chgData name="김명호" userId="e0d603aa-548e-418b-a070-918475337925" providerId="ADAL" clId="{8B80AB5E-623E-4797-A7B0-2AB657381E4C}" dt="2023-11-20T07:34:52.737" v="10435" actId="478"/>
          <ac:picMkLst>
            <pc:docMk/>
            <pc:sldMk cId="281196082" sldId="1256"/>
            <ac:picMk id="9" creationId="{DB8FA43C-2D2C-9814-1207-40DCBB1587FA}"/>
          </ac:picMkLst>
        </pc:picChg>
        <pc:cxnChg chg="mod">
          <ac:chgData name="김명호" userId="e0d603aa-548e-418b-a070-918475337925" providerId="ADAL" clId="{8B80AB5E-623E-4797-A7B0-2AB657381E4C}" dt="2023-11-20T07:35:46.400" v="10511" actId="1035"/>
          <ac:cxnSpMkLst>
            <pc:docMk/>
            <pc:sldMk cId="281196082" sldId="1256"/>
            <ac:cxnSpMk id="12" creationId="{7278CE42-7749-3A24-B244-54FFE65D2205}"/>
          </ac:cxnSpMkLst>
        </pc:cxnChg>
      </pc:sldChg>
      <pc:sldChg chg="del">
        <pc:chgData name="김명호" userId="e0d603aa-548e-418b-a070-918475337925" providerId="ADAL" clId="{8B80AB5E-623E-4797-A7B0-2AB657381E4C}" dt="2023-11-15T11:20:01.681" v="103" actId="47"/>
        <pc:sldMkLst>
          <pc:docMk/>
          <pc:sldMk cId="1380200255" sldId="1256"/>
        </pc:sldMkLst>
      </pc:sldChg>
      <pc:sldChg chg="addSp delSp modSp add del mod">
        <pc:chgData name="김명호" userId="e0d603aa-548e-418b-a070-918475337925" providerId="ADAL" clId="{8B80AB5E-623E-4797-A7B0-2AB657381E4C}" dt="2023-11-20T07:35:35.168" v="10489"/>
        <pc:sldMkLst>
          <pc:docMk/>
          <pc:sldMk cId="1807151851" sldId="1257"/>
        </pc:sldMkLst>
        <pc:spChg chg="mod">
          <ac:chgData name="김명호" userId="e0d603aa-548e-418b-a070-918475337925" providerId="ADAL" clId="{8B80AB5E-623E-4797-A7B0-2AB657381E4C}" dt="2023-11-20T07:35:35.168" v="10489"/>
          <ac:spMkLst>
            <pc:docMk/>
            <pc:sldMk cId="1807151851" sldId="1257"/>
            <ac:spMk id="6" creationId="{09F701A6-08B5-0102-3C3D-B97FF29A98AD}"/>
          </ac:spMkLst>
        </pc:spChg>
        <pc:spChg chg="mod">
          <ac:chgData name="김명호" userId="e0d603aa-548e-418b-a070-918475337925" providerId="ADAL" clId="{8B80AB5E-623E-4797-A7B0-2AB657381E4C}" dt="2023-11-20T07:35:26.496" v="10466" actId="1036"/>
          <ac:spMkLst>
            <pc:docMk/>
            <pc:sldMk cId="1807151851" sldId="1257"/>
            <ac:spMk id="8" creationId="{DCAEEC8D-3EE6-8F89-8C11-EE7EE3E91955}"/>
          </ac:spMkLst>
        </pc:spChg>
        <pc:spChg chg="mod">
          <ac:chgData name="김명호" userId="e0d603aa-548e-418b-a070-918475337925" providerId="ADAL" clId="{8B80AB5E-623E-4797-A7B0-2AB657381E4C}" dt="2023-11-20T07:35:22.225" v="10459" actId="1036"/>
          <ac:spMkLst>
            <pc:docMk/>
            <pc:sldMk cId="1807151851" sldId="1257"/>
            <ac:spMk id="14" creationId="{ECFCFE0C-7957-9A80-15FC-3F5AF360E0D8}"/>
          </ac:spMkLst>
        </pc:spChg>
        <pc:picChg chg="del">
          <ac:chgData name="김명호" userId="e0d603aa-548e-418b-a070-918475337925" providerId="ADAL" clId="{8B80AB5E-623E-4797-A7B0-2AB657381E4C}" dt="2023-11-20T07:34:54.617" v="10436" actId="478"/>
          <ac:picMkLst>
            <pc:docMk/>
            <pc:sldMk cId="1807151851" sldId="1257"/>
            <ac:picMk id="9" creationId="{DB8FA43C-2D2C-9814-1207-40DCBB1587FA}"/>
          </ac:picMkLst>
        </pc:picChg>
        <pc:picChg chg="add mod ord modCrop">
          <ac:chgData name="김명호" userId="e0d603aa-548e-418b-a070-918475337925" providerId="ADAL" clId="{8B80AB5E-623E-4797-A7B0-2AB657381E4C}" dt="2023-11-20T07:35:17.784" v="10444" actId="1076"/>
          <ac:picMkLst>
            <pc:docMk/>
            <pc:sldMk cId="1807151851" sldId="1257"/>
            <ac:picMk id="13" creationId="{EBA304A9-7CB4-584F-8C38-1570BF3388FA}"/>
          </ac:picMkLst>
        </pc:picChg>
        <pc:cxnChg chg="mod">
          <ac:chgData name="김명호" userId="e0d603aa-548e-418b-a070-918475337925" providerId="ADAL" clId="{8B80AB5E-623E-4797-A7B0-2AB657381E4C}" dt="2023-11-20T07:35:26.496" v="10466" actId="1036"/>
          <ac:cxnSpMkLst>
            <pc:docMk/>
            <pc:sldMk cId="1807151851" sldId="1257"/>
            <ac:cxnSpMk id="10" creationId="{7B864172-D2D9-6D7A-4972-0B4BFFC4645E}"/>
          </ac:cxnSpMkLst>
        </pc:cxnChg>
        <pc:cxnChg chg="mod">
          <ac:chgData name="김명호" userId="e0d603aa-548e-418b-a070-918475337925" providerId="ADAL" clId="{8B80AB5E-623E-4797-A7B0-2AB657381E4C}" dt="2023-11-20T07:35:22.225" v="10459" actId="1036"/>
          <ac:cxnSpMkLst>
            <pc:docMk/>
            <pc:sldMk cId="1807151851" sldId="1257"/>
            <ac:cxnSpMk id="12" creationId="{7278CE42-7749-3A24-B244-54FFE65D2205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5:04:38.934" v="10696" actId="1076"/>
        <pc:sldMkLst>
          <pc:docMk/>
          <pc:sldMk cId="2806427073" sldId="1258"/>
        </pc:sldMkLst>
        <pc:spChg chg="mod">
          <ac:chgData name="김명호" userId="e0d603aa-548e-418b-a070-918475337925" providerId="ADAL" clId="{8B80AB5E-623E-4797-A7B0-2AB657381E4C}" dt="2023-11-21T05:03:41.643" v="10610" actId="20577"/>
          <ac:spMkLst>
            <pc:docMk/>
            <pc:sldMk cId="2806427073" sldId="1258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03:10.495" v="10549" actId="14100"/>
          <ac:spMkLst>
            <pc:docMk/>
            <pc:sldMk cId="2806427073" sldId="1258"/>
            <ac:spMk id="8" creationId="{DCAEEC8D-3EE6-8F89-8C11-EE7EE3E91955}"/>
          </ac:spMkLst>
        </pc:spChg>
        <pc:spChg chg="del">
          <ac:chgData name="김명호" userId="e0d603aa-548e-418b-a070-918475337925" providerId="ADAL" clId="{8B80AB5E-623E-4797-A7B0-2AB657381E4C}" dt="2023-11-21T05:01:31.611" v="10539" actId="478"/>
          <ac:spMkLst>
            <pc:docMk/>
            <pc:sldMk cId="2806427073" sldId="1258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1T05:02:05.007" v="10546"/>
          <ac:spMkLst>
            <pc:docMk/>
            <pc:sldMk cId="2806427073" sldId="1258"/>
            <ac:spMk id="16" creationId="{BB3B885D-9FAA-BF11-9CC8-50AF20EEBA86}"/>
          </ac:spMkLst>
        </pc:spChg>
        <pc:spChg chg="mod">
          <ac:chgData name="김명호" userId="e0d603aa-548e-418b-a070-918475337925" providerId="ADAL" clId="{8B80AB5E-623E-4797-A7B0-2AB657381E4C}" dt="2023-11-21T05:04:34.168" v="10695"/>
          <ac:spMkLst>
            <pc:docMk/>
            <pc:sldMk cId="2806427073" sldId="1258"/>
            <ac:spMk id="17" creationId="{5FD4DD88-B2F5-676B-C8D7-1EF8186DB4D9}"/>
          </ac:spMkLst>
        </pc:spChg>
        <pc:spChg chg="mod">
          <ac:chgData name="김명호" userId="e0d603aa-548e-418b-a070-918475337925" providerId="ADAL" clId="{8B80AB5E-623E-4797-A7B0-2AB657381E4C}" dt="2023-11-21T04:59:54.033" v="10530" actId="20577"/>
          <ac:spMkLst>
            <pc:docMk/>
            <pc:sldMk cId="2806427073" sldId="1258"/>
            <ac:spMk id="24" creationId="{4B4892DE-C8AE-37A4-B80F-57D38A371F80}"/>
          </ac:spMkLst>
        </pc:spChg>
        <pc:grpChg chg="del">
          <ac:chgData name="김명호" userId="e0d603aa-548e-418b-a070-918475337925" providerId="ADAL" clId="{8B80AB5E-623E-4797-A7B0-2AB657381E4C}" dt="2023-11-21T05:02:02.401" v="10545" actId="478"/>
          <ac:grpSpMkLst>
            <pc:docMk/>
            <pc:sldMk cId="2806427073" sldId="1258"/>
            <ac:grpSpMk id="4" creationId="{8BCC0449-2286-8F8A-E3BB-7DF0D4847C06}"/>
          </ac:grpSpMkLst>
        </pc:grpChg>
        <pc:grpChg chg="add mod">
          <ac:chgData name="김명호" userId="e0d603aa-548e-418b-a070-918475337925" providerId="ADAL" clId="{8B80AB5E-623E-4797-A7B0-2AB657381E4C}" dt="2023-11-21T05:04:38.934" v="10696" actId="1076"/>
          <ac:grpSpMkLst>
            <pc:docMk/>
            <pc:sldMk cId="2806427073" sldId="1258"/>
            <ac:grpSpMk id="15" creationId="{0F5277A9-E7E9-2C33-D4B6-07616321AA84}"/>
          </ac:grpSpMkLst>
        </pc:grpChg>
        <pc:graphicFrameChg chg="mod">
          <ac:chgData name="김명호" userId="e0d603aa-548e-418b-a070-918475337925" providerId="ADAL" clId="{8B80AB5E-623E-4797-A7B0-2AB657381E4C}" dt="2023-11-21T04:59:51.239" v="10528"/>
          <ac:graphicFrameMkLst>
            <pc:docMk/>
            <pc:sldMk cId="2806427073" sldId="1258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1T05:01:28.800" v="10538" actId="167"/>
          <ac:picMkLst>
            <pc:docMk/>
            <pc:sldMk cId="2806427073" sldId="1258"/>
            <ac:picMk id="11" creationId="{AC870651-85C7-ACC0-909F-854FA563E189}"/>
          </ac:picMkLst>
        </pc:picChg>
        <pc:picChg chg="del">
          <ac:chgData name="김명호" userId="e0d603aa-548e-418b-a070-918475337925" providerId="ADAL" clId="{8B80AB5E-623E-4797-A7B0-2AB657381E4C}" dt="2023-11-21T05:00:47.104" v="10531" actId="478"/>
          <ac:picMkLst>
            <pc:docMk/>
            <pc:sldMk cId="2806427073" sldId="1258"/>
            <ac:picMk id="13" creationId="{EBA304A9-7CB4-584F-8C38-1570BF3388FA}"/>
          </ac:picMkLst>
        </pc:picChg>
        <pc:cxnChg chg="mod">
          <ac:chgData name="김명호" userId="e0d603aa-548e-418b-a070-918475337925" providerId="ADAL" clId="{8B80AB5E-623E-4797-A7B0-2AB657381E4C}" dt="2023-11-21T05:03:12.743" v="10552" actId="1036"/>
          <ac:cxnSpMkLst>
            <pc:docMk/>
            <pc:sldMk cId="2806427073" sldId="1258"/>
            <ac:cxnSpMk id="10" creationId="{7B864172-D2D9-6D7A-4972-0B4BFFC4645E}"/>
          </ac:cxnSpMkLst>
        </pc:cxnChg>
        <pc:cxnChg chg="del">
          <ac:chgData name="김명호" userId="e0d603aa-548e-418b-a070-918475337925" providerId="ADAL" clId="{8B80AB5E-623E-4797-A7B0-2AB657381E4C}" dt="2023-11-21T05:01:31.611" v="10539" actId="478"/>
          <ac:cxnSpMkLst>
            <pc:docMk/>
            <pc:sldMk cId="2806427073" sldId="1258"/>
            <ac:cxnSpMk id="12" creationId="{7278CE42-7749-3A24-B244-54FFE65D2205}"/>
          </ac:cxnSpMkLst>
        </pc:cxnChg>
      </pc:sldChg>
      <pc:sldChg chg="modSp add mod">
        <pc:chgData name="김명호" userId="e0d603aa-548e-418b-a070-918475337925" providerId="ADAL" clId="{8B80AB5E-623E-4797-A7B0-2AB657381E4C}" dt="2023-11-21T05:26:50.669" v="11660"/>
        <pc:sldMkLst>
          <pc:docMk/>
          <pc:sldMk cId="3928693685" sldId="1259"/>
        </pc:sldMkLst>
        <pc:spChg chg="mod">
          <ac:chgData name="김명호" userId="e0d603aa-548e-418b-a070-918475337925" providerId="ADAL" clId="{8B80AB5E-623E-4797-A7B0-2AB657381E4C}" dt="2023-11-21T05:26:50.669" v="11660"/>
          <ac:spMkLst>
            <pc:docMk/>
            <pc:sldMk cId="3928693685" sldId="1259"/>
            <ac:spMk id="7" creationId="{0C81DD60-D84B-4D3C-8F3E-7D0E22E11300}"/>
          </ac:spMkLst>
        </pc:spChg>
        <pc:grpChg chg="mod">
          <ac:chgData name="김명호" userId="e0d603aa-548e-418b-a070-918475337925" providerId="ADAL" clId="{8B80AB5E-623E-4797-A7B0-2AB657381E4C}" dt="2023-11-21T05:26:37.852" v="11657" actId="1076"/>
          <ac:grpSpMkLst>
            <pc:docMk/>
            <pc:sldMk cId="3928693685" sldId="1259"/>
            <ac:grpSpMk id="15" creationId="{0F5277A9-E7E9-2C33-D4B6-07616321AA84}"/>
          </ac:grpSpMkLst>
        </pc:grpChg>
      </pc:sldChg>
      <pc:sldChg chg="modSp add mod">
        <pc:chgData name="김명호" userId="e0d603aa-548e-418b-a070-918475337925" providerId="ADAL" clId="{8B80AB5E-623E-4797-A7B0-2AB657381E4C}" dt="2023-11-21T05:27:00.108" v="11663" actId="1076"/>
        <pc:sldMkLst>
          <pc:docMk/>
          <pc:sldMk cId="1802845676" sldId="1260"/>
        </pc:sldMkLst>
        <pc:spChg chg="mod">
          <ac:chgData name="김명호" userId="e0d603aa-548e-418b-a070-918475337925" providerId="ADAL" clId="{8B80AB5E-623E-4797-A7B0-2AB657381E4C}" dt="2023-11-21T05:26:58.088" v="11662"/>
          <ac:spMkLst>
            <pc:docMk/>
            <pc:sldMk cId="1802845676" sldId="1260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05:45.694" v="10699" actId="14100"/>
          <ac:spMkLst>
            <pc:docMk/>
            <pc:sldMk cId="1802845676" sldId="1260"/>
            <ac:spMk id="8" creationId="{DCAEEC8D-3EE6-8F89-8C11-EE7EE3E91955}"/>
          </ac:spMkLst>
        </pc:spChg>
        <pc:spChg chg="mod">
          <ac:chgData name="김명호" userId="e0d603aa-548e-418b-a070-918475337925" providerId="ADAL" clId="{8B80AB5E-623E-4797-A7B0-2AB657381E4C}" dt="2023-11-21T05:07:18.655" v="11060" actId="20577"/>
          <ac:spMkLst>
            <pc:docMk/>
            <pc:sldMk cId="1802845676" sldId="1260"/>
            <ac:spMk id="17" creationId="{5FD4DD88-B2F5-676B-C8D7-1EF8186DB4D9}"/>
          </ac:spMkLst>
        </pc:spChg>
        <pc:grpChg chg="mod">
          <ac:chgData name="김명호" userId="e0d603aa-548e-418b-a070-918475337925" providerId="ADAL" clId="{8B80AB5E-623E-4797-A7B0-2AB657381E4C}" dt="2023-11-21T05:27:00.108" v="11663" actId="1076"/>
          <ac:grpSpMkLst>
            <pc:docMk/>
            <pc:sldMk cId="1802845676" sldId="1260"/>
            <ac:grpSpMk id="15" creationId="{0F5277A9-E7E9-2C33-D4B6-07616321AA84}"/>
          </ac:grpSpMkLst>
        </pc:grpChg>
        <pc:cxnChg chg="mod">
          <ac:chgData name="김명호" userId="e0d603aa-548e-418b-a070-918475337925" providerId="ADAL" clId="{8B80AB5E-623E-4797-A7B0-2AB657381E4C}" dt="2023-11-21T05:05:47.646" v="10700" actId="1076"/>
          <ac:cxnSpMkLst>
            <pc:docMk/>
            <pc:sldMk cId="1802845676" sldId="1260"/>
            <ac:cxnSpMk id="10" creationId="{7B864172-D2D9-6D7A-4972-0B4BFFC4645E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5:27:06.867" v="11665"/>
        <pc:sldMkLst>
          <pc:docMk/>
          <pc:sldMk cId="3877075369" sldId="1261"/>
        </pc:sldMkLst>
        <pc:spChg chg="mod">
          <ac:chgData name="김명호" userId="e0d603aa-548e-418b-a070-918475337925" providerId="ADAL" clId="{8B80AB5E-623E-4797-A7B0-2AB657381E4C}" dt="2023-11-21T05:27:06.867" v="11665"/>
          <ac:spMkLst>
            <pc:docMk/>
            <pc:sldMk cId="3877075369" sldId="1261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15:10.763" v="11421" actId="14100"/>
          <ac:spMkLst>
            <pc:docMk/>
            <pc:sldMk cId="3877075369" sldId="1261"/>
            <ac:spMk id="8" creationId="{DCAEEC8D-3EE6-8F89-8C11-EE7EE3E91955}"/>
          </ac:spMkLst>
        </pc:spChg>
        <pc:spChg chg="add mod">
          <ac:chgData name="김명호" userId="e0d603aa-548e-418b-a070-918475337925" providerId="ADAL" clId="{8B80AB5E-623E-4797-A7B0-2AB657381E4C}" dt="2023-11-21T05:15:20.169" v="11432" actId="1037"/>
          <ac:spMkLst>
            <pc:docMk/>
            <pc:sldMk cId="3877075369" sldId="1261"/>
            <ac:spMk id="12" creationId="{7C0494FF-1646-B9E4-8B23-593A1FDD3946}"/>
          </ac:spMkLst>
        </pc:spChg>
        <pc:grpChg chg="del">
          <ac:chgData name="김명호" userId="e0d603aa-548e-418b-a070-918475337925" providerId="ADAL" clId="{8B80AB5E-623E-4797-A7B0-2AB657381E4C}" dt="2023-11-21T05:09:49.071" v="11077" actId="478"/>
          <ac:grpSpMkLst>
            <pc:docMk/>
            <pc:sldMk cId="3877075369" sldId="1261"/>
            <ac:grpSpMk id="15" creationId="{0F5277A9-E7E9-2C33-D4B6-07616321AA84}"/>
          </ac:grpSpMkLst>
        </pc:grpChg>
        <pc:picChg chg="add mod ord modCrop">
          <ac:chgData name="김명호" userId="e0d603aa-548e-418b-a070-918475337925" providerId="ADAL" clId="{8B80AB5E-623E-4797-A7B0-2AB657381E4C}" dt="2023-11-21T05:15:00.346" v="11419" actId="167"/>
          <ac:picMkLst>
            <pc:docMk/>
            <pc:sldMk cId="3877075369" sldId="1261"/>
            <ac:picMk id="5" creationId="{02528DD9-7A67-0F4A-7648-642D256CADA1}"/>
          </ac:picMkLst>
        </pc:picChg>
        <pc:picChg chg="add mod ord">
          <ac:chgData name="김명호" userId="e0d603aa-548e-418b-a070-918475337925" providerId="ADAL" clId="{8B80AB5E-623E-4797-A7B0-2AB657381E4C}" dt="2023-11-21T05:15:00.346" v="11419" actId="167"/>
          <ac:picMkLst>
            <pc:docMk/>
            <pc:sldMk cId="3877075369" sldId="1261"/>
            <ac:picMk id="9" creationId="{F006AEA1-F996-57DB-04F8-B6E8BEF898AD}"/>
          </ac:picMkLst>
        </pc:picChg>
        <pc:picChg chg="del">
          <ac:chgData name="김명호" userId="e0d603aa-548e-418b-a070-918475337925" providerId="ADAL" clId="{8B80AB5E-623E-4797-A7B0-2AB657381E4C}" dt="2023-11-21T05:08:44.750" v="11063" actId="478"/>
          <ac:picMkLst>
            <pc:docMk/>
            <pc:sldMk cId="3877075369" sldId="1261"/>
            <ac:picMk id="11" creationId="{AC870651-85C7-ACC0-909F-854FA563E189}"/>
          </ac:picMkLst>
        </pc:picChg>
        <pc:cxnChg chg="mod">
          <ac:chgData name="김명호" userId="e0d603aa-548e-418b-a070-918475337925" providerId="ADAL" clId="{8B80AB5E-623E-4797-A7B0-2AB657381E4C}" dt="2023-11-21T05:15:12.818" v="11422" actId="1076"/>
          <ac:cxnSpMkLst>
            <pc:docMk/>
            <pc:sldMk cId="3877075369" sldId="1261"/>
            <ac:cxnSpMk id="10" creationId="{7B864172-D2D9-6D7A-4972-0B4BFFC4645E}"/>
          </ac:cxnSpMkLst>
        </pc:cxnChg>
        <pc:cxnChg chg="add mod">
          <ac:chgData name="김명호" userId="e0d603aa-548e-418b-a070-918475337925" providerId="ADAL" clId="{8B80AB5E-623E-4797-A7B0-2AB657381E4C}" dt="2023-11-21T05:15:25.987" v="11434" actId="1076"/>
          <ac:cxnSpMkLst>
            <pc:docMk/>
            <pc:sldMk cId="3877075369" sldId="1261"/>
            <ac:cxnSpMk id="13" creationId="{152F2DA4-3F8B-ECA7-EE7E-17848520A9EE}"/>
          </ac:cxnSpMkLst>
        </pc:cxnChg>
      </pc:sldChg>
      <pc:sldChg chg="del">
        <pc:chgData name="김명호" userId="e0d603aa-548e-418b-a070-918475337925" providerId="ADAL" clId="{8B80AB5E-623E-4797-A7B0-2AB657381E4C}" dt="2023-11-15T11:20:00.996" v="90" actId="47"/>
        <pc:sldMkLst>
          <pc:docMk/>
          <pc:sldMk cId="2758413943" sldId="1262"/>
        </pc:sldMkLst>
      </pc:sldChg>
      <pc:sldChg chg="addSp delSp modSp add mod">
        <pc:chgData name="김명호" userId="e0d603aa-548e-418b-a070-918475337925" providerId="ADAL" clId="{8B80AB5E-623E-4797-A7B0-2AB657381E4C}" dt="2023-11-21T05:27:19.556" v="11667"/>
        <pc:sldMkLst>
          <pc:docMk/>
          <pc:sldMk cId="3867474509" sldId="1262"/>
        </pc:sldMkLst>
        <pc:spChg chg="mod">
          <ac:chgData name="김명호" userId="e0d603aa-548e-418b-a070-918475337925" providerId="ADAL" clId="{8B80AB5E-623E-4797-A7B0-2AB657381E4C}" dt="2023-11-21T05:27:19.556" v="11667"/>
          <ac:spMkLst>
            <pc:docMk/>
            <pc:sldMk cId="3867474509" sldId="1262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12:05.507" v="11208" actId="14100"/>
          <ac:spMkLst>
            <pc:docMk/>
            <pc:sldMk cId="3867474509" sldId="1262"/>
            <ac:spMk id="8" creationId="{DCAEEC8D-3EE6-8F89-8C11-EE7EE3E91955}"/>
          </ac:spMkLst>
        </pc:spChg>
        <pc:picChg chg="del">
          <ac:chgData name="김명호" userId="e0d603aa-548e-418b-a070-918475337925" providerId="ADAL" clId="{8B80AB5E-623E-4797-A7B0-2AB657381E4C}" dt="2023-11-21T05:11:27.780" v="11197" actId="478"/>
          <ac:picMkLst>
            <pc:docMk/>
            <pc:sldMk cId="3867474509" sldId="1262"/>
            <ac:picMk id="5" creationId="{02528DD9-7A67-0F4A-7648-642D256CADA1}"/>
          </ac:picMkLst>
        </pc:picChg>
        <pc:picChg chg="add mod ord modCrop">
          <ac:chgData name="김명호" userId="e0d603aa-548e-418b-a070-918475337925" providerId="ADAL" clId="{8B80AB5E-623E-4797-A7B0-2AB657381E4C}" dt="2023-11-21T05:11:51.139" v="11206" actId="167"/>
          <ac:picMkLst>
            <pc:docMk/>
            <pc:sldMk cId="3867474509" sldId="1262"/>
            <ac:picMk id="6" creationId="{63BF481A-3780-70D3-A3C7-D8CE881590D0}"/>
          </ac:picMkLst>
        </pc:picChg>
        <pc:cxnChg chg="mod">
          <ac:chgData name="김명호" userId="e0d603aa-548e-418b-a070-918475337925" providerId="ADAL" clId="{8B80AB5E-623E-4797-A7B0-2AB657381E4C}" dt="2023-11-21T05:12:07.406" v="11210" actId="1036"/>
          <ac:cxnSpMkLst>
            <pc:docMk/>
            <pc:sldMk cId="3867474509" sldId="1262"/>
            <ac:cxnSpMk id="10" creationId="{7B864172-D2D9-6D7A-4972-0B4BFFC4645E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6:43:32.184" v="13343"/>
        <pc:sldMkLst>
          <pc:docMk/>
          <pc:sldMk cId="1983257058" sldId="1263"/>
        </pc:sldMkLst>
        <pc:spChg chg="mod">
          <ac:chgData name="김명호" userId="e0d603aa-548e-418b-a070-918475337925" providerId="ADAL" clId="{8B80AB5E-623E-4797-A7B0-2AB657381E4C}" dt="2023-11-21T05:17:17.721" v="11616" actId="20577"/>
          <ac:spMkLst>
            <pc:docMk/>
            <pc:sldMk cId="1983257058" sldId="1263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16:42.120" v="11461" actId="1035"/>
          <ac:spMkLst>
            <pc:docMk/>
            <pc:sldMk cId="1983257058" sldId="1263"/>
            <ac:spMk id="8" creationId="{DCAEEC8D-3EE6-8F89-8C11-EE7EE3E91955}"/>
          </ac:spMkLst>
        </pc:spChg>
        <pc:graphicFrameChg chg="mod">
          <ac:chgData name="김명호" userId="e0d603aa-548e-418b-a070-918475337925" providerId="ADAL" clId="{8B80AB5E-623E-4797-A7B0-2AB657381E4C}" dt="2023-11-21T06:43:32.184" v="13343"/>
          <ac:graphicFrameMkLst>
            <pc:docMk/>
            <pc:sldMk cId="1983257058" sldId="1263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1T05:16:31.073" v="11450" actId="167"/>
          <ac:picMkLst>
            <pc:docMk/>
            <pc:sldMk cId="1983257058" sldId="1263"/>
            <ac:picMk id="5" creationId="{7F9F7211-2CF9-B54E-F6A5-94D978633B82}"/>
          </ac:picMkLst>
        </pc:picChg>
        <pc:picChg chg="del">
          <ac:chgData name="김명호" userId="e0d603aa-548e-418b-a070-918475337925" providerId="ADAL" clId="{8B80AB5E-623E-4797-A7B0-2AB657381E4C}" dt="2023-11-21T05:16:03.854" v="11436" actId="478"/>
          <ac:picMkLst>
            <pc:docMk/>
            <pc:sldMk cId="1983257058" sldId="1263"/>
            <ac:picMk id="6" creationId="{63BF481A-3780-70D3-A3C7-D8CE881590D0}"/>
          </ac:picMkLst>
        </pc:picChg>
        <pc:cxnChg chg="mod">
          <ac:chgData name="김명호" userId="e0d603aa-548e-418b-a070-918475337925" providerId="ADAL" clId="{8B80AB5E-623E-4797-A7B0-2AB657381E4C}" dt="2023-11-21T05:16:34.857" v="11451" actId="1076"/>
          <ac:cxnSpMkLst>
            <pc:docMk/>
            <pc:sldMk cId="1983257058" sldId="1263"/>
            <ac:cxnSpMk id="10" creationId="{7B864172-D2D9-6D7A-4972-0B4BFFC4645E}"/>
          </ac:cxnSpMkLst>
        </pc:cxnChg>
      </pc:sldChg>
      <pc:sldChg chg="del">
        <pc:chgData name="김명호" userId="e0d603aa-548e-418b-a070-918475337925" providerId="ADAL" clId="{8B80AB5E-623E-4797-A7B0-2AB657381E4C}" dt="2023-11-15T11:20:01.419" v="98" actId="47"/>
        <pc:sldMkLst>
          <pc:docMk/>
          <pc:sldMk cId="3700459755" sldId="1263"/>
        </pc:sldMkLst>
      </pc:sldChg>
      <pc:sldChg chg="addSp delSp modSp add mod">
        <pc:chgData name="김명호" userId="e0d603aa-548e-418b-a070-918475337925" providerId="ADAL" clId="{8B80AB5E-623E-4797-A7B0-2AB657381E4C}" dt="2023-11-21T05:24:27.069" v="11656" actId="1076"/>
        <pc:sldMkLst>
          <pc:docMk/>
          <pc:sldMk cId="2501169133" sldId="1264"/>
        </pc:sldMkLst>
        <pc:spChg chg="mod">
          <ac:chgData name="김명호" userId="e0d603aa-548e-418b-a070-918475337925" providerId="ADAL" clId="{8B80AB5E-623E-4797-A7B0-2AB657381E4C}" dt="2023-11-21T05:24:04.525" v="11650" actId="20577"/>
          <ac:spMkLst>
            <pc:docMk/>
            <pc:sldMk cId="2501169133" sldId="1264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23:28.982" v="11627" actId="1076"/>
          <ac:spMkLst>
            <pc:docMk/>
            <pc:sldMk cId="2501169133" sldId="1264"/>
            <ac:spMk id="8" creationId="{DCAEEC8D-3EE6-8F89-8C11-EE7EE3E91955}"/>
          </ac:spMkLst>
        </pc:spChg>
        <pc:spChg chg="mod">
          <ac:chgData name="김명호" userId="e0d603aa-548e-418b-a070-918475337925" providerId="ADAL" clId="{8B80AB5E-623E-4797-A7B0-2AB657381E4C}" dt="2023-11-21T05:24:16.695" v="11651"/>
          <ac:spMkLst>
            <pc:docMk/>
            <pc:sldMk cId="2501169133" sldId="1264"/>
            <ac:spMk id="11" creationId="{03FF8F3C-1EB2-008C-74F9-ECF4D773971A}"/>
          </ac:spMkLst>
        </pc:spChg>
        <pc:spChg chg="mod">
          <ac:chgData name="김명호" userId="e0d603aa-548e-418b-a070-918475337925" providerId="ADAL" clId="{8B80AB5E-623E-4797-A7B0-2AB657381E4C}" dt="2023-11-21T05:24:23.645" v="11655" actId="1076"/>
          <ac:spMkLst>
            <pc:docMk/>
            <pc:sldMk cId="2501169133" sldId="1264"/>
            <ac:spMk id="12" creationId="{3A8C5BEE-AB58-E5AE-9FE9-349EA9260157}"/>
          </ac:spMkLst>
        </pc:spChg>
        <pc:grpChg chg="add mod">
          <ac:chgData name="김명호" userId="e0d603aa-548e-418b-a070-918475337925" providerId="ADAL" clId="{8B80AB5E-623E-4797-A7B0-2AB657381E4C}" dt="2023-11-21T05:24:27.069" v="11656" actId="1076"/>
          <ac:grpSpMkLst>
            <pc:docMk/>
            <pc:sldMk cId="2501169133" sldId="1264"/>
            <ac:grpSpMk id="9" creationId="{5749B1C3-E61B-58F7-0419-9F08F030A5A4}"/>
          </ac:grpSpMkLst>
        </pc:grpChg>
        <pc:picChg chg="add mod ord modCrop">
          <ac:chgData name="김명호" userId="e0d603aa-548e-418b-a070-918475337925" providerId="ADAL" clId="{8B80AB5E-623E-4797-A7B0-2AB657381E4C}" dt="2023-11-21T05:23:21.103" v="11625" actId="167"/>
          <ac:picMkLst>
            <pc:docMk/>
            <pc:sldMk cId="2501169133" sldId="1264"/>
            <ac:picMk id="5" creationId="{394E44BB-F151-8D65-8827-E83694100D62}"/>
          </ac:picMkLst>
        </pc:picChg>
        <pc:picChg chg="del">
          <ac:chgData name="김명호" userId="e0d603aa-548e-418b-a070-918475337925" providerId="ADAL" clId="{8B80AB5E-623E-4797-A7B0-2AB657381E4C}" dt="2023-11-21T05:22:57.827" v="11618" actId="478"/>
          <ac:picMkLst>
            <pc:docMk/>
            <pc:sldMk cId="2501169133" sldId="1264"/>
            <ac:picMk id="6" creationId="{63BF481A-3780-70D3-A3C7-D8CE881590D0}"/>
          </ac:picMkLst>
        </pc:picChg>
        <pc:cxnChg chg="mod">
          <ac:chgData name="김명호" userId="e0d603aa-548e-418b-a070-918475337925" providerId="ADAL" clId="{8B80AB5E-623E-4797-A7B0-2AB657381E4C}" dt="2023-11-21T05:23:28.982" v="11627" actId="1076"/>
          <ac:cxnSpMkLst>
            <pc:docMk/>
            <pc:sldMk cId="2501169133" sldId="1264"/>
            <ac:cxnSpMk id="10" creationId="{7B864172-D2D9-6D7A-4972-0B4BFFC4645E}"/>
          </ac:cxnSpMkLst>
        </pc:cxnChg>
      </pc:sldChg>
      <pc:sldChg chg="del">
        <pc:chgData name="김명호" userId="e0d603aa-548e-418b-a070-918475337925" providerId="ADAL" clId="{8B80AB5E-623E-4797-A7B0-2AB657381E4C}" dt="2023-11-15T11:20:01.107" v="92" actId="47"/>
        <pc:sldMkLst>
          <pc:docMk/>
          <pc:sldMk cId="3791140700" sldId="1264"/>
        </pc:sldMkLst>
      </pc:sldChg>
      <pc:sldChg chg="addSp delSp modSp add mod">
        <pc:chgData name="김명호" userId="e0d603aa-548e-418b-a070-918475337925" providerId="ADAL" clId="{8B80AB5E-623E-4797-A7B0-2AB657381E4C}" dt="2023-11-21T06:43:49.919" v="13348" actId="20577"/>
        <pc:sldMkLst>
          <pc:docMk/>
          <pc:sldMk cId="1821477887" sldId="1265"/>
        </pc:sldMkLst>
        <pc:spChg chg="mod">
          <ac:chgData name="김명호" userId="e0d603aa-548e-418b-a070-918475337925" providerId="ADAL" clId="{8B80AB5E-623E-4797-A7B0-2AB657381E4C}" dt="2023-11-21T05:29:40.518" v="11854" actId="20577"/>
          <ac:spMkLst>
            <pc:docMk/>
            <pc:sldMk cId="1821477887" sldId="1265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30:02.155" v="11856" actId="14100"/>
          <ac:spMkLst>
            <pc:docMk/>
            <pc:sldMk cId="1821477887" sldId="1265"/>
            <ac:spMk id="8" creationId="{DCAEEC8D-3EE6-8F89-8C11-EE7EE3E91955}"/>
          </ac:spMkLst>
        </pc:spChg>
        <pc:grpChg chg="del">
          <ac:chgData name="김명호" userId="e0d603aa-548e-418b-a070-918475337925" providerId="ADAL" clId="{8B80AB5E-623E-4797-A7B0-2AB657381E4C}" dt="2023-11-21T05:29:43.518" v="11855" actId="478"/>
          <ac:grpSpMkLst>
            <pc:docMk/>
            <pc:sldMk cId="1821477887" sldId="1265"/>
            <ac:grpSpMk id="9" creationId="{5749B1C3-E61B-58F7-0419-9F08F030A5A4}"/>
          </ac:grpSpMkLst>
        </pc:grpChg>
        <pc:graphicFrameChg chg="mod modGraphic">
          <ac:chgData name="김명호" userId="e0d603aa-548e-418b-a070-918475337925" providerId="ADAL" clId="{8B80AB5E-623E-4797-A7B0-2AB657381E4C}" dt="2023-11-21T06:43:49.919" v="13348" actId="20577"/>
          <ac:graphicFrameMkLst>
            <pc:docMk/>
            <pc:sldMk cId="1821477887" sldId="1265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1T05:28:24.645" v="11669" actId="478"/>
          <ac:picMkLst>
            <pc:docMk/>
            <pc:sldMk cId="1821477887" sldId="1265"/>
            <ac:picMk id="5" creationId="{394E44BB-F151-8D65-8827-E83694100D62}"/>
          </ac:picMkLst>
        </pc:picChg>
        <pc:picChg chg="add mod ord modCrop">
          <ac:chgData name="김명호" userId="e0d603aa-548e-418b-a070-918475337925" providerId="ADAL" clId="{8B80AB5E-623E-4797-A7B0-2AB657381E4C}" dt="2023-11-21T05:28:45.020" v="11676" actId="167"/>
          <ac:picMkLst>
            <pc:docMk/>
            <pc:sldMk cId="1821477887" sldId="1265"/>
            <ac:picMk id="6" creationId="{38CDEA3B-C29D-7926-2671-8A9A39F5796E}"/>
          </ac:picMkLst>
        </pc:picChg>
        <pc:cxnChg chg="mod">
          <ac:chgData name="김명호" userId="e0d603aa-548e-418b-a070-918475337925" providerId="ADAL" clId="{8B80AB5E-623E-4797-A7B0-2AB657381E4C}" dt="2023-11-21T05:29:02.900" v="11679" actId="1076"/>
          <ac:cxnSpMkLst>
            <pc:docMk/>
            <pc:sldMk cId="1821477887" sldId="1265"/>
            <ac:cxnSpMk id="10" creationId="{7B864172-D2D9-6D7A-4972-0B4BFFC4645E}"/>
          </ac:cxnSpMkLst>
        </pc:cxnChg>
      </pc:sldChg>
      <pc:sldChg chg="del">
        <pc:chgData name="김명호" userId="e0d603aa-548e-418b-a070-918475337925" providerId="ADAL" clId="{8B80AB5E-623E-4797-A7B0-2AB657381E4C}" dt="2023-11-15T11:20:01.735" v="104" actId="47"/>
        <pc:sldMkLst>
          <pc:docMk/>
          <pc:sldMk cId="4292174035" sldId="1265"/>
        </pc:sldMkLst>
      </pc:sldChg>
      <pc:sldChg chg="del">
        <pc:chgData name="김명호" userId="e0d603aa-548e-418b-a070-918475337925" providerId="ADAL" clId="{8B80AB5E-623E-4797-A7B0-2AB657381E4C}" dt="2023-11-15T11:20:01.786" v="105" actId="47"/>
        <pc:sldMkLst>
          <pc:docMk/>
          <pc:sldMk cId="459671750" sldId="1266"/>
        </pc:sldMkLst>
      </pc:sldChg>
      <pc:sldChg chg="addSp delSp modSp add del mod">
        <pc:chgData name="김명호" userId="e0d603aa-548e-418b-a070-918475337925" providerId="ADAL" clId="{8B80AB5E-623E-4797-A7B0-2AB657381E4C}" dt="2023-11-21T05:40:32.582" v="11883" actId="47"/>
        <pc:sldMkLst>
          <pc:docMk/>
          <pc:sldMk cId="3095701594" sldId="1266"/>
        </pc:sldMkLst>
        <pc:spChg chg="mod">
          <ac:chgData name="김명호" userId="e0d603aa-548e-418b-a070-918475337925" providerId="ADAL" clId="{8B80AB5E-623E-4797-A7B0-2AB657381E4C}" dt="2023-11-21T05:40:13.259" v="11882" actId="6549"/>
          <ac:spMkLst>
            <pc:docMk/>
            <pc:sldMk cId="3095701594" sldId="1266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40:05.242" v="11872" actId="14100"/>
          <ac:spMkLst>
            <pc:docMk/>
            <pc:sldMk cId="3095701594" sldId="1266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1T05:39:08.166" v="11859" actId="20577"/>
          <ac:spMkLst>
            <pc:docMk/>
            <pc:sldMk cId="3095701594" sldId="1266"/>
            <ac:spMk id="24" creationId="{4B4892DE-C8AE-37A4-B80F-57D38A371F80}"/>
          </ac:spMkLst>
        </pc:spChg>
        <pc:picChg chg="add mod ord modCrop">
          <ac:chgData name="김명호" userId="e0d603aa-548e-418b-a070-918475337925" providerId="ADAL" clId="{8B80AB5E-623E-4797-A7B0-2AB657381E4C}" dt="2023-11-21T05:39:53.747" v="11869" actId="1076"/>
          <ac:picMkLst>
            <pc:docMk/>
            <pc:sldMk cId="3095701594" sldId="1266"/>
            <ac:picMk id="6" creationId="{2ED6A15F-9743-FB3E-02B9-0FF51E21C9B7}"/>
          </ac:picMkLst>
        </pc:picChg>
        <pc:picChg chg="del">
          <ac:chgData name="김명호" userId="e0d603aa-548e-418b-a070-918475337925" providerId="ADAL" clId="{8B80AB5E-623E-4797-A7B0-2AB657381E4C}" dt="2023-11-21T05:39:49.863" v="11867" actId="478"/>
          <ac:picMkLst>
            <pc:docMk/>
            <pc:sldMk cId="3095701594" sldId="1266"/>
            <ac:picMk id="8" creationId="{AA6B31E1-DF05-17FC-AD2F-FA91F25BC817}"/>
          </ac:picMkLst>
        </pc:picChg>
        <pc:cxnChg chg="mod">
          <ac:chgData name="김명호" userId="e0d603aa-548e-418b-a070-918475337925" providerId="ADAL" clId="{8B80AB5E-623E-4797-A7B0-2AB657381E4C}" dt="2023-11-21T05:40:00.047" v="11870" actId="1076"/>
          <ac:cxnSpMkLst>
            <pc:docMk/>
            <pc:sldMk cId="3095701594" sldId="1266"/>
            <ac:cxnSpMk id="4" creationId="{4E1BE9B4-478E-BBC6-FA01-D9D466BE19E6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6:41:30.948" v="13313" actId="20577"/>
        <pc:sldMkLst>
          <pc:docMk/>
          <pc:sldMk cId="4083005969" sldId="1266"/>
        </pc:sldMkLst>
        <pc:spChg chg="mod">
          <ac:chgData name="김명호" userId="e0d603aa-548e-418b-a070-918475337925" providerId="ADAL" clId="{8B80AB5E-623E-4797-A7B0-2AB657381E4C}" dt="2023-11-21T05:46:42.126" v="12178" actId="20577"/>
          <ac:spMkLst>
            <pc:docMk/>
            <pc:sldMk cId="4083005969" sldId="1266"/>
            <ac:spMk id="6" creationId="{09F701A6-08B5-0102-3C3D-B97FF29A98AD}"/>
          </ac:spMkLst>
        </pc:spChg>
        <pc:spChg chg="mod">
          <ac:chgData name="김명호" userId="e0d603aa-548e-418b-a070-918475337925" providerId="ADAL" clId="{8B80AB5E-623E-4797-A7B0-2AB657381E4C}" dt="2023-11-21T05:49:51.151" v="12486" actId="20577"/>
          <ac:spMkLst>
            <pc:docMk/>
            <pc:sldMk cId="4083005969" sldId="1266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43:25.805" v="11901" actId="1076"/>
          <ac:spMkLst>
            <pc:docMk/>
            <pc:sldMk cId="4083005969" sldId="1266"/>
            <ac:spMk id="14" creationId="{ECFCFE0C-7957-9A80-15FC-3F5AF360E0D8}"/>
          </ac:spMkLst>
        </pc:spChg>
        <pc:spChg chg="mod">
          <ac:chgData name="김명호" userId="e0d603aa-548e-418b-a070-918475337925" providerId="ADAL" clId="{8B80AB5E-623E-4797-A7B0-2AB657381E4C}" dt="2023-11-21T05:42:31.045" v="11886" actId="20577"/>
          <ac:spMkLst>
            <pc:docMk/>
            <pc:sldMk cId="4083005969" sldId="1266"/>
            <ac:spMk id="24" creationId="{4B4892DE-C8AE-37A4-B80F-57D38A371F80}"/>
          </ac:spMkLst>
        </pc:spChg>
        <pc:grpChg chg="mod">
          <ac:chgData name="김명호" userId="e0d603aa-548e-418b-a070-918475337925" providerId="ADAL" clId="{8B80AB5E-623E-4797-A7B0-2AB657381E4C}" dt="2023-11-21T05:46:55.852" v="12179" actId="1076"/>
          <ac:grpSpMkLst>
            <pc:docMk/>
            <pc:sldMk cId="4083005969" sldId="1266"/>
            <ac:grpSpMk id="4" creationId="{8BCC0449-2286-8F8A-E3BB-7DF0D4847C06}"/>
          </ac:grpSpMkLst>
        </pc:grpChg>
        <pc:graphicFrameChg chg="mod modGraphic">
          <ac:chgData name="김명호" userId="e0d603aa-548e-418b-a070-918475337925" providerId="ADAL" clId="{8B80AB5E-623E-4797-A7B0-2AB657381E4C}" dt="2023-11-21T06:41:30.948" v="13313" actId="20577"/>
          <ac:graphicFrameMkLst>
            <pc:docMk/>
            <pc:sldMk cId="4083005969" sldId="1266"/>
            <ac:graphicFrameMk id="3" creationId="{EB5E6BEF-7528-22F3-81D3-C88DBE43847E}"/>
          </ac:graphicFrameMkLst>
        </pc:graphicFrameChg>
        <pc:picChg chg="add del mod">
          <ac:chgData name="김명호" userId="e0d603aa-548e-418b-a070-918475337925" providerId="ADAL" clId="{8B80AB5E-623E-4797-A7B0-2AB657381E4C}" dt="2023-11-21T05:42:55.761" v="11891" actId="478"/>
          <ac:picMkLst>
            <pc:docMk/>
            <pc:sldMk cId="4083005969" sldId="1266"/>
            <ac:picMk id="9" creationId="{D9B591E0-A147-9574-A2A1-96545732459A}"/>
          </ac:picMkLst>
        </pc:picChg>
        <pc:picChg chg="del">
          <ac:chgData name="김명호" userId="e0d603aa-548e-418b-a070-918475337925" providerId="ADAL" clId="{8B80AB5E-623E-4797-A7B0-2AB657381E4C}" dt="2023-11-21T05:42:49.311" v="11888" actId="478"/>
          <ac:picMkLst>
            <pc:docMk/>
            <pc:sldMk cId="4083005969" sldId="1266"/>
            <ac:picMk id="10" creationId="{F1195218-BCF2-5070-A579-DC4B8519D521}"/>
          </ac:picMkLst>
        </pc:picChg>
        <pc:picChg chg="add mod ord modCrop">
          <ac:chgData name="김명호" userId="e0d603aa-548e-418b-a070-918475337925" providerId="ADAL" clId="{8B80AB5E-623E-4797-A7B0-2AB657381E4C}" dt="2023-11-21T05:43:19.188" v="11899" actId="167"/>
          <ac:picMkLst>
            <pc:docMk/>
            <pc:sldMk cId="4083005969" sldId="1266"/>
            <ac:picMk id="13" creationId="{9CC68126-7C22-1E80-852E-389891C49602}"/>
          </ac:picMkLst>
        </pc:picChg>
        <pc:cxnChg chg="mod">
          <ac:chgData name="김명호" userId="e0d603aa-548e-418b-a070-918475337925" providerId="ADAL" clId="{8B80AB5E-623E-4797-A7B0-2AB657381E4C}" dt="2023-11-21T05:43:27.853" v="11902" actId="1076"/>
          <ac:cxnSpMkLst>
            <pc:docMk/>
            <pc:sldMk cId="4083005969" sldId="1266"/>
            <ac:cxnSpMk id="12" creationId="{7278CE42-7749-3A24-B244-54FFE65D2205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6:50:33.046" v="13360"/>
        <pc:sldMkLst>
          <pc:docMk/>
          <pc:sldMk cId="234454204" sldId="1267"/>
        </pc:sldMkLst>
        <pc:spChg chg="mod">
          <ac:chgData name="김명호" userId="e0d603aa-548e-418b-a070-918475337925" providerId="ADAL" clId="{8B80AB5E-623E-4797-A7B0-2AB657381E4C}" dt="2023-11-21T05:53:56.092" v="12629" actId="13926"/>
          <ac:spMkLst>
            <pc:docMk/>
            <pc:sldMk cId="234454204" sldId="1267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1T05:52:39.146" v="12566" actId="1076"/>
          <ac:spMkLst>
            <pc:docMk/>
            <pc:sldMk cId="234454204" sldId="1267"/>
            <ac:spMk id="9" creationId="{718629F7-40DF-A940-9579-FEC8F10ADB7E}"/>
          </ac:spMkLst>
        </pc:spChg>
        <pc:spChg chg="del">
          <ac:chgData name="김명호" userId="e0d603aa-548e-418b-a070-918475337925" providerId="ADAL" clId="{8B80AB5E-623E-4797-A7B0-2AB657381E4C}" dt="2023-11-21T05:52:32.715" v="12564" actId="478"/>
          <ac:spMkLst>
            <pc:docMk/>
            <pc:sldMk cId="234454204" sldId="1267"/>
            <ac:spMk id="14" creationId="{ECFCFE0C-7957-9A80-15FC-3F5AF360E0D8}"/>
          </ac:spMkLst>
        </pc:spChg>
        <pc:grpChg chg="del">
          <ac:chgData name="김명호" userId="e0d603aa-548e-418b-a070-918475337925" providerId="ADAL" clId="{8B80AB5E-623E-4797-A7B0-2AB657381E4C}" dt="2023-11-21T05:54:31.088" v="12637" actId="478"/>
          <ac:grpSpMkLst>
            <pc:docMk/>
            <pc:sldMk cId="234454204" sldId="1267"/>
            <ac:grpSpMk id="4" creationId="{8BCC0449-2286-8F8A-E3BB-7DF0D4847C06}"/>
          </ac:grpSpMkLst>
        </pc:grpChg>
        <pc:graphicFrameChg chg="mod">
          <ac:chgData name="김명호" userId="e0d603aa-548e-418b-a070-918475337925" providerId="ADAL" clId="{8B80AB5E-623E-4797-A7B0-2AB657381E4C}" dt="2023-11-21T06:50:33.046" v="13360"/>
          <ac:graphicFrameMkLst>
            <pc:docMk/>
            <pc:sldMk cId="234454204" sldId="1267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8B80AB5E-623E-4797-A7B0-2AB657381E4C}" dt="2023-11-21T05:52:39.146" v="12566" actId="1076"/>
          <ac:picMkLst>
            <pc:docMk/>
            <pc:sldMk cId="234454204" sldId="1267"/>
            <ac:picMk id="8" creationId="{8DEDB842-E6A3-6DE0-96E5-5455ED7770C0}"/>
          </ac:picMkLst>
        </pc:picChg>
        <pc:picChg chg="del">
          <ac:chgData name="김명호" userId="e0d603aa-548e-418b-a070-918475337925" providerId="ADAL" clId="{8B80AB5E-623E-4797-A7B0-2AB657381E4C}" dt="2023-11-21T05:52:08.028" v="12563" actId="478"/>
          <ac:picMkLst>
            <pc:docMk/>
            <pc:sldMk cId="234454204" sldId="1267"/>
            <ac:picMk id="13" creationId="{9CC68126-7C22-1E80-852E-389891C49602}"/>
          </ac:picMkLst>
        </pc:picChg>
        <pc:cxnChg chg="add mod">
          <ac:chgData name="김명호" userId="e0d603aa-548e-418b-a070-918475337925" providerId="ADAL" clId="{8B80AB5E-623E-4797-A7B0-2AB657381E4C}" dt="2023-11-21T05:52:39.146" v="12566" actId="1076"/>
          <ac:cxnSpMkLst>
            <pc:docMk/>
            <pc:sldMk cId="234454204" sldId="1267"/>
            <ac:cxnSpMk id="10" creationId="{0BB1E1E5-9B34-1260-6B08-BE142C87D0C6}"/>
          </ac:cxnSpMkLst>
        </pc:cxnChg>
        <pc:cxnChg chg="del">
          <ac:chgData name="김명호" userId="e0d603aa-548e-418b-a070-918475337925" providerId="ADAL" clId="{8B80AB5E-623E-4797-A7B0-2AB657381E4C}" dt="2023-11-21T05:52:32.715" v="12564" actId="478"/>
          <ac:cxnSpMkLst>
            <pc:docMk/>
            <pc:sldMk cId="234454204" sldId="1267"/>
            <ac:cxnSpMk id="12" creationId="{7278CE42-7749-3A24-B244-54FFE65D2205}"/>
          </ac:cxnSpMkLst>
        </pc:cxnChg>
      </pc:sldChg>
      <pc:sldChg chg="del">
        <pc:chgData name="김명호" userId="e0d603aa-548e-418b-a070-918475337925" providerId="ADAL" clId="{8B80AB5E-623E-4797-A7B0-2AB657381E4C}" dt="2023-11-15T11:20:02.057" v="110" actId="47"/>
        <pc:sldMkLst>
          <pc:docMk/>
          <pc:sldMk cId="3253917228" sldId="1267"/>
        </pc:sldMkLst>
      </pc:sldChg>
      <pc:sldChg chg="addSp delSp modSp add mod">
        <pc:chgData name="김명호" userId="e0d603aa-548e-418b-a070-918475337925" providerId="ADAL" clId="{8B80AB5E-623E-4797-A7B0-2AB657381E4C}" dt="2023-11-21T06:51:11.419" v="13362"/>
        <pc:sldMkLst>
          <pc:docMk/>
          <pc:sldMk cId="1919293130" sldId="1268"/>
        </pc:sldMkLst>
        <pc:spChg chg="mod">
          <ac:chgData name="김명호" userId="e0d603aa-548e-418b-a070-918475337925" providerId="ADAL" clId="{8B80AB5E-623E-4797-A7B0-2AB657381E4C}" dt="2023-11-21T05:54:25.977" v="12635"/>
          <ac:spMkLst>
            <pc:docMk/>
            <pc:sldMk cId="1919293130" sldId="1268"/>
            <ac:spMk id="7" creationId="{0C81DD60-D84B-4D3C-8F3E-7D0E22E11300}"/>
          </ac:spMkLst>
        </pc:spChg>
        <pc:spChg chg="del">
          <ac:chgData name="김명호" userId="e0d603aa-548e-418b-a070-918475337925" providerId="ADAL" clId="{8B80AB5E-623E-4797-A7B0-2AB657381E4C}" dt="2023-11-21T05:54:06.578" v="12630" actId="478"/>
          <ac:spMkLst>
            <pc:docMk/>
            <pc:sldMk cId="1919293130" sldId="1268"/>
            <ac:spMk id="9" creationId="{718629F7-40DF-A940-9579-FEC8F10ADB7E}"/>
          </ac:spMkLst>
        </pc:spChg>
        <pc:spChg chg="add mod">
          <ac:chgData name="김명호" userId="e0d603aa-548e-418b-a070-918475337925" providerId="ADAL" clId="{8B80AB5E-623E-4797-A7B0-2AB657381E4C}" dt="2023-11-21T05:54:09.113" v="12632" actId="1076"/>
          <ac:spMkLst>
            <pc:docMk/>
            <pc:sldMk cId="1919293130" sldId="1268"/>
            <ac:spMk id="12" creationId="{8520022B-F549-6C21-F96A-A0D1FE989F84}"/>
          </ac:spMkLst>
        </pc:spChg>
        <pc:spChg chg="add mod">
          <ac:chgData name="김명호" userId="e0d603aa-548e-418b-a070-918475337925" providerId="ADAL" clId="{8B80AB5E-623E-4797-A7B0-2AB657381E4C}" dt="2023-11-21T05:54:09.113" v="12632" actId="1076"/>
          <ac:spMkLst>
            <pc:docMk/>
            <pc:sldMk cId="1919293130" sldId="1268"/>
            <ac:spMk id="14" creationId="{95A50B93-3C4C-3113-CA2F-AB416A7F38A2}"/>
          </ac:spMkLst>
        </pc:spChg>
        <pc:spChg chg="add mod">
          <ac:chgData name="김명호" userId="e0d603aa-548e-418b-a070-918475337925" providerId="ADAL" clId="{8B80AB5E-623E-4797-A7B0-2AB657381E4C}" dt="2023-11-21T05:54:09.113" v="12632" actId="1076"/>
          <ac:spMkLst>
            <pc:docMk/>
            <pc:sldMk cId="1919293130" sldId="1268"/>
            <ac:spMk id="16" creationId="{00BE93E9-24AC-0B6C-6891-83B36980C7A3}"/>
          </ac:spMkLst>
        </pc:spChg>
        <pc:grpChg chg="del">
          <ac:chgData name="김명호" userId="e0d603aa-548e-418b-a070-918475337925" providerId="ADAL" clId="{8B80AB5E-623E-4797-A7B0-2AB657381E4C}" dt="2023-11-21T05:54:27.338" v="12636" actId="478"/>
          <ac:grpSpMkLst>
            <pc:docMk/>
            <pc:sldMk cId="1919293130" sldId="1268"/>
            <ac:grpSpMk id="4" creationId="{8BCC0449-2286-8F8A-E3BB-7DF0D4847C06}"/>
          </ac:grpSpMkLst>
        </pc:grpChg>
        <pc:graphicFrameChg chg="mod modGraphic">
          <ac:chgData name="김명호" userId="e0d603aa-548e-418b-a070-918475337925" providerId="ADAL" clId="{8B80AB5E-623E-4797-A7B0-2AB657381E4C}" dt="2023-11-21T06:51:11.419" v="13362"/>
          <ac:graphicFrameMkLst>
            <pc:docMk/>
            <pc:sldMk cId="1919293130" sldId="1268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1T05:54:06.578" v="12630" actId="478"/>
          <ac:picMkLst>
            <pc:docMk/>
            <pc:sldMk cId="1919293130" sldId="1268"/>
            <ac:picMk id="8" creationId="{8DEDB842-E6A3-6DE0-96E5-5455ED7770C0}"/>
          </ac:picMkLst>
        </pc:picChg>
        <pc:picChg chg="add mod">
          <ac:chgData name="김명호" userId="e0d603aa-548e-418b-a070-918475337925" providerId="ADAL" clId="{8B80AB5E-623E-4797-A7B0-2AB657381E4C}" dt="2023-11-21T05:54:09.113" v="12632" actId="1076"/>
          <ac:picMkLst>
            <pc:docMk/>
            <pc:sldMk cId="1919293130" sldId="1268"/>
            <ac:picMk id="11" creationId="{492A6902-9789-38BE-91B5-C830AC0C6F88}"/>
          </ac:picMkLst>
        </pc:picChg>
        <pc:cxnChg chg="del">
          <ac:chgData name="김명호" userId="e0d603aa-548e-418b-a070-918475337925" providerId="ADAL" clId="{8B80AB5E-623E-4797-A7B0-2AB657381E4C}" dt="2023-11-21T05:54:06.578" v="12630" actId="478"/>
          <ac:cxnSpMkLst>
            <pc:docMk/>
            <pc:sldMk cId="1919293130" sldId="1268"/>
            <ac:cxnSpMk id="10" creationId="{0BB1E1E5-9B34-1260-6B08-BE142C87D0C6}"/>
          </ac:cxnSpMkLst>
        </pc:cxnChg>
        <pc:cxnChg chg="add mod">
          <ac:chgData name="김명호" userId="e0d603aa-548e-418b-a070-918475337925" providerId="ADAL" clId="{8B80AB5E-623E-4797-A7B0-2AB657381E4C}" dt="2023-11-21T05:54:09.113" v="12632" actId="1076"/>
          <ac:cxnSpMkLst>
            <pc:docMk/>
            <pc:sldMk cId="1919293130" sldId="1268"/>
            <ac:cxnSpMk id="13" creationId="{ECC3D280-F384-46C3-C0F0-48E82B8381E6}"/>
          </ac:cxnSpMkLst>
        </pc:cxnChg>
        <pc:cxnChg chg="add mod">
          <ac:chgData name="김명호" userId="e0d603aa-548e-418b-a070-918475337925" providerId="ADAL" clId="{8B80AB5E-623E-4797-A7B0-2AB657381E4C}" dt="2023-11-21T05:54:09.113" v="12632" actId="1076"/>
          <ac:cxnSpMkLst>
            <pc:docMk/>
            <pc:sldMk cId="1919293130" sldId="1268"/>
            <ac:cxnSpMk id="15" creationId="{44E510D3-3473-46E5-D9D1-E3F02223D2E8}"/>
          </ac:cxnSpMkLst>
        </pc:cxnChg>
        <pc:cxnChg chg="add mod">
          <ac:chgData name="김명호" userId="e0d603aa-548e-418b-a070-918475337925" providerId="ADAL" clId="{8B80AB5E-623E-4797-A7B0-2AB657381E4C}" dt="2023-11-21T05:54:09.113" v="12632" actId="1076"/>
          <ac:cxnSpMkLst>
            <pc:docMk/>
            <pc:sldMk cId="1919293130" sldId="1268"/>
            <ac:cxnSpMk id="17" creationId="{1C7FE7F3-6A1B-8F2F-522F-488CF59AEC48}"/>
          </ac:cxnSpMkLst>
        </pc:cxnChg>
      </pc:sldChg>
      <pc:sldChg chg="del">
        <pc:chgData name="김명호" userId="e0d603aa-548e-418b-a070-918475337925" providerId="ADAL" clId="{8B80AB5E-623E-4797-A7B0-2AB657381E4C}" dt="2023-11-15T11:20:01.838" v="106" actId="47"/>
        <pc:sldMkLst>
          <pc:docMk/>
          <pc:sldMk cId="2890604414" sldId="1268"/>
        </pc:sldMkLst>
      </pc:sldChg>
      <pc:sldChg chg="addSp delSp modSp add mod">
        <pc:chgData name="김명호" userId="e0d603aa-548e-418b-a070-918475337925" providerId="ADAL" clId="{8B80AB5E-623E-4797-A7B0-2AB657381E4C}" dt="2023-11-21T06:51:14.189" v="13363"/>
        <pc:sldMkLst>
          <pc:docMk/>
          <pc:sldMk cId="1134574965" sldId="1269"/>
        </pc:sldMkLst>
        <pc:spChg chg="add mod">
          <ac:chgData name="김명호" userId="e0d603aa-548e-418b-a070-918475337925" providerId="ADAL" clId="{8B80AB5E-623E-4797-A7B0-2AB657381E4C}" dt="2023-11-21T05:55:29.644" v="12641" actId="1076"/>
          <ac:spMkLst>
            <pc:docMk/>
            <pc:sldMk cId="1134574965" sldId="1269"/>
            <ac:spMk id="5" creationId="{A8996A75-2C11-32C4-3A13-EE1F693C8F70}"/>
          </ac:spMkLst>
        </pc:spChg>
        <pc:spChg chg="mod">
          <ac:chgData name="김명호" userId="e0d603aa-548e-418b-a070-918475337925" providerId="ADAL" clId="{8B80AB5E-623E-4797-A7B0-2AB657381E4C}" dt="2023-11-21T05:55:37.755" v="12644" actId="20577"/>
          <ac:spMkLst>
            <pc:docMk/>
            <pc:sldMk cId="1134574965" sldId="1269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1T05:55:29.644" v="12641" actId="1076"/>
          <ac:spMkLst>
            <pc:docMk/>
            <pc:sldMk cId="1134574965" sldId="1269"/>
            <ac:spMk id="8" creationId="{776FEB4B-E750-3DFE-2369-93CE93994CB5}"/>
          </ac:spMkLst>
        </pc:spChg>
        <pc:spChg chg="add mod">
          <ac:chgData name="김명호" userId="e0d603aa-548e-418b-a070-918475337925" providerId="ADAL" clId="{8B80AB5E-623E-4797-A7B0-2AB657381E4C}" dt="2023-11-21T05:55:29.644" v="12641" actId="1076"/>
          <ac:spMkLst>
            <pc:docMk/>
            <pc:sldMk cId="1134574965" sldId="1269"/>
            <ac:spMk id="10" creationId="{B91E4BCE-EFC4-9479-C147-204EAFD063BD}"/>
          </ac:spMkLst>
        </pc:spChg>
        <pc:spChg chg="del">
          <ac:chgData name="김명호" userId="e0d603aa-548e-418b-a070-918475337925" providerId="ADAL" clId="{8B80AB5E-623E-4797-A7B0-2AB657381E4C}" dt="2023-11-21T05:55:23.666" v="12639" actId="478"/>
          <ac:spMkLst>
            <pc:docMk/>
            <pc:sldMk cId="1134574965" sldId="1269"/>
            <ac:spMk id="12" creationId="{8520022B-F549-6C21-F96A-A0D1FE989F84}"/>
          </ac:spMkLst>
        </pc:spChg>
        <pc:spChg chg="del">
          <ac:chgData name="김명호" userId="e0d603aa-548e-418b-a070-918475337925" providerId="ADAL" clId="{8B80AB5E-623E-4797-A7B0-2AB657381E4C}" dt="2023-11-21T05:55:23.666" v="12639" actId="478"/>
          <ac:spMkLst>
            <pc:docMk/>
            <pc:sldMk cId="1134574965" sldId="1269"/>
            <ac:spMk id="14" creationId="{95A50B93-3C4C-3113-CA2F-AB416A7F38A2}"/>
          </ac:spMkLst>
        </pc:spChg>
        <pc:spChg chg="del">
          <ac:chgData name="김명호" userId="e0d603aa-548e-418b-a070-918475337925" providerId="ADAL" clId="{8B80AB5E-623E-4797-A7B0-2AB657381E4C}" dt="2023-11-21T05:55:23.666" v="12639" actId="478"/>
          <ac:spMkLst>
            <pc:docMk/>
            <pc:sldMk cId="1134574965" sldId="1269"/>
            <ac:spMk id="16" creationId="{00BE93E9-24AC-0B6C-6891-83B36980C7A3}"/>
          </ac:spMkLst>
        </pc:spChg>
        <pc:spChg chg="add mod">
          <ac:chgData name="김명호" userId="e0d603aa-548e-418b-a070-918475337925" providerId="ADAL" clId="{8B80AB5E-623E-4797-A7B0-2AB657381E4C}" dt="2023-11-21T05:55:54.783" v="12647" actId="14100"/>
          <ac:spMkLst>
            <pc:docMk/>
            <pc:sldMk cId="1134574965" sldId="1269"/>
            <ac:spMk id="19" creationId="{814EC34A-E3A3-5072-FD8F-AEE75FA98EB7}"/>
          </ac:spMkLst>
        </pc:spChg>
        <pc:spChg chg="add mod">
          <ac:chgData name="김명호" userId="e0d603aa-548e-418b-a070-918475337925" providerId="ADAL" clId="{8B80AB5E-623E-4797-A7B0-2AB657381E4C}" dt="2023-11-21T05:56:19.212" v="12653" actId="1076"/>
          <ac:spMkLst>
            <pc:docMk/>
            <pc:sldMk cId="1134574965" sldId="1269"/>
            <ac:spMk id="21" creationId="{F4E8729C-F27C-B74F-4D67-F75FE84F5419}"/>
          </ac:spMkLst>
        </pc:spChg>
        <pc:graphicFrameChg chg="mod modGraphic">
          <ac:chgData name="김명호" userId="e0d603aa-548e-418b-a070-918475337925" providerId="ADAL" clId="{8B80AB5E-623E-4797-A7B0-2AB657381E4C}" dt="2023-11-21T06:51:14.189" v="13363"/>
          <ac:graphicFrameMkLst>
            <pc:docMk/>
            <pc:sldMk cId="1134574965" sldId="1269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8B80AB5E-623E-4797-A7B0-2AB657381E4C}" dt="2023-11-21T05:55:29.644" v="12641" actId="1076"/>
          <ac:picMkLst>
            <pc:docMk/>
            <pc:sldMk cId="1134574965" sldId="1269"/>
            <ac:picMk id="4" creationId="{D56376A8-2A31-22F5-E097-1DA99058EE39}"/>
          </ac:picMkLst>
        </pc:picChg>
        <pc:picChg chg="del">
          <ac:chgData name="김명호" userId="e0d603aa-548e-418b-a070-918475337925" providerId="ADAL" clId="{8B80AB5E-623E-4797-A7B0-2AB657381E4C}" dt="2023-11-21T05:55:23.666" v="12639" actId="478"/>
          <ac:picMkLst>
            <pc:docMk/>
            <pc:sldMk cId="1134574965" sldId="1269"/>
            <ac:picMk id="11" creationId="{492A6902-9789-38BE-91B5-C830AC0C6F88}"/>
          </ac:picMkLst>
        </pc:picChg>
        <pc:cxnChg chg="add mod">
          <ac:chgData name="김명호" userId="e0d603aa-548e-418b-a070-918475337925" providerId="ADAL" clId="{8B80AB5E-623E-4797-A7B0-2AB657381E4C}" dt="2023-11-21T05:55:29.644" v="12641" actId="1076"/>
          <ac:cxnSpMkLst>
            <pc:docMk/>
            <pc:sldMk cId="1134574965" sldId="1269"/>
            <ac:cxnSpMk id="6" creationId="{2BA717CE-AA35-43DC-F64D-B4C29FFB9CC8}"/>
          </ac:cxnSpMkLst>
        </pc:cxnChg>
        <pc:cxnChg chg="add mod">
          <ac:chgData name="김명호" userId="e0d603aa-548e-418b-a070-918475337925" providerId="ADAL" clId="{8B80AB5E-623E-4797-A7B0-2AB657381E4C}" dt="2023-11-21T05:55:29.644" v="12641" actId="1076"/>
          <ac:cxnSpMkLst>
            <pc:docMk/>
            <pc:sldMk cId="1134574965" sldId="1269"/>
            <ac:cxnSpMk id="9" creationId="{69A4DB93-C576-F0EB-5169-7F45CF5C183D}"/>
          </ac:cxnSpMkLst>
        </pc:cxnChg>
        <pc:cxnChg chg="del">
          <ac:chgData name="김명호" userId="e0d603aa-548e-418b-a070-918475337925" providerId="ADAL" clId="{8B80AB5E-623E-4797-A7B0-2AB657381E4C}" dt="2023-11-21T05:55:23.666" v="12639" actId="478"/>
          <ac:cxnSpMkLst>
            <pc:docMk/>
            <pc:sldMk cId="1134574965" sldId="1269"/>
            <ac:cxnSpMk id="13" creationId="{ECC3D280-F384-46C3-C0F0-48E82B8381E6}"/>
          </ac:cxnSpMkLst>
        </pc:cxnChg>
        <pc:cxnChg chg="del">
          <ac:chgData name="김명호" userId="e0d603aa-548e-418b-a070-918475337925" providerId="ADAL" clId="{8B80AB5E-623E-4797-A7B0-2AB657381E4C}" dt="2023-11-21T05:55:23.666" v="12639" actId="478"/>
          <ac:cxnSpMkLst>
            <pc:docMk/>
            <pc:sldMk cId="1134574965" sldId="1269"/>
            <ac:cxnSpMk id="15" creationId="{44E510D3-3473-46E5-D9D1-E3F02223D2E8}"/>
          </ac:cxnSpMkLst>
        </pc:cxnChg>
        <pc:cxnChg chg="del">
          <ac:chgData name="김명호" userId="e0d603aa-548e-418b-a070-918475337925" providerId="ADAL" clId="{8B80AB5E-623E-4797-A7B0-2AB657381E4C}" dt="2023-11-21T05:55:23.666" v="12639" actId="478"/>
          <ac:cxnSpMkLst>
            <pc:docMk/>
            <pc:sldMk cId="1134574965" sldId="1269"/>
            <ac:cxnSpMk id="17" creationId="{1C7FE7F3-6A1B-8F2F-522F-488CF59AEC48}"/>
          </ac:cxnSpMkLst>
        </pc:cxnChg>
        <pc:cxnChg chg="add mod">
          <ac:chgData name="김명호" userId="e0d603aa-548e-418b-a070-918475337925" providerId="ADAL" clId="{8B80AB5E-623E-4797-A7B0-2AB657381E4C}" dt="2023-11-21T05:55:29.644" v="12641" actId="1076"/>
          <ac:cxnSpMkLst>
            <pc:docMk/>
            <pc:sldMk cId="1134574965" sldId="1269"/>
            <ac:cxnSpMk id="18" creationId="{66EA8559-480B-34A3-5BEB-35B2A7440E7B}"/>
          </ac:cxnSpMkLst>
        </pc:cxnChg>
        <pc:cxnChg chg="add mod">
          <ac:chgData name="김명호" userId="e0d603aa-548e-418b-a070-918475337925" providerId="ADAL" clId="{8B80AB5E-623E-4797-A7B0-2AB657381E4C}" dt="2023-11-21T05:55:57.302" v="12648" actId="1076"/>
          <ac:cxnSpMkLst>
            <pc:docMk/>
            <pc:sldMk cId="1134574965" sldId="1269"/>
            <ac:cxnSpMk id="20" creationId="{EA19547C-0385-BC0A-C530-7A97608D5A91}"/>
          </ac:cxnSpMkLst>
        </pc:cxnChg>
        <pc:cxnChg chg="add mod">
          <ac:chgData name="김명호" userId="e0d603aa-548e-418b-a070-918475337925" providerId="ADAL" clId="{8B80AB5E-623E-4797-A7B0-2AB657381E4C}" dt="2023-11-21T05:56:21.999" v="12654" actId="1076"/>
          <ac:cxnSpMkLst>
            <pc:docMk/>
            <pc:sldMk cId="1134574965" sldId="1269"/>
            <ac:cxnSpMk id="22" creationId="{0AC58FE1-42AD-3998-FB5C-96905BF4B069}"/>
          </ac:cxnSpMkLst>
        </pc:cxnChg>
      </pc:sldChg>
      <pc:sldChg chg="del">
        <pc:chgData name="김명호" userId="e0d603aa-548e-418b-a070-918475337925" providerId="ADAL" clId="{8B80AB5E-623E-4797-A7B0-2AB657381E4C}" dt="2023-11-15T11:20:01.948" v="108" actId="47"/>
        <pc:sldMkLst>
          <pc:docMk/>
          <pc:sldMk cId="2712149510" sldId="1269"/>
        </pc:sldMkLst>
      </pc:sldChg>
      <pc:sldChg chg="addSp delSp modSp add mod">
        <pc:chgData name="김명호" userId="e0d603aa-548e-418b-a070-918475337925" providerId="ADAL" clId="{8B80AB5E-623E-4797-A7B0-2AB657381E4C}" dt="2023-11-21T06:51:16.396" v="13364"/>
        <pc:sldMkLst>
          <pc:docMk/>
          <pc:sldMk cId="1047128627" sldId="1270"/>
        </pc:sldMkLst>
        <pc:spChg chg="del">
          <ac:chgData name="김명호" userId="e0d603aa-548e-418b-a070-918475337925" providerId="ADAL" clId="{8B80AB5E-623E-4797-A7B0-2AB657381E4C}" dt="2023-11-21T05:57:31.976" v="12658" actId="478"/>
          <ac:spMkLst>
            <pc:docMk/>
            <pc:sldMk cId="1047128627" sldId="1270"/>
            <ac:spMk id="5" creationId="{A8996A75-2C11-32C4-3A13-EE1F693C8F70}"/>
          </ac:spMkLst>
        </pc:spChg>
        <pc:spChg chg="mod">
          <ac:chgData name="김명호" userId="e0d603aa-548e-418b-a070-918475337925" providerId="ADAL" clId="{8B80AB5E-623E-4797-A7B0-2AB657381E4C}" dt="2023-11-21T05:57:29.227" v="12657" actId="13926"/>
          <ac:spMkLst>
            <pc:docMk/>
            <pc:sldMk cId="1047128627" sldId="1270"/>
            <ac:spMk id="7" creationId="{0C81DD60-D84B-4D3C-8F3E-7D0E22E11300}"/>
          </ac:spMkLst>
        </pc:spChg>
        <pc:spChg chg="del">
          <ac:chgData name="김명호" userId="e0d603aa-548e-418b-a070-918475337925" providerId="ADAL" clId="{8B80AB5E-623E-4797-A7B0-2AB657381E4C}" dt="2023-11-21T05:57:31.976" v="12658" actId="478"/>
          <ac:spMkLst>
            <pc:docMk/>
            <pc:sldMk cId="1047128627" sldId="1270"/>
            <ac:spMk id="8" creationId="{776FEB4B-E750-3DFE-2369-93CE93994CB5}"/>
          </ac:spMkLst>
        </pc:spChg>
        <pc:spChg chg="del">
          <ac:chgData name="김명호" userId="e0d603aa-548e-418b-a070-918475337925" providerId="ADAL" clId="{8B80AB5E-623E-4797-A7B0-2AB657381E4C}" dt="2023-11-21T05:57:31.976" v="12658" actId="478"/>
          <ac:spMkLst>
            <pc:docMk/>
            <pc:sldMk cId="1047128627" sldId="1270"/>
            <ac:spMk id="10" creationId="{B91E4BCE-EFC4-9479-C147-204EAFD063BD}"/>
          </ac:spMkLst>
        </pc:spChg>
        <pc:spChg chg="add mod">
          <ac:chgData name="김명호" userId="e0d603aa-548e-418b-a070-918475337925" providerId="ADAL" clId="{8B80AB5E-623E-4797-A7B0-2AB657381E4C}" dt="2023-11-21T05:57:38.193" v="12660" actId="1076"/>
          <ac:spMkLst>
            <pc:docMk/>
            <pc:sldMk cId="1047128627" sldId="1270"/>
            <ac:spMk id="12" creationId="{3BB4ED10-2DF6-8E80-020A-A8C97B5DDCB6}"/>
          </ac:spMkLst>
        </pc:spChg>
        <pc:spChg chg="mod">
          <ac:chgData name="김명호" userId="e0d603aa-548e-418b-a070-918475337925" providerId="ADAL" clId="{8B80AB5E-623E-4797-A7B0-2AB657381E4C}" dt="2023-11-21T05:57:42.508" v="12661"/>
          <ac:spMkLst>
            <pc:docMk/>
            <pc:sldMk cId="1047128627" sldId="1270"/>
            <ac:spMk id="15" creationId="{213604AB-AC00-34A7-F48A-91FA912CBF08}"/>
          </ac:spMkLst>
        </pc:spChg>
        <pc:spChg chg="mod">
          <ac:chgData name="김명호" userId="e0d603aa-548e-418b-a070-918475337925" providerId="ADAL" clId="{8B80AB5E-623E-4797-A7B0-2AB657381E4C}" dt="2023-11-21T05:57:42.508" v="12661"/>
          <ac:spMkLst>
            <pc:docMk/>
            <pc:sldMk cId="1047128627" sldId="1270"/>
            <ac:spMk id="16" creationId="{4D3D226B-8DF9-9556-41B3-5DC0CBC429CF}"/>
          </ac:spMkLst>
        </pc:spChg>
        <pc:spChg chg="del">
          <ac:chgData name="김명호" userId="e0d603aa-548e-418b-a070-918475337925" providerId="ADAL" clId="{8B80AB5E-623E-4797-A7B0-2AB657381E4C}" dt="2023-11-21T05:57:31.976" v="12658" actId="478"/>
          <ac:spMkLst>
            <pc:docMk/>
            <pc:sldMk cId="1047128627" sldId="1270"/>
            <ac:spMk id="19" creationId="{814EC34A-E3A3-5072-FD8F-AEE75FA98EB7}"/>
          </ac:spMkLst>
        </pc:spChg>
        <pc:spChg chg="del">
          <ac:chgData name="김명호" userId="e0d603aa-548e-418b-a070-918475337925" providerId="ADAL" clId="{8B80AB5E-623E-4797-A7B0-2AB657381E4C}" dt="2023-11-21T05:57:31.976" v="12658" actId="478"/>
          <ac:spMkLst>
            <pc:docMk/>
            <pc:sldMk cId="1047128627" sldId="1270"/>
            <ac:spMk id="21" creationId="{F4E8729C-F27C-B74F-4D67-F75FE84F5419}"/>
          </ac:spMkLst>
        </pc:spChg>
        <pc:spChg chg="mod">
          <ac:chgData name="김명호" userId="e0d603aa-548e-418b-a070-918475337925" providerId="ADAL" clId="{8B80AB5E-623E-4797-A7B0-2AB657381E4C}" dt="2023-11-21T05:57:42.508" v="12661"/>
          <ac:spMkLst>
            <pc:docMk/>
            <pc:sldMk cId="1047128627" sldId="1270"/>
            <ac:spMk id="23" creationId="{B07B7D86-980B-BEC2-2FED-968F4232E960}"/>
          </ac:spMkLst>
        </pc:spChg>
        <pc:spChg chg="mod">
          <ac:chgData name="김명호" userId="e0d603aa-548e-418b-a070-918475337925" providerId="ADAL" clId="{8B80AB5E-623E-4797-A7B0-2AB657381E4C}" dt="2023-11-21T05:57:42.508" v="12661"/>
          <ac:spMkLst>
            <pc:docMk/>
            <pc:sldMk cId="1047128627" sldId="1270"/>
            <ac:spMk id="25" creationId="{1FF5A73A-62FA-2C37-AC77-68F29378AA39}"/>
          </ac:spMkLst>
        </pc:spChg>
        <pc:grpChg chg="add mod">
          <ac:chgData name="김명호" userId="e0d603aa-548e-418b-a070-918475337925" providerId="ADAL" clId="{8B80AB5E-623E-4797-A7B0-2AB657381E4C}" dt="2023-11-21T05:57:43.833" v="12662" actId="1076"/>
          <ac:grpSpMkLst>
            <pc:docMk/>
            <pc:sldMk cId="1047128627" sldId="1270"/>
            <ac:grpSpMk id="14" creationId="{1C490919-4FBF-FBD4-ABB9-9235234D8721}"/>
          </ac:grpSpMkLst>
        </pc:grpChg>
        <pc:grpChg chg="add mod">
          <ac:chgData name="김명호" userId="e0d603aa-548e-418b-a070-918475337925" providerId="ADAL" clId="{8B80AB5E-623E-4797-A7B0-2AB657381E4C}" dt="2023-11-21T05:57:43.833" v="12662" actId="1076"/>
          <ac:grpSpMkLst>
            <pc:docMk/>
            <pc:sldMk cId="1047128627" sldId="1270"/>
            <ac:grpSpMk id="17" creationId="{CDB65634-57DB-E89B-5ECF-5953DE1E6899}"/>
          </ac:grpSpMkLst>
        </pc:grpChg>
        <pc:graphicFrameChg chg="mod modGraphic">
          <ac:chgData name="김명호" userId="e0d603aa-548e-418b-a070-918475337925" providerId="ADAL" clId="{8B80AB5E-623E-4797-A7B0-2AB657381E4C}" dt="2023-11-21T06:51:16.396" v="13364"/>
          <ac:graphicFrameMkLst>
            <pc:docMk/>
            <pc:sldMk cId="1047128627" sldId="1270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1T05:57:31.976" v="12658" actId="478"/>
          <ac:picMkLst>
            <pc:docMk/>
            <pc:sldMk cId="1047128627" sldId="1270"/>
            <ac:picMk id="4" creationId="{D56376A8-2A31-22F5-E097-1DA99058EE39}"/>
          </ac:picMkLst>
        </pc:picChg>
        <pc:picChg chg="add mod">
          <ac:chgData name="김명호" userId="e0d603aa-548e-418b-a070-918475337925" providerId="ADAL" clId="{8B80AB5E-623E-4797-A7B0-2AB657381E4C}" dt="2023-11-21T05:57:38.193" v="12660" actId="1076"/>
          <ac:picMkLst>
            <pc:docMk/>
            <pc:sldMk cId="1047128627" sldId="1270"/>
            <ac:picMk id="11" creationId="{7E7F0CBC-6968-13FF-9BC8-DDDC4618FD51}"/>
          </ac:picMkLst>
        </pc:picChg>
        <pc:cxnChg chg="del">
          <ac:chgData name="김명호" userId="e0d603aa-548e-418b-a070-918475337925" providerId="ADAL" clId="{8B80AB5E-623E-4797-A7B0-2AB657381E4C}" dt="2023-11-21T05:57:31.976" v="12658" actId="478"/>
          <ac:cxnSpMkLst>
            <pc:docMk/>
            <pc:sldMk cId="1047128627" sldId="1270"/>
            <ac:cxnSpMk id="6" creationId="{2BA717CE-AA35-43DC-F64D-B4C29FFB9CC8}"/>
          </ac:cxnSpMkLst>
        </pc:cxnChg>
        <pc:cxnChg chg="del">
          <ac:chgData name="김명호" userId="e0d603aa-548e-418b-a070-918475337925" providerId="ADAL" clId="{8B80AB5E-623E-4797-A7B0-2AB657381E4C}" dt="2023-11-21T05:57:31.976" v="12658" actId="478"/>
          <ac:cxnSpMkLst>
            <pc:docMk/>
            <pc:sldMk cId="1047128627" sldId="1270"/>
            <ac:cxnSpMk id="9" creationId="{69A4DB93-C576-F0EB-5169-7F45CF5C183D}"/>
          </ac:cxnSpMkLst>
        </pc:cxnChg>
        <pc:cxnChg chg="add mod">
          <ac:chgData name="김명호" userId="e0d603aa-548e-418b-a070-918475337925" providerId="ADAL" clId="{8B80AB5E-623E-4797-A7B0-2AB657381E4C}" dt="2023-11-21T05:57:38.193" v="12660" actId="1076"/>
          <ac:cxnSpMkLst>
            <pc:docMk/>
            <pc:sldMk cId="1047128627" sldId="1270"/>
            <ac:cxnSpMk id="13" creationId="{8CE9EF7C-A5CA-842A-8B97-326DAF74E11C}"/>
          </ac:cxnSpMkLst>
        </pc:cxnChg>
        <pc:cxnChg chg="del">
          <ac:chgData name="김명호" userId="e0d603aa-548e-418b-a070-918475337925" providerId="ADAL" clId="{8B80AB5E-623E-4797-A7B0-2AB657381E4C}" dt="2023-11-21T05:57:31.976" v="12658" actId="478"/>
          <ac:cxnSpMkLst>
            <pc:docMk/>
            <pc:sldMk cId="1047128627" sldId="1270"/>
            <ac:cxnSpMk id="18" creationId="{66EA8559-480B-34A3-5BEB-35B2A7440E7B}"/>
          </ac:cxnSpMkLst>
        </pc:cxnChg>
        <pc:cxnChg chg="del">
          <ac:chgData name="김명호" userId="e0d603aa-548e-418b-a070-918475337925" providerId="ADAL" clId="{8B80AB5E-623E-4797-A7B0-2AB657381E4C}" dt="2023-11-21T05:57:31.976" v="12658" actId="478"/>
          <ac:cxnSpMkLst>
            <pc:docMk/>
            <pc:sldMk cId="1047128627" sldId="1270"/>
            <ac:cxnSpMk id="20" creationId="{EA19547C-0385-BC0A-C530-7A97608D5A91}"/>
          </ac:cxnSpMkLst>
        </pc:cxnChg>
        <pc:cxnChg chg="del">
          <ac:chgData name="김명호" userId="e0d603aa-548e-418b-a070-918475337925" providerId="ADAL" clId="{8B80AB5E-623E-4797-A7B0-2AB657381E4C}" dt="2023-11-21T05:57:31.976" v="12658" actId="478"/>
          <ac:cxnSpMkLst>
            <pc:docMk/>
            <pc:sldMk cId="1047128627" sldId="1270"/>
            <ac:cxnSpMk id="22" creationId="{0AC58FE1-42AD-3998-FB5C-96905BF4B069}"/>
          </ac:cxnSpMkLst>
        </pc:cxnChg>
      </pc:sldChg>
      <pc:sldChg chg="del">
        <pc:chgData name="김명호" userId="e0d603aa-548e-418b-a070-918475337925" providerId="ADAL" clId="{8B80AB5E-623E-4797-A7B0-2AB657381E4C}" dt="2023-11-15T11:20:02.001" v="109" actId="47"/>
        <pc:sldMkLst>
          <pc:docMk/>
          <pc:sldMk cId="2738274887" sldId="1270"/>
        </pc:sldMkLst>
      </pc:sldChg>
      <pc:sldChg chg="del">
        <pc:chgData name="김명호" userId="e0d603aa-548e-418b-a070-918475337925" providerId="ADAL" clId="{8B80AB5E-623E-4797-A7B0-2AB657381E4C}" dt="2023-11-15T11:20:01.888" v="107" actId="47"/>
        <pc:sldMkLst>
          <pc:docMk/>
          <pc:sldMk cId="2281295991" sldId="1271"/>
        </pc:sldMkLst>
      </pc:sldChg>
      <pc:sldChg chg="addSp delSp modSp add mod">
        <pc:chgData name="김명호" userId="e0d603aa-548e-418b-a070-918475337925" providerId="ADAL" clId="{8B80AB5E-623E-4797-A7B0-2AB657381E4C}" dt="2023-11-21T06:54:32.319" v="13367" actId="22"/>
        <pc:sldMkLst>
          <pc:docMk/>
          <pc:sldMk cId="3901623075" sldId="1271"/>
        </pc:sldMkLst>
        <pc:spChg chg="add mod">
          <ac:chgData name="김명호" userId="e0d603aa-548e-418b-a070-918475337925" providerId="ADAL" clId="{8B80AB5E-623E-4797-A7B0-2AB657381E4C}" dt="2023-11-21T05:58:27.768" v="12667" actId="1076"/>
          <ac:spMkLst>
            <pc:docMk/>
            <pc:sldMk cId="3901623075" sldId="1271"/>
            <ac:spMk id="5" creationId="{870271B2-842B-10D5-1A69-AF8BDFFF6736}"/>
          </ac:spMkLst>
        </pc:spChg>
        <pc:spChg chg="mod">
          <ac:chgData name="김명호" userId="e0d603aa-548e-418b-a070-918475337925" providerId="ADAL" clId="{8B80AB5E-623E-4797-A7B0-2AB657381E4C}" dt="2023-11-21T05:58:44.141" v="12669" actId="6549"/>
          <ac:spMkLst>
            <pc:docMk/>
            <pc:sldMk cId="3901623075" sldId="1271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5:59:04.845" v="12671"/>
          <ac:spMkLst>
            <pc:docMk/>
            <pc:sldMk cId="3901623075" sldId="1271"/>
            <ac:spMk id="9" creationId="{CE33190E-6192-A8A6-5642-9536EDCF10AC}"/>
          </ac:spMkLst>
        </pc:spChg>
        <pc:spChg chg="mod">
          <ac:chgData name="김명호" userId="e0d603aa-548e-418b-a070-918475337925" providerId="ADAL" clId="{8B80AB5E-623E-4797-A7B0-2AB657381E4C}" dt="2023-11-21T05:59:04.845" v="12671"/>
          <ac:spMkLst>
            <pc:docMk/>
            <pc:sldMk cId="3901623075" sldId="1271"/>
            <ac:spMk id="10" creationId="{9DBD8B11-4FE2-334B-5E4F-70C9F795EEEB}"/>
          </ac:spMkLst>
        </pc:spChg>
        <pc:spChg chg="del">
          <ac:chgData name="김명호" userId="e0d603aa-548e-418b-a070-918475337925" providerId="ADAL" clId="{8B80AB5E-623E-4797-A7B0-2AB657381E4C}" dt="2023-11-21T05:58:21.862" v="12665" actId="478"/>
          <ac:spMkLst>
            <pc:docMk/>
            <pc:sldMk cId="3901623075" sldId="1271"/>
            <ac:spMk id="12" creationId="{3BB4ED10-2DF6-8E80-020A-A8C97B5DDCB6}"/>
          </ac:spMkLst>
        </pc:spChg>
        <pc:spChg chg="mod">
          <ac:chgData name="김명호" userId="e0d603aa-548e-418b-a070-918475337925" providerId="ADAL" clId="{8B80AB5E-623E-4797-A7B0-2AB657381E4C}" dt="2023-11-21T05:59:04.845" v="12671"/>
          <ac:spMkLst>
            <pc:docMk/>
            <pc:sldMk cId="3901623075" sldId="1271"/>
            <ac:spMk id="19" creationId="{66DDF680-3427-E9F8-D1A5-415C034968F2}"/>
          </ac:spMkLst>
        </pc:spChg>
        <pc:spChg chg="mod">
          <ac:chgData name="김명호" userId="e0d603aa-548e-418b-a070-918475337925" providerId="ADAL" clId="{8B80AB5E-623E-4797-A7B0-2AB657381E4C}" dt="2023-11-21T05:59:04.845" v="12671"/>
          <ac:spMkLst>
            <pc:docMk/>
            <pc:sldMk cId="3901623075" sldId="1271"/>
            <ac:spMk id="20" creationId="{11237F44-3617-8DAB-6B8A-BBD3B7BA443A}"/>
          </ac:spMkLst>
        </pc:spChg>
        <pc:spChg chg="add del">
          <ac:chgData name="김명호" userId="e0d603aa-548e-418b-a070-918475337925" providerId="ADAL" clId="{8B80AB5E-623E-4797-A7B0-2AB657381E4C}" dt="2023-11-21T06:54:32.319" v="13367" actId="22"/>
          <ac:spMkLst>
            <pc:docMk/>
            <pc:sldMk cId="3901623075" sldId="1271"/>
            <ac:spMk id="22" creationId="{A559B604-58A5-20F6-5CCC-FF302B8D2A7B}"/>
          </ac:spMkLst>
        </pc:spChg>
        <pc:grpChg chg="add mod">
          <ac:chgData name="김명호" userId="e0d603aa-548e-418b-a070-918475337925" providerId="ADAL" clId="{8B80AB5E-623E-4797-A7B0-2AB657381E4C}" dt="2023-11-21T05:59:04.845" v="12671"/>
          <ac:grpSpMkLst>
            <pc:docMk/>
            <pc:sldMk cId="3901623075" sldId="1271"/>
            <ac:grpSpMk id="8" creationId="{93E0C4DA-5D4E-D876-3BDD-B31D23DAD0F6}"/>
          </ac:grpSpMkLst>
        </pc:grpChg>
        <pc:grpChg chg="del">
          <ac:chgData name="김명호" userId="e0d603aa-548e-418b-a070-918475337925" providerId="ADAL" clId="{8B80AB5E-623E-4797-A7B0-2AB657381E4C}" dt="2023-11-21T05:59:03.761" v="12670" actId="478"/>
          <ac:grpSpMkLst>
            <pc:docMk/>
            <pc:sldMk cId="3901623075" sldId="1271"/>
            <ac:grpSpMk id="14" creationId="{1C490919-4FBF-FBD4-ABB9-9235234D8721}"/>
          </ac:grpSpMkLst>
        </pc:grpChg>
        <pc:grpChg chg="del">
          <ac:chgData name="김명호" userId="e0d603aa-548e-418b-a070-918475337925" providerId="ADAL" clId="{8B80AB5E-623E-4797-A7B0-2AB657381E4C}" dt="2023-11-21T05:59:03.761" v="12670" actId="478"/>
          <ac:grpSpMkLst>
            <pc:docMk/>
            <pc:sldMk cId="3901623075" sldId="1271"/>
            <ac:grpSpMk id="17" creationId="{CDB65634-57DB-E89B-5ECF-5953DE1E6899}"/>
          </ac:grpSpMkLst>
        </pc:grpChg>
        <pc:grpChg chg="add mod">
          <ac:chgData name="김명호" userId="e0d603aa-548e-418b-a070-918475337925" providerId="ADAL" clId="{8B80AB5E-623E-4797-A7B0-2AB657381E4C}" dt="2023-11-21T05:59:04.845" v="12671"/>
          <ac:grpSpMkLst>
            <pc:docMk/>
            <pc:sldMk cId="3901623075" sldId="1271"/>
            <ac:grpSpMk id="18" creationId="{7C04D9C5-E776-4129-3720-B1A9F6F1E104}"/>
          </ac:grpSpMkLst>
        </pc:grpChg>
        <pc:graphicFrameChg chg="mod modGraphic">
          <ac:chgData name="김명호" userId="e0d603aa-548e-418b-a070-918475337925" providerId="ADAL" clId="{8B80AB5E-623E-4797-A7B0-2AB657381E4C}" dt="2023-11-21T06:51:18.882" v="13365"/>
          <ac:graphicFrameMkLst>
            <pc:docMk/>
            <pc:sldMk cId="3901623075" sldId="1271"/>
            <ac:graphicFrameMk id="3" creationId="{EB5E6BEF-7528-22F3-81D3-C88DBE43847E}"/>
          </ac:graphicFrameMkLst>
        </pc:graphicFrameChg>
        <pc:picChg chg="add mod">
          <ac:chgData name="김명호" userId="e0d603aa-548e-418b-a070-918475337925" providerId="ADAL" clId="{8B80AB5E-623E-4797-A7B0-2AB657381E4C}" dt="2023-11-21T05:58:27.768" v="12667" actId="1076"/>
          <ac:picMkLst>
            <pc:docMk/>
            <pc:sldMk cId="3901623075" sldId="1271"/>
            <ac:picMk id="4" creationId="{CF747331-7BA7-83FD-90A9-52285A9A2476}"/>
          </ac:picMkLst>
        </pc:picChg>
        <pc:picChg chg="del">
          <ac:chgData name="김명호" userId="e0d603aa-548e-418b-a070-918475337925" providerId="ADAL" clId="{8B80AB5E-623E-4797-A7B0-2AB657381E4C}" dt="2023-11-21T05:58:19.827" v="12664" actId="478"/>
          <ac:picMkLst>
            <pc:docMk/>
            <pc:sldMk cId="3901623075" sldId="1271"/>
            <ac:picMk id="11" creationId="{7E7F0CBC-6968-13FF-9BC8-DDDC4618FD51}"/>
          </ac:picMkLst>
        </pc:picChg>
        <pc:cxnChg chg="add mod">
          <ac:chgData name="김명호" userId="e0d603aa-548e-418b-a070-918475337925" providerId="ADAL" clId="{8B80AB5E-623E-4797-A7B0-2AB657381E4C}" dt="2023-11-21T05:58:27.768" v="12667" actId="1076"/>
          <ac:cxnSpMkLst>
            <pc:docMk/>
            <pc:sldMk cId="3901623075" sldId="1271"/>
            <ac:cxnSpMk id="6" creationId="{6743E30F-114E-1004-70F4-8626296BEB03}"/>
          </ac:cxnSpMkLst>
        </pc:cxnChg>
        <pc:cxnChg chg="del">
          <ac:chgData name="김명호" userId="e0d603aa-548e-418b-a070-918475337925" providerId="ADAL" clId="{8B80AB5E-623E-4797-A7B0-2AB657381E4C}" dt="2023-11-21T05:58:21.862" v="12665" actId="478"/>
          <ac:cxnSpMkLst>
            <pc:docMk/>
            <pc:sldMk cId="3901623075" sldId="1271"/>
            <ac:cxnSpMk id="13" creationId="{8CE9EF7C-A5CA-842A-8B97-326DAF74E11C}"/>
          </ac:cxnSpMkLst>
        </pc:cxnChg>
      </pc:sldChg>
      <pc:sldChg chg="del">
        <pc:chgData name="김명호" userId="e0d603aa-548e-418b-a070-918475337925" providerId="ADAL" clId="{8B80AB5E-623E-4797-A7B0-2AB657381E4C}" dt="2023-11-15T11:20:02.202" v="113" actId="47"/>
        <pc:sldMkLst>
          <pc:docMk/>
          <pc:sldMk cId="1485434445" sldId="1272"/>
        </pc:sldMkLst>
      </pc:sldChg>
      <pc:sldChg chg="modSp add mod">
        <pc:chgData name="김명호" userId="e0d603aa-548e-418b-a070-918475337925" providerId="ADAL" clId="{8B80AB5E-623E-4797-A7B0-2AB657381E4C}" dt="2023-11-21T06:51:09.096" v="13361"/>
        <pc:sldMkLst>
          <pc:docMk/>
          <pc:sldMk cId="2616384476" sldId="1272"/>
        </pc:sldMkLst>
        <pc:spChg chg="mod">
          <ac:chgData name="김명호" userId="e0d603aa-548e-418b-a070-918475337925" providerId="ADAL" clId="{8B80AB5E-623E-4797-A7B0-2AB657381E4C}" dt="2023-11-21T06:02:41.191" v="13144" actId="20577"/>
          <ac:spMkLst>
            <pc:docMk/>
            <pc:sldMk cId="2616384476" sldId="1272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6:00:40.694" v="12707" actId="1076"/>
          <ac:spMkLst>
            <pc:docMk/>
            <pc:sldMk cId="2616384476" sldId="1272"/>
            <ac:spMk id="9" creationId="{718629F7-40DF-A940-9579-FEC8F10ADB7E}"/>
          </ac:spMkLst>
        </pc:spChg>
        <pc:graphicFrameChg chg="mod">
          <ac:chgData name="김명호" userId="e0d603aa-548e-418b-a070-918475337925" providerId="ADAL" clId="{8B80AB5E-623E-4797-A7B0-2AB657381E4C}" dt="2023-11-21T06:51:09.096" v="13361"/>
          <ac:graphicFrameMkLst>
            <pc:docMk/>
            <pc:sldMk cId="2616384476" sldId="1272"/>
            <ac:graphicFrameMk id="3" creationId="{EB5E6BEF-7528-22F3-81D3-C88DBE43847E}"/>
          </ac:graphicFrameMkLst>
        </pc:graphicFrameChg>
        <pc:picChg chg="mod">
          <ac:chgData name="김명호" userId="e0d603aa-548e-418b-a070-918475337925" providerId="ADAL" clId="{8B80AB5E-623E-4797-A7B0-2AB657381E4C}" dt="2023-11-21T06:00:36.137" v="12706" actId="1076"/>
          <ac:picMkLst>
            <pc:docMk/>
            <pc:sldMk cId="2616384476" sldId="1272"/>
            <ac:picMk id="8" creationId="{8DEDB842-E6A3-6DE0-96E5-5455ED7770C0}"/>
          </ac:picMkLst>
        </pc:picChg>
        <pc:cxnChg chg="mod">
          <ac:chgData name="김명호" userId="e0d603aa-548e-418b-a070-918475337925" providerId="ADAL" clId="{8B80AB5E-623E-4797-A7B0-2AB657381E4C}" dt="2023-11-21T06:00:40.694" v="12707" actId="1076"/>
          <ac:cxnSpMkLst>
            <pc:docMk/>
            <pc:sldMk cId="2616384476" sldId="1272"/>
            <ac:cxnSpMk id="10" creationId="{0BB1E1E5-9B34-1260-6B08-BE142C87D0C6}"/>
          </ac:cxnSpMkLst>
        </pc:cxnChg>
      </pc:sldChg>
      <pc:sldChg chg="del">
        <pc:chgData name="김명호" userId="e0d603aa-548e-418b-a070-918475337925" providerId="ADAL" clId="{8B80AB5E-623E-4797-A7B0-2AB657381E4C}" dt="2023-11-15T11:20:02.151" v="112" actId="47"/>
        <pc:sldMkLst>
          <pc:docMk/>
          <pc:sldMk cId="520318947" sldId="1273"/>
        </pc:sldMkLst>
      </pc:sldChg>
      <pc:sldChg chg="addSp delSp modSp add mod">
        <pc:chgData name="김명호" userId="e0d603aa-548e-418b-a070-918475337925" providerId="ADAL" clId="{8B80AB5E-623E-4797-A7B0-2AB657381E4C}" dt="2023-11-21T06:59:04.092" v="13743" actId="20577"/>
        <pc:sldMkLst>
          <pc:docMk/>
          <pc:sldMk cId="3340225775" sldId="1273"/>
        </pc:sldMkLst>
        <pc:spChg chg="mod">
          <ac:chgData name="김명호" userId="e0d603aa-548e-418b-a070-918475337925" providerId="ADAL" clId="{8B80AB5E-623E-4797-A7B0-2AB657381E4C}" dt="2023-11-21T06:55:48.916" v="13386" actId="1076"/>
          <ac:spMkLst>
            <pc:docMk/>
            <pc:sldMk cId="3340225775" sldId="1273"/>
            <ac:spMk id="5" creationId="{870271B2-842B-10D5-1A69-AF8BDFFF6736}"/>
          </ac:spMkLst>
        </pc:spChg>
        <pc:spChg chg="mod">
          <ac:chgData name="김명호" userId="e0d603aa-548e-418b-a070-918475337925" providerId="ADAL" clId="{8B80AB5E-623E-4797-A7B0-2AB657381E4C}" dt="2023-11-21T06:57:27.837" v="13737" actId="20577"/>
          <ac:spMkLst>
            <pc:docMk/>
            <pc:sldMk cId="3340225775" sldId="1273"/>
            <ac:spMk id="7" creationId="{0C81DD60-D84B-4D3C-8F3E-7D0E22E11300}"/>
          </ac:spMkLst>
        </pc:spChg>
        <pc:grpChg chg="del">
          <ac:chgData name="김명호" userId="e0d603aa-548e-418b-a070-918475337925" providerId="ADAL" clId="{8B80AB5E-623E-4797-A7B0-2AB657381E4C}" dt="2023-11-21T06:57:30.620" v="13738" actId="478"/>
          <ac:grpSpMkLst>
            <pc:docMk/>
            <pc:sldMk cId="3340225775" sldId="1273"/>
            <ac:grpSpMk id="8" creationId="{93E0C4DA-5D4E-D876-3BDD-B31D23DAD0F6}"/>
          </ac:grpSpMkLst>
        </pc:grpChg>
        <pc:grpChg chg="del">
          <ac:chgData name="김명호" userId="e0d603aa-548e-418b-a070-918475337925" providerId="ADAL" clId="{8B80AB5E-623E-4797-A7B0-2AB657381E4C}" dt="2023-11-21T06:57:30.620" v="13738" actId="478"/>
          <ac:grpSpMkLst>
            <pc:docMk/>
            <pc:sldMk cId="3340225775" sldId="1273"/>
            <ac:grpSpMk id="18" creationId="{7C04D9C5-E776-4129-3720-B1A9F6F1E104}"/>
          </ac:grpSpMkLst>
        </pc:grpChg>
        <pc:graphicFrameChg chg="mod modGraphic">
          <ac:chgData name="김명호" userId="e0d603aa-548e-418b-a070-918475337925" providerId="ADAL" clId="{8B80AB5E-623E-4797-A7B0-2AB657381E4C}" dt="2023-11-21T06:59:04.092" v="13743" actId="20577"/>
          <ac:graphicFrameMkLst>
            <pc:docMk/>
            <pc:sldMk cId="3340225775" sldId="1273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1T06:54:54.671" v="13370" actId="478"/>
          <ac:picMkLst>
            <pc:docMk/>
            <pc:sldMk cId="3340225775" sldId="1273"/>
            <ac:picMk id="4" creationId="{CF747331-7BA7-83FD-90A9-52285A9A2476}"/>
          </ac:picMkLst>
        </pc:picChg>
        <pc:picChg chg="add mod ord modCrop">
          <ac:chgData name="김명호" userId="e0d603aa-548e-418b-a070-918475337925" providerId="ADAL" clId="{8B80AB5E-623E-4797-A7B0-2AB657381E4C}" dt="2023-11-21T06:55:21.837" v="13380" actId="167"/>
          <ac:picMkLst>
            <pc:docMk/>
            <pc:sldMk cId="3340225775" sldId="1273"/>
            <ac:picMk id="12" creationId="{0F728874-9BB6-3C8F-8C1B-945127EEA9F2}"/>
          </ac:picMkLst>
        </pc:picChg>
        <pc:cxnChg chg="mod">
          <ac:chgData name="김명호" userId="e0d603aa-548e-418b-a070-918475337925" providerId="ADAL" clId="{8B80AB5E-623E-4797-A7B0-2AB657381E4C}" dt="2023-11-21T06:55:48.916" v="13386" actId="1076"/>
          <ac:cxnSpMkLst>
            <pc:docMk/>
            <pc:sldMk cId="3340225775" sldId="1273"/>
            <ac:cxnSpMk id="6" creationId="{6743E30F-114E-1004-70F4-8626296BEB03}"/>
          </ac:cxnSpMkLst>
        </pc:cxnChg>
      </pc:sldChg>
      <pc:sldChg chg="del">
        <pc:chgData name="김명호" userId="e0d603aa-548e-418b-a070-918475337925" providerId="ADAL" clId="{8B80AB5E-623E-4797-A7B0-2AB657381E4C}" dt="2023-11-15T11:20:02.100" v="111" actId="47"/>
        <pc:sldMkLst>
          <pc:docMk/>
          <pc:sldMk cId="3568341532" sldId="1274"/>
        </pc:sldMkLst>
      </pc:sldChg>
      <pc:sldChg chg="addSp delSp modSp add mod">
        <pc:chgData name="김명호" userId="e0d603aa-548e-418b-a070-918475337925" providerId="ADAL" clId="{8B80AB5E-623E-4797-A7B0-2AB657381E4C}" dt="2023-11-21T07:00:06.178" v="13885" actId="20577"/>
        <pc:sldMkLst>
          <pc:docMk/>
          <pc:sldMk cId="4022669004" sldId="1274"/>
        </pc:sldMkLst>
        <pc:spChg chg="mod">
          <ac:chgData name="김명호" userId="e0d603aa-548e-418b-a070-918475337925" providerId="ADAL" clId="{8B80AB5E-623E-4797-A7B0-2AB657381E4C}" dt="2023-11-21T06:59:46.730" v="13757" actId="14100"/>
          <ac:spMkLst>
            <pc:docMk/>
            <pc:sldMk cId="4022669004" sldId="1274"/>
            <ac:spMk id="5" creationId="{870271B2-842B-10D5-1A69-AF8BDFFF6736}"/>
          </ac:spMkLst>
        </pc:spChg>
        <pc:spChg chg="mod">
          <ac:chgData name="김명호" userId="e0d603aa-548e-418b-a070-918475337925" providerId="ADAL" clId="{8B80AB5E-623E-4797-A7B0-2AB657381E4C}" dt="2023-11-21T07:00:06.178" v="13885" actId="20577"/>
          <ac:spMkLst>
            <pc:docMk/>
            <pc:sldMk cId="4022669004" sldId="1274"/>
            <ac:spMk id="7" creationId="{0C81DD60-D84B-4D3C-8F3E-7D0E22E11300}"/>
          </ac:spMkLst>
        </pc:spChg>
        <pc:graphicFrameChg chg="mod">
          <ac:chgData name="김명호" userId="e0d603aa-548e-418b-a070-918475337925" providerId="ADAL" clId="{8B80AB5E-623E-4797-A7B0-2AB657381E4C}" dt="2023-11-21T06:59:12.729" v="13745"/>
          <ac:graphicFrameMkLst>
            <pc:docMk/>
            <pc:sldMk cId="4022669004" sldId="1274"/>
            <ac:graphicFrameMk id="3" creationId="{EB5E6BEF-7528-22F3-81D3-C88DBE43847E}"/>
          </ac:graphicFrameMkLst>
        </pc:graphicFrameChg>
        <pc:picChg chg="add mod ord modCrop">
          <ac:chgData name="김명호" userId="e0d603aa-548e-418b-a070-918475337925" providerId="ADAL" clId="{8B80AB5E-623E-4797-A7B0-2AB657381E4C}" dt="2023-11-21T06:59:38.234" v="13755" actId="1036"/>
          <ac:picMkLst>
            <pc:docMk/>
            <pc:sldMk cId="4022669004" sldId="1274"/>
            <ac:picMk id="8" creationId="{9506B46A-053E-3B82-5D6B-D8FE3EA7A6E4}"/>
          </ac:picMkLst>
        </pc:picChg>
        <pc:picChg chg="del">
          <ac:chgData name="김명호" userId="e0d603aa-548e-418b-a070-918475337925" providerId="ADAL" clId="{8B80AB5E-623E-4797-A7B0-2AB657381E4C}" dt="2023-11-21T06:59:20.321" v="13746" actId="478"/>
          <ac:picMkLst>
            <pc:docMk/>
            <pc:sldMk cId="4022669004" sldId="1274"/>
            <ac:picMk id="12" creationId="{0F728874-9BB6-3C8F-8C1B-945127EEA9F2}"/>
          </ac:picMkLst>
        </pc:picChg>
        <pc:cxnChg chg="mod">
          <ac:chgData name="김명호" userId="e0d603aa-548e-418b-a070-918475337925" providerId="ADAL" clId="{8B80AB5E-623E-4797-A7B0-2AB657381E4C}" dt="2023-11-21T06:59:49.130" v="13758" actId="1076"/>
          <ac:cxnSpMkLst>
            <pc:docMk/>
            <pc:sldMk cId="4022669004" sldId="1274"/>
            <ac:cxnSpMk id="6" creationId="{6743E30F-114E-1004-70F4-8626296BEB03}"/>
          </ac:cxnSpMkLst>
        </pc:cxnChg>
      </pc:sldChg>
      <pc:sldChg chg="addSp delSp modSp add mod">
        <pc:chgData name="김명호" userId="e0d603aa-548e-418b-a070-918475337925" providerId="ADAL" clId="{8B80AB5E-623E-4797-A7B0-2AB657381E4C}" dt="2023-11-21T08:05:08.480" v="14901" actId="20577"/>
        <pc:sldMkLst>
          <pc:docMk/>
          <pc:sldMk cId="1955626490" sldId="1275"/>
        </pc:sldMkLst>
        <pc:spChg chg="mod">
          <ac:chgData name="김명호" userId="e0d603aa-548e-418b-a070-918475337925" providerId="ADAL" clId="{8B80AB5E-623E-4797-A7B0-2AB657381E4C}" dt="2023-11-21T08:05:08.480" v="14901" actId="20577"/>
          <ac:spMkLst>
            <pc:docMk/>
            <pc:sldMk cId="1955626490" sldId="1275"/>
            <ac:spMk id="7" creationId="{0C81DD60-D84B-4D3C-8F3E-7D0E22E11300}"/>
          </ac:spMkLst>
        </pc:spChg>
        <pc:spChg chg="add mod">
          <ac:chgData name="김명호" userId="e0d603aa-548e-418b-a070-918475337925" providerId="ADAL" clId="{8B80AB5E-623E-4797-A7B0-2AB657381E4C}" dt="2023-11-21T07:55:33.681" v="14225" actId="1076"/>
          <ac:spMkLst>
            <pc:docMk/>
            <pc:sldMk cId="1955626490" sldId="1275"/>
            <ac:spMk id="11" creationId="{DD205B6C-33EB-9A07-23D2-81C360D2F5AA}"/>
          </ac:spMkLst>
        </pc:spChg>
        <pc:spChg chg="add mod">
          <ac:chgData name="김명호" userId="e0d603aa-548e-418b-a070-918475337925" providerId="ADAL" clId="{8B80AB5E-623E-4797-A7B0-2AB657381E4C}" dt="2023-11-21T07:55:27.168" v="14224" actId="1036"/>
          <ac:spMkLst>
            <pc:docMk/>
            <pc:sldMk cId="1955626490" sldId="1275"/>
            <ac:spMk id="13" creationId="{8838FCAD-7D95-1857-D713-AAAA14C03FF1}"/>
          </ac:spMkLst>
        </pc:spChg>
        <pc:spChg chg="del">
          <ac:chgData name="김명호" userId="e0d603aa-548e-418b-a070-918475337925" providerId="ADAL" clId="{8B80AB5E-623E-4797-A7B0-2AB657381E4C}" dt="2023-11-21T07:53:07.594" v="13914" actId="478"/>
          <ac:spMkLst>
            <pc:docMk/>
            <pc:sldMk cId="1955626490" sldId="1275"/>
            <ac:spMk id="14" creationId="{ECFCFE0C-7957-9A80-15FC-3F5AF360E0D8}"/>
          </ac:spMkLst>
        </pc:spChg>
        <pc:spChg chg="add mod">
          <ac:chgData name="김명호" userId="e0d603aa-548e-418b-a070-918475337925" providerId="ADAL" clId="{8B80AB5E-623E-4797-A7B0-2AB657381E4C}" dt="2023-11-21T07:55:59.088" v="14234" actId="1076"/>
          <ac:spMkLst>
            <pc:docMk/>
            <pc:sldMk cId="1955626490" sldId="1275"/>
            <ac:spMk id="18" creationId="{E633E668-5F86-27F8-6307-C5AC83CF6DD0}"/>
          </ac:spMkLst>
        </pc:spChg>
        <pc:spChg chg="add mod">
          <ac:chgData name="김명호" userId="e0d603aa-548e-418b-a070-918475337925" providerId="ADAL" clId="{8B80AB5E-623E-4797-A7B0-2AB657381E4C}" dt="2023-11-21T07:55:55.536" v="14233" actId="1036"/>
          <ac:spMkLst>
            <pc:docMk/>
            <pc:sldMk cId="1955626490" sldId="1275"/>
            <ac:spMk id="19" creationId="{7A67749C-0412-69D6-2992-66AE3BD35F9A}"/>
          </ac:spMkLst>
        </pc:spChg>
        <pc:spChg chg="mod">
          <ac:chgData name="김명호" userId="e0d603aa-548e-418b-a070-918475337925" providerId="ADAL" clId="{8B80AB5E-623E-4797-A7B0-2AB657381E4C}" dt="2023-11-21T07:51:35.866" v="13913" actId="20577"/>
          <ac:spMkLst>
            <pc:docMk/>
            <pc:sldMk cId="1955626490" sldId="1275"/>
            <ac:spMk id="24" creationId="{4B4892DE-C8AE-37A4-B80F-57D38A371F80}"/>
          </ac:spMkLst>
        </pc:spChg>
        <pc:grpChg chg="del">
          <ac:chgData name="김명호" userId="e0d603aa-548e-418b-a070-918475337925" providerId="ADAL" clId="{8B80AB5E-623E-4797-A7B0-2AB657381E4C}" dt="2023-11-21T07:53:09.705" v="13915" actId="478"/>
          <ac:grpSpMkLst>
            <pc:docMk/>
            <pc:sldMk cId="1955626490" sldId="1275"/>
            <ac:grpSpMk id="4" creationId="{8BCC0449-2286-8F8A-E3BB-7DF0D4847C06}"/>
          </ac:grpSpMkLst>
        </pc:grpChg>
        <pc:graphicFrameChg chg="mod modGraphic">
          <ac:chgData name="김명호" userId="e0d603aa-548e-418b-a070-918475337925" providerId="ADAL" clId="{8B80AB5E-623E-4797-A7B0-2AB657381E4C}" dt="2023-11-21T07:56:43.442" v="14239" actId="20577"/>
          <ac:graphicFrameMkLst>
            <pc:docMk/>
            <pc:sldMk cId="1955626490" sldId="1275"/>
            <ac:graphicFrameMk id="3" creationId="{EB5E6BEF-7528-22F3-81D3-C88DBE43847E}"/>
          </ac:graphicFrameMkLst>
        </pc:graphicFrameChg>
        <pc:picChg chg="add del mod">
          <ac:chgData name="김명호" userId="e0d603aa-548e-418b-a070-918475337925" providerId="ADAL" clId="{8B80AB5E-623E-4797-A7B0-2AB657381E4C}" dt="2023-11-21T07:54:25.898" v="14198" actId="478"/>
          <ac:picMkLst>
            <pc:docMk/>
            <pc:sldMk cId="1955626490" sldId="1275"/>
            <ac:picMk id="8" creationId="{00FBF492-B0AB-42CA-E89B-DE0A3004C19E}"/>
          </ac:picMkLst>
        </pc:picChg>
        <pc:picChg chg="del">
          <ac:chgData name="김명호" userId="e0d603aa-548e-418b-a070-918475337925" providerId="ADAL" clId="{8B80AB5E-623E-4797-A7B0-2AB657381E4C}" dt="2023-11-21T07:53:07.594" v="13914" actId="478"/>
          <ac:picMkLst>
            <pc:docMk/>
            <pc:sldMk cId="1955626490" sldId="1275"/>
            <ac:picMk id="9" creationId="{DB8FA43C-2D2C-9814-1207-40DCBB1587FA}"/>
          </ac:picMkLst>
        </pc:picChg>
        <pc:picChg chg="add del mod">
          <ac:chgData name="김명호" userId="e0d603aa-548e-418b-a070-918475337925" providerId="ADAL" clId="{8B80AB5E-623E-4797-A7B0-2AB657381E4C}" dt="2023-11-21T07:55:01.089" v="14209" actId="478"/>
          <ac:picMkLst>
            <pc:docMk/>
            <pc:sldMk cId="1955626490" sldId="1275"/>
            <ac:picMk id="10" creationId="{AF0C9221-2C93-85C9-7358-7B9362520645}"/>
          </ac:picMkLst>
        </pc:picChg>
        <pc:picChg chg="add del mod">
          <ac:chgData name="김명호" userId="e0d603aa-548e-418b-a070-918475337925" providerId="ADAL" clId="{8B80AB5E-623E-4797-A7B0-2AB657381E4C}" dt="2023-11-21T07:55:40.223" v="14226" actId="478"/>
          <ac:picMkLst>
            <pc:docMk/>
            <pc:sldMk cId="1955626490" sldId="1275"/>
            <ac:picMk id="16" creationId="{BF7D638A-2FA5-16EA-1BE5-0C56E4904D6C}"/>
          </ac:picMkLst>
        </pc:picChg>
        <pc:picChg chg="add del mod">
          <ac:chgData name="김명호" userId="e0d603aa-548e-418b-a070-918475337925" providerId="ADAL" clId="{8B80AB5E-623E-4797-A7B0-2AB657381E4C}" dt="2023-11-21T07:55:40.223" v="14226" actId="478"/>
          <ac:picMkLst>
            <pc:docMk/>
            <pc:sldMk cId="1955626490" sldId="1275"/>
            <ac:picMk id="17" creationId="{D477243A-09EE-7DB3-7A42-C7BC3353A39C}"/>
          </ac:picMkLst>
        </pc:picChg>
        <pc:picChg chg="add mod ord modCrop">
          <ac:chgData name="김명호" userId="e0d603aa-548e-418b-a070-918475337925" providerId="ADAL" clId="{8B80AB5E-623E-4797-A7B0-2AB657381E4C}" dt="2023-11-21T07:54:51.838" v="14208" actId="167"/>
          <ac:picMkLst>
            <pc:docMk/>
            <pc:sldMk cId="1955626490" sldId="1275"/>
            <ac:picMk id="22" creationId="{0485E5BA-2240-B99C-D338-198317A423CF}"/>
          </ac:picMkLst>
        </pc:picChg>
        <pc:picChg chg="add mod ord modCrop">
          <ac:chgData name="김명호" userId="e0d603aa-548e-418b-a070-918475337925" providerId="ADAL" clId="{8B80AB5E-623E-4797-A7B0-2AB657381E4C}" dt="2023-11-21T07:55:21.822" v="14219" actId="167"/>
          <ac:picMkLst>
            <pc:docMk/>
            <pc:sldMk cId="1955626490" sldId="1275"/>
            <ac:picMk id="25" creationId="{0F34A7FE-FAB7-6D21-7770-C6CD233F8BD6}"/>
          </ac:picMkLst>
        </pc:picChg>
        <pc:picChg chg="add mod ord">
          <ac:chgData name="김명호" userId="e0d603aa-548e-418b-a070-918475337925" providerId="ADAL" clId="{8B80AB5E-623E-4797-A7B0-2AB657381E4C}" dt="2023-11-21T07:55:51.795" v="14230" actId="167"/>
          <ac:picMkLst>
            <pc:docMk/>
            <pc:sldMk cId="1955626490" sldId="1275"/>
            <ac:picMk id="28" creationId="{3B498481-312B-461E-0EB2-CEB56D54EEAF}"/>
          </ac:picMkLst>
        </pc:picChg>
        <pc:picChg chg="add mod ord">
          <ac:chgData name="김명호" userId="e0d603aa-548e-418b-a070-918475337925" providerId="ADAL" clId="{8B80AB5E-623E-4797-A7B0-2AB657381E4C}" dt="2023-11-21T07:55:51.795" v="14230" actId="167"/>
          <ac:picMkLst>
            <pc:docMk/>
            <pc:sldMk cId="1955626490" sldId="1275"/>
            <ac:picMk id="29" creationId="{AEDE8C83-C4D2-FC70-128D-5D92D5367820}"/>
          </ac:picMkLst>
        </pc:picChg>
        <pc:cxnChg chg="del">
          <ac:chgData name="김명호" userId="e0d603aa-548e-418b-a070-918475337925" providerId="ADAL" clId="{8B80AB5E-623E-4797-A7B0-2AB657381E4C}" dt="2023-11-21T07:53:07.594" v="13914" actId="478"/>
          <ac:cxnSpMkLst>
            <pc:docMk/>
            <pc:sldMk cId="1955626490" sldId="1275"/>
            <ac:cxnSpMk id="12" creationId="{7278CE42-7749-3A24-B244-54FFE65D2205}"/>
          </ac:cxnSpMkLst>
        </pc:cxnChg>
        <pc:cxnChg chg="add mod">
          <ac:chgData name="김명호" userId="e0d603aa-548e-418b-a070-918475337925" providerId="ADAL" clId="{8B80AB5E-623E-4797-A7B0-2AB657381E4C}" dt="2023-11-21T07:55:33.681" v="14225" actId="1076"/>
          <ac:cxnSpMkLst>
            <pc:docMk/>
            <pc:sldMk cId="1955626490" sldId="1275"/>
            <ac:cxnSpMk id="15" creationId="{14C13FF3-C663-BEA9-9A28-EFD0CE87BE97}"/>
          </ac:cxnSpMkLst>
        </pc:cxnChg>
        <pc:cxnChg chg="add mod">
          <ac:chgData name="김명호" userId="e0d603aa-548e-418b-a070-918475337925" providerId="ADAL" clId="{8B80AB5E-623E-4797-A7B0-2AB657381E4C}" dt="2023-11-21T07:55:59.088" v="14234" actId="1076"/>
          <ac:cxnSpMkLst>
            <pc:docMk/>
            <pc:sldMk cId="1955626490" sldId="1275"/>
            <ac:cxnSpMk id="20" creationId="{41A61C67-C8B1-9EAE-D7BD-C134DE4FEE16}"/>
          </ac:cxnSpMkLst>
        </pc:cxnChg>
      </pc:sldChg>
      <pc:sldChg chg="del">
        <pc:chgData name="김명호" userId="e0d603aa-548e-418b-a070-918475337925" providerId="ADAL" clId="{8B80AB5E-623E-4797-A7B0-2AB657381E4C}" dt="2023-11-15T11:20:02.311" v="115" actId="47"/>
        <pc:sldMkLst>
          <pc:docMk/>
          <pc:sldMk cId="2465085187" sldId="1275"/>
        </pc:sldMkLst>
      </pc:sldChg>
      <pc:sldChg chg="addSp delSp modSp add mod">
        <pc:chgData name="김명호" userId="e0d603aa-548e-418b-a070-918475337925" providerId="ADAL" clId="{8B80AB5E-623E-4797-A7B0-2AB657381E4C}" dt="2023-11-21T08:05:17.444" v="14904" actId="1076"/>
        <pc:sldMkLst>
          <pc:docMk/>
          <pc:sldMk cId="100963666" sldId="1276"/>
        </pc:sldMkLst>
        <pc:spChg chg="add mod">
          <ac:chgData name="김명호" userId="e0d603aa-548e-418b-a070-918475337925" providerId="ADAL" clId="{8B80AB5E-623E-4797-A7B0-2AB657381E4C}" dt="2023-11-21T07:57:25.474" v="14254" actId="693"/>
          <ac:spMkLst>
            <pc:docMk/>
            <pc:sldMk cId="100963666" sldId="1276"/>
            <ac:spMk id="4" creationId="{F81F6839-ADE8-49A4-3B97-F5494D52B308}"/>
          </ac:spMkLst>
        </pc:spChg>
        <pc:spChg chg="mod">
          <ac:chgData name="김명호" userId="e0d603aa-548e-418b-a070-918475337925" providerId="ADAL" clId="{8B80AB5E-623E-4797-A7B0-2AB657381E4C}" dt="2023-11-21T08:05:15.220" v="14903"/>
          <ac:spMkLst>
            <pc:docMk/>
            <pc:sldMk cId="100963666" sldId="1276"/>
            <ac:spMk id="7" creationId="{0C81DD60-D84B-4D3C-8F3E-7D0E22E11300}"/>
          </ac:spMkLst>
        </pc:spChg>
        <pc:spChg chg="mod">
          <ac:chgData name="김명호" userId="e0d603aa-548e-418b-a070-918475337925" providerId="ADAL" clId="{8B80AB5E-623E-4797-A7B0-2AB657381E4C}" dt="2023-11-21T07:59:40.881" v="14623"/>
          <ac:spMkLst>
            <pc:docMk/>
            <pc:sldMk cId="100963666" sldId="1276"/>
            <ac:spMk id="8" creationId="{9A58F442-27AA-8B58-00C1-4B69B597ECEE}"/>
          </ac:spMkLst>
        </pc:spChg>
        <pc:spChg chg="mod">
          <ac:chgData name="김명호" userId="e0d603aa-548e-418b-a070-918475337925" providerId="ADAL" clId="{8B80AB5E-623E-4797-A7B0-2AB657381E4C}" dt="2023-11-21T08:03:39.437" v="14823" actId="20577"/>
          <ac:spMkLst>
            <pc:docMk/>
            <pc:sldMk cId="100963666" sldId="1276"/>
            <ac:spMk id="9" creationId="{9FE0A400-1546-2D28-A6AD-E9DA3C51A4B6}"/>
          </ac:spMkLst>
        </pc:spChg>
        <pc:spChg chg="del">
          <ac:chgData name="김명호" userId="e0d603aa-548e-418b-a070-918475337925" providerId="ADAL" clId="{8B80AB5E-623E-4797-A7B0-2AB657381E4C}" dt="2023-11-21T07:56:54.431" v="14243" actId="478"/>
          <ac:spMkLst>
            <pc:docMk/>
            <pc:sldMk cId="100963666" sldId="1276"/>
            <ac:spMk id="11" creationId="{DD205B6C-33EB-9A07-23D2-81C360D2F5AA}"/>
          </ac:spMkLst>
        </pc:spChg>
        <pc:spChg chg="del">
          <ac:chgData name="김명호" userId="e0d603aa-548e-418b-a070-918475337925" providerId="ADAL" clId="{8B80AB5E-623E-4797-A7B0-2AB657381E4C}" dt="2023-11-21T07:56:51.550" v="14242" actId="478"/>
          <ac:spMkLst>
            <pc:docMk/>
            <pc:sldMk cId="100963666" sldId="1276"/>
            <ac:spMk id="13" creationId="{8838FCAD-7D95-1857-D713-AAAA14C03FF1}"/>
          </ac:spMkLst>
        </pc:spChg>
        <pc:spChg chg="del">
          <ac:chgData name="김명호" userId="e0d603aa-548e-418b-a070-918475337925" providerId="ADAL" clId="{8B80AB5E-623E-4797-A7B0-2AB657381E4C}" dt="2023-11-21T07:56:48.154" v="14241" actId="478"/>
          <ac:spMkLst>
            <pc:docMk/>
            <pc:sldMk cId="100963666" sldId="1276"/>
            <ac:spMk id="18" creationId="{E633E668-5F86-27F8-6307-C5AC83CF6DD0}"/>
          </ac:spMkLst>
        </pc:spChg>
        <pc:spChg chg="del">
          <ac:chgData name="김명호" userId="e0d603aa-548e-418b-a070-918475337925" providerId="ADAL" clId="{8B80AB5E-623E-4797-A7B0-2AB657381E4C}" dt="2023-11-21T07:56:48.154" v="14241" actId="478"/>
          <ac:spMkLst>
            <pc:docMk/>
            <pc:sldMk cId="100963666" sldId="1276"/>
            <ac:spMk id="19" creationId="{7A67749C-0412-69D6-2992-66AE3BD35F9A}"/>
          </ac:spMkLst>
        </pc:spChg>
        <pc:grpChg chg="add mod">
          <ac:chgData name="김명호" userId="e0d603aa-548e-418b-a070-918475337925" providerId="ADAL" clId="{8B80AB5E-623E-4797-A7B0-2AB657381E4C}" dt="2023-11-21T08:05:17.444" v="14904" actId="1076"/>
          <ac:grpSpMkLst>
            <pc:docMk/>
            <pc:sldMk cId="100963666" sldId="1276"/>
            <ac:grpSpMk id="6" creationId="{FA3BFB9E-DE82-D521-FA5A-C0D6366D6C59}"/>
          </ac:grpSpMkLst>
        </pc:grpChg>
        <pc:graphicFrameChg chg="mod modGraphic">
          <ac:chgData name="김명호" userId="e0d603aa-548e-418b-a070-918475337925" providerId="ADAL" clId="{8B80AB5E-623E-4797-A7B0-2AB657381E4C}" dt="2023-11-21T07:57:46.193" v="14260" actId="20577"/>
          <ac:graphicFrameMkLst>
            <pc:docMk/>
            <pc:sldMk cId="100963666" sldId="1276"/>
            <ac:graphicFrameMk id="3" creationId="{EB5E6BEF-7528-22F3-81D3-C88DBE43847E}"/>
          </ac:graphicFrameMkLst>
        </pc:graphicFrameChg>
        <pc:picChg chg="del">
          <ac:chgData name="김명호" userId="e0d603aa-548e-418b-a070-918475337925" providerId="ADAL" clId="{8B80AB5E-623E-4797-A7B0-2AB657381E4C}" dt="2023-11-21T07:56:51.550" v="14242" actId="478"/>
          <ac:picMkLst>
            <pc:docMk/>
            <pc:sldMk cId="100963666" sldId="1276"/>
            <ac:picMk id="22" creationId="{0485E5BA-2240-B99C-D338-198317A423CF}"/>
          </ac:picMkLst>
        </pc:picChg>
        <pc:picChg chg="mod">
          <ac:chgData name="김명호" userId="e0d603aa-548e-418b-a070-918475337925" providerId="ADAL" clId="{8B80AB5E-623E-4797-A7B0-2AB657381E4C}" dt="2023-11-21T07:57:03.520" v="14250" actId="1035"/>
          <ac:picMkLst>
            <pc:docMk/>
            <pc:sldMk cId="100963666" sldId="1276"/>
            <ac:picMk id="25" creationId="{0F34A7FE-FAB7-6D21-7770-C6CD233F8BD6}"/>
          </ac:picMkLst>
        </pc:picChg>
        <pc:picChg chg="del">
          <ac:chgData name="김명호" userId="e0d603aa-548e-418b-a070-918475337925" providerId="ADAL" clId="{8B80AB5E-623E-4797-A7B0-2AB657381E4C}" dt="2023-11-21T07:56:48.154" v="14241" actId="478"/>
          <ac:picMkLst>
            <pc:docMk/>
            <pc:sldMk cId="100963666" sldId="1276"/>
            <ac:picMk id="28" creationId="{3B498481-312B-461E-0EB2-CEB56D54EEAF}"/>
          </ac:picMkLst>
        </pc:picChg>
        <pc:picChg chg="del">
          <ac:chgData name="김명호" userId="e0d603aa-548e-418b-a070-918475337925" providerId="ADAL" clId="{8B80AB5E-623E-4797-A7B0-2AB657381E4C}" dt="2023-11-21T07:56:48.154" v="14241" actId="478"/>
          <ac:picMkLst>
            <pc:docMk/>
            <pc:sldMk cId="100963666" sldId="1276"/>
            <ac:picMk id="29" creationId="{AEDE8C83-C4D2-FC70-128D-5D92D5367820}"/>
          </ac:picMkLst>
        </pc:picChg>
        <pc:cxnChg chg="add mod">
          <ac:chgData name="김명호" userId="e0d603aa-548e-418b-a070-918475337925" providerId="ADAL" clId="{8B80AB5E-623E-4797-A7B0-2AB657381E4C}" dt="2023-11-21T07:57:27.855" v="14255" actId="1076"/>
          <ac:cxnSpMkLst>
            <pc:docMk/>
            <pc:sldMk cId="100963666" sldId="1276"/>
            <ac:cxnSpMk id="5" creationId="{3D6CB2AC-DD46-62CC-BE79-0572022172A8}"/>
          </ac:cxnSpMkLst>
        </pc:cxnChg>
        <pc:cxnChg chg="del mod">
          <ac:chgData name="김명호" userId="e0d603aa-548e-418b-a070-918475337925" providerId="ADAL" clId="{8B80AB5E-623E-4797-A7B0-2AB657381E4C}" dt="2023-11-21T07:56:51.550" v="14242" actId="478"/>
          <ac:cxnSpMkLst>
            <pc:docMk/>
            <pc:sldMk cId="100963666" sldId="1276"/>
            <ac:cxnSpMk id="15" creationId="{14C13FF3-C663-BEA9-9A28-EFD0CE87BE97}"/>
          </ac:cxnSpMkLst>
        </pc:cxnChg>
        <pc:cxnChg chg="del mod">
          <ac:chgData name="김명호" userId="e0d603aa-548e-418b-a070-918475337925" providerId="ADAL" clId="{8B80AB5E-623E-4797-A7B0-2AB657381E4C}" dt="2023-11-21T07:56:48.154" v="14241" actId="478"/>
          <ac:cxnSpMkLst>
            <pc:docMk/>
            <pc:sldMk cId="100963666" sldId="1276"/>
            <ac:cxnSpMk id="20" creationId="{41A61C67-C8B1-9EAE-D7BD-C134DE4FEE16}"/>
          </ac:cxnSpMkLst>
        </pc:cxnChg>
      </pc:sldChg>
      <pc:sldChg chg="del">
        <pc:chgData name="김명호" userId="e0d603aa-548e-418b-a070-918475337925" providerId="ADAL" clId="{8B80AB5E-623E-4797-A7B0-2AB657381E4C}" dt="2023-11-15T11:20:02.257" v="114" actId="47"/>
        <pc:sldMkLst>
          <pc:docMk/>
          <pc:sldMk cId="3895168311" sldId="1276"/>
        </pc:sldMkLst>
      </pc:sldChg>
      <pc:sldChg chg="del">
        <pc:chgData name="김명호" userId="e0d603aa-548e-418b-a070-918475337925" providerId="ADAL" clId="{8B80AB5E-623E-4797-A7B0-2AB657381E4C}" dt="2023-11-15T11:20:02.371" v="116" actId="47"/>
        <pc:sldMkLst>
          <pc:docMk/>
          <pc:sldMk cId="2552596326" sldId="1278"/>
        </pc:sldMkLst>
      </pc:sldChg>
      <pc:sldChg chg="del">
        <pc:chgData name="김명호" userId="e0d603aa-548e-418b-a070-918475337925" providerId="ADAL" clId="{8B80AB5E-623E-4797-A7B0-2AB657381E4C}" dt="2023-11-15T11:20:02.422" v="117" actId="47"/>
        <pc:sldMkLst>
          <pc:docMk/>
          <pc:sldMk cId="2650630402" sldId="1279"/>
        </pc:sldMkLst>
      </pc:sldChg>
      <pc:sldChg chg="del">
        <pc:chgData name="김명호" userId="e0d603aa-548e-418b-a070-918475337925" providerId="ADAL" clId="{8B80AB5E-623E-4797-A7B0-2AB657381E4C}" dt="2023-11-15T11:20:02.587" v="120" actId="47"/>
        <pc:sldMkLst>
          <pc:docMk/>
          <pc:sldMk cId="484620486" sldId="1280"/>
        </pc:sldMkLst>
      </pc:sldChg>
      <pc:sldChg chg="del">
        <pc:chgData name="김명호" userId="e0d603aa-548e-418b-a070-918475337925" providerId="ADAL" clId="{8B80AB5E-623E-4797-A7B0-2AB657381E4C}" dt="2023-11-15T11:20:02.473" v="118" actId="47"/>
        <pc:sldMkLst>
          <pc:docMk/>
          <pc:sldMk cId="2968431506" sldId="1281"/>
        </pc:sldMkLst>
      </pc:sldChg>
      <pc:sldChg chg="del">
        <pc:chgData name="김명호" userId="e0d603aa-548e-418b-a070-918475337925" providerId="ADAL" clId="{8B80AB5E-623E-4797-A7B0-2AB657381E4C}" dt="2023-11-15T11:20:02.529" v="119" actId="47"/>
        <pc:sldMkLst>
          <pc:docMk/>
          <pc:sldMk cId="361438128" sldId="1282"/>
        </pc:sldMkLst>
      </pc:sldChg>
      <pc:sldChg chg="del">
        <pc:chgData name="김명호" userId="e0d603aa-548e-418b-a070-918475337925" providerId="ADAL" clId="{8B80AB5E-623E-4797-A7B0-2AB657381E4C}" dt="2023-11-15T11:20:02.647" v="121" actId="47"/>
        <pc:sldMkLst>
          <pc:docMk/>
          <pc:sldMk cId="2900440599" sldId="1283"/>
        </pc:sldMkLst>
      </pc:sldChg>
      <pc:sldChg chg="del">
        <pc:chgData name="김명호" userId="e0d603aa-548e-418b-a070-918475337925" providerId="ADAL" clId="{8B80AB5E-623E-4797-A7B0-2AB657381E4C}" dt="2023-11-15T11:20:02.709" v="122" actId="47"/>
        <pc:sldMkLst>
          <pc:docMk/>
          <pc:sldMk cId="597245971" sldId="1284"/>
        </pc:sldMkLst>
      </pc:sldChg>
      <pc:sldChg chg="del">
        <pc:chgData name="김명호" userId="e0d603aa-548e-418b-a070-918475337925" providerId="ADAL" clId="{8B80AB5E-623E-4797-A7B0-2AB657381E4C}" dt="2023-11-15T11:20:02.762" v="123" actId="47"/>
        <pc:sldMkLst>
          <pc:docMk/>
          <pc:sldMk cId="2463839136" sldId="1285"/>
        </pc:sldMkLst>
      </pc:sldChg>
      <pc:sldChg chg="del">
        <pc:chgData name="김명호" userId="e0d603aa-548e-418b-a070-918475337925" providerId="ADAL" clId="{8B80AB5E-623E-4797-A7B0-2AB657381E4C}" dt="2023-11-15T11:20:02.823" v="124" actId="47"/>
        <pc:sldMkLst>
          <pc:docMk/>
          <pc:sldMk cId="2602070867" sldId="1286"/>
        </pc:sldMkLst>
      </pc:sldChg>
      <pc:sldChg chg="del">
        <pc:chgData name="김명호" userId="e0d603aa-548e-418b-a070-918475337925" providerId="ADAL" clId="{8B80AB5E-623E-4797-A7B0-2AB657381E4C}" dt="2023-11-15T11:20:02.881" v="125" actId="47"/>
        <pc:sldMkLst>
          <pc:docMk/>
          <pc:sldMk cId="2837840231" sldId="1287"/>
        </pc:sldMkLst>
      </pc:sldChg>
      <pc:sldChg chg="del">
        <pc:chgData name="김명호" userId="e0d603aa-548e-418b-a070-918475337925" providerId="ADAL" clId="{8B80AB5E-623E-4797-A7B0-2AB657381E4C}" dt="2023-11-15T11:20:02.936" v="126" actId="47"/>
        <pc:sldMkLst>
          <pc:docMk/>
          <pc:sldMk cId="1495738115" sldId="1288"/>
        </pc:sldMkLst>
      </pc:sldChg>
      <pc:sldChg chg="del">
        <pc:chgData name="김명호" userId="e0d603aa-548e-418b-a070-918475337925" providerId="ADAL" clId="{8B80AB5E-623E-4797-A7B0-2AB657381E4C}" dt="2023-11-15T11:20:03.038" v="128" actId="47"/>
        <pc:sldMkLst>
          <pc:docMk/>
          <pc:sldMk cId="1495462671" sldId="1289"/>
        </pc:sldMkLst>
      </pc:sldChg>
      <pc:sldChg chg="del">
        <pc:chgData name="김명호" userId="e0d603aa-548e-418b-a070-918475337925" providerId="ADAL" clId="{8B80AB5E-623E-4797-A7B0-2AB657381E4C}" dt="2023-11-15T11:20:02.989" v="127" actId="47"/>
        <pc:sldMkLst>
          <pc:docMk/>
          <pc:sldMk cId="3733163512" sldId="1290"/>
        </pc:sldMkLst>
      </pc:sldChg>
      <pc:sldChg chg="del">
        <pc:chgData name="김명호" userId="e0d603aa-548e-418b-a070-918475337925" providerId="ADAL" clId="{8B80AB5E-623E-4797-A7B0-2AB657381E4C}" dt="2023-11-15T11:20:03.743" v="130" actId="47"/>
        <pc:sldMkLst>
          <pc:docMk/>
          <pc:sldMk cId="1100756332" sldId="1291"/>
        </pc:sldMkLst>
      </pc:sldChg>
      <pc:sldChg chg="del">
        <pc:chgData name="김명호" userId="e0d603aa-548e-418b-a070-918475337925" providerId="ADAL" clId="{8B80AB5E-623E-4797-A7B0-2AB657381E4C}" dt="2023-11-15T11:20:03.089" v="129" actId="47"/>
        <pc:sldMkLst>
          <pc:docMk/>
          <pc:sldMk cId="2321739673" sldId="1292"/>
        </pc:sldMkLst>
      </pc:sldChg>
      <pc:sldChg chg="del">
        <pc:chgData name="김명호" userId="e0d603aa-548e-418b-a070-918475337925" providerId="ADAL" clId="{8B80AB5E-623E-4797-A7B0-2AB657381E4C}" dt="2023-11-15T11:20:04.440" v="131" actId="47"/>
        <pc:sldMkLst>
          <pc:docMk/>
          <pc:sldMk cId="2939920213" sldId="1293"/>
        </pc:sldMkLst>
      </pc:sldChg>
      <pc:sldChg chg="del">
        <pc:chgData name="김명호" userId="e0d603aa-548e-418b-a070-918475337925" providerId="ADAL" clId="{8B80AB5E-623E-4797-A7B0-2AB657381E4C}" dt="2023-11-15T11:20:04.683" v="132" actId="47"/>
        <pc:sldMkLst>
          <pc:docMk/>
          <pc:sldMk cId="439643513" sldId="1295"/>
        </pc:sldMkLst>
      </pc:sldChg>
      <pc:sldChg chg="del">
        <pc:chgData name="김명호" userId="e0d603aa-548e-418b-a070-918475337925" providerId="ADAL" clId="{8B80AB5E-623E-4797-A7B0-2AB657381E4C}" dt="2023-11-15T11:20:04.768" v="133" actId="47"/>
        <pc:sldMkLst>
          <pc:docMk/>
          <pc:sldMk cId="3838450971" sldId="1297"/>
        </pc:sldMkLst>
      </pc:sldChg>
      <pc:sldChg chg="del">
        <pc:chgData name="김명호" userId="e0d603aa-548e-418b-a070-918475337925" providerId="ADAL" clId="{8B80AB5E-623E-4797-A7B0-2AB657381E4C}" dt="2023-11-15T11:20:04.832" v="134" actId="47"/>
        <pc:sldMkLst>
          <pc:docMk/>
          <pc:sldMk cId="3727965401" sldId="1298"/>
        </pc:sldMkLst>
      </pc:sldChg>
      <pc:sldChg chg="del">
        <pc:chgData name="김명호" userId="e0d603aa-548e-418b-a070-918475337925" providerId="ADAL" clId="{8B80AB5E-623E-4797-A7B0-2AB657381E4C}" dt="2023-11-15T11:20:04.896" v="135" actId="47"/>
        <pc:sldMkLst>
          <pc:docMk/>
          <pc:sldMk cId="2667494506" sldId="1299"/>
        </pc:sldMkLst>
      </pc:sldChg>
      <pc:sldChg chg="del">
        <pc:chgData name="김명호" userId="e0d603aa-548e-418b-a070-918475337925" providerId="ADAL" clId="{8B80AB5E-623E-4797-A7B0-2AB657381E4C}" dt="2023-11-15T11:20:04.957" v="136" actId="47"/>
        <pc:sldMkLst>
          <pc:docMk/>
          <pc:sldMk cId="1224469565" sldId="1300"/>
        </pc:sldMkLst>
      </pc:sldChg>
      <pc:sldChg chg="del">
        <pc:chgData name="김명호" userId="e0d603aa-548e-418b-a070-918475337925" providerId="ADAL" clId="{8B80AB5E-623E-4797-A7B0-2AB657381E4C}" dt="2023-11-15T11:20:05.024" v="137" actId="47"/>
        <pc:sldMkLst>
          <pc:docMk/>
          <pc:sldMk cId="3827568494" sldId="1301"/>
        </pc:sldMkLst>
      </pc:sldChg>
      <pc:sldChg chg="del">
        <pc:chgData name="김명호" userId="e0d603aa-548e-418b-a070-918475337925" providerId="ADAL" clId="{8B80AB5E-623E-4797-A7B0-2AB657381E4C}" dt="2023-11-15T11:20:05.077" v="138" actId="47"/>
        <pc:sldMkLst>
          <pc:docMk/>
          <pc:sldMk cId="1531610059" sldId="1303"/>
        </pc:sldMkLst>
      </pc:sldChg>
      <pc:sldChg chg="del">
        <pc:chgData name="김명호" userId="e0d603aa-548e-418b-a070-918475337925" providerId="ADAL" clId="{8B80AB5E-623E-4797-A7B0-2AB657381E4C}" dt="2023-11-15T11:20:05.146" v="139" actId="47"/>
        <pc:sldMkLst>
          <pc:docMk/>
          <pc:sldMk cId="3985820544" sldId="1305"/>
        </pc:sldMkLst>
      </pc:sldChg>
      <pc:sldChg chg="del">
        <pc:chgData name="김명호" userId="e0d603aa-548e-418b-a070-918475337925" providerId="ADAL" clId="{8B80AB5E-623E-4797-A7B0-2AB657381E4C}" dt="2023-11-15T11:20:05.639" v="148" actId="47"/>
        <pc:sldMkLst>
          <pc:docMk/>
          <pc:sldMk cId="2128605699" sldId="1310"/>
        </pc:sldMkLst>
      </pc:sldChg>
      <pc:sldChg chg="del">
        <pc:chgData name="김명호" userId="e0d603aa-548e-418b-a070-918475337925" providerId="ADAL" clId="{8B80AB5E-623E-4797-A7B0-2AB657381E4C}" dt="2023-11-15T11:20:05.197" v="140" actId="47"/>
        <pc:sldMkLst>
          <pc:docMk/>
          <pc:sldMk cId="3199713195" sldId="1311"/>
        </pc:sldMkLst>
      </pc:sldChg>
      <pc:sldChg chg="del">
        <pc:chgData name="김명호" userId="e0d603aa-548e-418b-a070-918475337925" providerId="ADAL" clId="{8B80AB5E-623E-4797-A7B0-2AB657381E4C}" dt="2023-11-15T11:20:05.246" v="141" actId="47"/>
        <pc:sldMkLst>
          <pc:docMk/>
          <pc:sldMk cId="780203822" sldId="1312"/>
        </pc:sldMkLst>
      </pc:sldChg>
      <pc:sldChg chg="del">
        <pc:chgData name="김명호" userId="e0d603aa-548e-418b-a070-918475337925" providerId="ADAL" clId="{8B80AB5E-623E-4797-A7B0-2AB657381E4C}" dt="2023-11-15T11:20:05.373" v="143" actId="47"/>
        <pc:sldMkLst>
          <pc:docMk/>
          <pc:sldMk cId="1030202963" sldId="1313"/>
        </pc:sldMkLst>
      </pc:sldChg>
      <pc:sldChg chg="del">
        <pc:chgData name="김명호" userId="e0d603aa-548e-418b-a070-918475337925" providerId="ADAL" clId="{8B80AB5E-623E-4797-A7B0-2AB657381E4C}" dt="2023-11-15T11:20:05.323" v="142" actId="47"/>
        <pc:sldMkLst>
          <pc:docMk/>
          <pc:sldMk cId="1364553854" sldId="1314"/>
        </pc:sldMkLst>
      </pc:sldChg>
      <pc:sldChg chg="del">
        <pc:chgData name="김명호" userId="e0d603aa-548e-418b-a070-918475337925" providerId="ADAL" clId="{8B80AB5E-623E-4797-A7B0-2AB657381E4C}" dt="2023-11-15T11:20:05.425" v="144" actId="47"/>
        <pc:sldMkLst>
          <pc:docMk/>
          <pc:sldMk cId="1507145212" sldId="1315"/>
        </pc:sldMkLst>
      </pc:sldChg>
      <pc:sldChg chg="del">
        <pc:chgData name="김명호" userId="e0d603aa-548e-418b-a070-918475337925" providerId="ADAL" clId="{8B80AB5E-623E-4797-A7B0-2AB657381E4C}" dt="2023-11-15T11:20:05.478" v="145" actId="47"/>
        <pc:sldMkLst>
          <pc:docMk/>
          <pc:sldMk cId="2873122813" sldId="1316"/>
        </pc:sldMkLst>
      </pc:sldChg>
      <pc:sldChg chg="del">
        <pc:chgData name="김명호" userId="e0d603aa-548e-418b-a070-918475337925" providerId="ADAL" clId="{8B80AB5E-623E-4797-A7B0-2AB657381E4C}" dt="2023-11-15T11:20:05.531" v="146" actId="47"/>
        <pc:sldMkLst>
          <pc:docMk/>
          <pc:sldMk cId="1549033675" sldId="1317"/>
        </pc:sldMkLst>
      </pc:sldChg>
      <pc:sldChg chg="del">
        <pc:chgData name="김명호" userId="e0d603aa-548e-418b-a070-918475337925" providerId="ADAL" clId="{8B80AB5E-623E-4797-A7B0-2AB657381E4C}" dt="2023-11-15T11:20:05.590" v="147" actId="47"/>
        <pc:sldMkLst>
          <pc:docMk/>
          <pc:sldMk cId="2933574779" sldId="1318"/>
        </pc:sldMkLst>
      </pc:sldChg>
      <pc:sldChg chg="del">
        <pc:chgData name="김명호" userId="e0d603aa-548e-418b-a070-918475337925" providerId="ADAL" clId="{8B80AB5E-623E-4797-A7B0-2AB657381E4C}" dt="2023-11-15T11:20:05.693" v="149" actId="47"/>
        <pc:sldMkLst>
          <pc:docMk/>
          <pc:sldMk cId="449420495" sldId="1319"/>
        </pc:sldMkLst>
      </pc:sldChg>
      <pc:sldChg chg="del">
        <pc:chgData name="김명호" userId="e0d603aa-548e-418b-a070-918475337925" providerId="ADAL" clId="{8B80AB5E-623E-4797-A7B0-2AB657381E4C}" dt="2023-11-15T11:20:05.756" v="150" actId="47"/>
        <pc:sldMkLst>
          <pc:docMk/>
          <pc:sldMk cId="4122176090" sldId="1320"/>
        </pc:sldMkLst>
      </pc:sldChg>
      <pc:sldChg chg="del">
        <pc:chgData name="김명호" userId="e0d603aa-548e-418b-a070-918475337925" providerId="ADAL" clId="{8B80AB5E-623E-4797-A7B0-2AB657381E4C}" dt="2023-11-15T11:20:06.058" v="156" actId="47"/>
        <pc:sldMkLst>
          <pc:docMk/>
          <pc:sldMk cId="4200675675" sldId="1322"/>
        </pc:sldMkLst>
      </pc:sldChg>
      <pc:sldChg chg="del">
        <pc:chgData name="김명호" userId="e0d603aa-548e-418b-a070-918475337925" providerId="ADAL" clId="{8B80AB5E-623E-4797-A7B0-2AB657381E4C}" dt="2023-11-15T11:20:06.110" v="157" actId="47"/>
        <pc:sldMkLst>
          <pc:docMk/>
          <pc:sldMk cId="781500531" sldId="1323"/>
        </pc:sldMkLst>
      </pc:sldChg>
      <pc:sldChg chg="del">
        <pc:chgData name="김명호" userId="e0d603aa-548e-418b-a070-918475337925" providerId="ADAL" clId="{8B80AB5E-623E-4797-A7B0-2AB657381E4C}" dt="2023-11-15T11:20:06.173" v="158" actId="47"/>
        <pc:sldMkLst>
          <pc:docMk/>
          <pc:sldMk cId="3674964490" sldId="1324"/>
        </pc:sldMkLst>
      </pc:sldChg>
      <pc:sldChg chg="del">
        <pc:chgData name="김명호" userId="e0d603aa-548e-418b-a070-918475337925" providerId="ADAL" clId="{8B80AB5E-623E-4797-A7B0-2AB657381E4C}" dt="2023-11-15T11:20:06.221" v="159" actId="47"/>
        <pc:sldMkLst>
          <pc:docMk/>
          <pc:sldMk cId="517543876" sldId="1325"/>
        </pc:sldMkLst>
      </pc:sldChg>
      <pc:sldChg chg="del">
        <pc:chgData name="김명호" userId="e0d603aa-548e-418b-a070-918475337925" providerId="ADAL" clId="{8B80AB5E-623E-4797-A7B0-2AB657381E4C}" dt="2023-11-15T11:20:05.805" v="151" actId="47"/>
        <pc:sldMkLst>
          <pc:docMk/>
          <pc:sldMk cId="729103919" sldId="1326"/>
        </pc:sldMkLst>
      </pc:sldChg>
      <pc:sldChg chg="del">
        <pc:chgData name="김명호" userId="e0d603aa-548e-418b-a070-918475337925" providerId="ADAL" clId="{8B80AB5E-623E-4797-A7B0-2AB657381E4C}" dt="2023-11-15T11:20:05.853" v="152" actId="47"/>
        <pc:sldMkLst>
          <pc:docMk/>
          <pc:sldMk cId="1404549546" sldId="1327"/>
        </pc:sldMkLst>
      </pc:sldChg>
      <pc:sldChg chg="del">
        <pc:chgData name="김명호" userId="e0d603aa-548e-418b-a070-918475337925" providerId="ADAL" clId="{8B80AB5E-623E-4797-A7B0-2AB657381E4C}" dt="2023-11-15T11:20:05.901" v="153" actId="47"/>
        <pc:sldMkLst>
          <pc:docMk/>
          <pc:sldMk cId="784386078" sldId="1328"/>
        </pc:sldMkLst>
      </pc:sldChg>
      <pc:sldChg chg="del">
        <pc:chgData name="김명호" userId="e0d603aa-548e-418b-a070-918475337925" providerId="ADAL" clId="{8B80AB5E-623E-4797-A7B0-2AB657381E4C}" dt="2023-11-15T11:20:05.948" v="154" actId="47"/>
        <pc:sldMkLst>
          <pc:docMk/>
          <pc:sldMk cId="3264352737" sldId="1329"/>
        </pc:sldMkLst>
      </pc:sldChg>
      <pc:sldChg chg="del">
        <pc:chgData name="김명호" userId="e0d603aa-548e-418b-a070-918475337925" providerId="ADAL" clId="{8B80AB5E-623E-4797-A7B0-2AB657381E4C}" dt="2023-11-15T11:20:06.667" v="160" actId="47"/>
        <pc:sldMkLst>
          <pc:docMk/>
          <pc:sldMk cId="3871242632" sldId="1331"/>
        </pc:sldMkLst>
      </pc:sldChg>
      <pc:sldChg chg="del">
        <pc:chgData name="김명호" userId="e0d603aa-548e-418b-a070-918475337925" providerId="ADAL" clId="{8B80AB5E-623E-4797-A7B0-2AB657381E4C}" dt="2023-11-15T11:20:05.997" v="155" actId="47"/>
        <pc:sldMkLst>
          <pc:docMk/>
          <pc:sldMk cId="2843722141" sldId="1332"/>
        </pc:sldMkLst>
      </pc:sldChg>
      <pc:sldChg chg="del">
        <pc:chgData name="김명호" userId="e0d603aa-548e-418b-a070-918475337925" providerId="ADAL" clId="{8B80AB5E-623E-4797-A7B0-2AB657381E4C}" dt="2023-11-15T11:20:07.010" v="162" actId="47"/>
        <pc:sldMkLst>
          <pc:docMk/>
          <pc:sldMk cId="1712874369" sldId="1333"/>
        </pc:sldMkLst>
      </pc:sldChg>
      <pc:sldChg chg="del">
        <pc:chgData name="김명호" userId="e0d603aa-548e-418b-a070-918475337925" providerId="ADAL" clId="{8B80AB5E-623E-4797-A7B0-2AB657381E4C}" dt="2023-11-15T11:20:07.296" v="164" actId="47"/>
        <pc:sldMkLst>
          <pc:docMk/>
          <pc:sldMk cId="468985992" sldId="1334"/>
        </pc:sldMkLst>
      </pc:sldChg>
      <pc:sldChg chg="del">
        <pc:chgData name="김명호" userId="e0d603aa-548e-418b-a070-918475337925" providerId="ADAL" clId="{8B80AB5E-623E-4797-A7B0-2AB657381E4C}" dt="2023-11-15T11:20:07.148" v="163" actId="47"/>
        <pc:sldMkLst>
          <pc:docMk/>
          <pc:sldMk cId="1435893700" sldId="1335"/>
        </pc:sldMkLst>
      </pc:sldChg>
      <pc:sldChg chg="del">
        <pc:chgData name="김명호" userId="e0d603aa-548e-418b-a070-918475337925" providerId="ADAL" clId="{8B80AB5E-623E-4797-A7B0-2AB657381E4C}" dt="2023-11-15T11:20:07.426" v="165" actId="47"/>
        <pc:sldMkLst>
          <pc:docMk/>
          <pc:sldMk cId="3342676789" sldId="1336"/>
        </pc:sldMkLst>
      </pc:sldChg>
      <pc:sldChg chg="del">
        <pc:chgData name="김명호" userId="e0d603aa-548e-418b-a070-918475337925" providerId="ADAL" clId="{8B80AB5E-623E-4797-A7B0-2AB657381E4C}" dt="2023-11-15T11:20:06.886" v="161" actId="47"/>
        <pc:sldMkLst>
          <pc:docMk/>
          <pc:sldMk cId="2682390883" sldId="1337"/>
        </pc:sldMkLst>
      </pc:sldChg>
      <pc:sldChg chg="del">
        <pc:chgData name="김명호" userId="e0d603aa-548e-418b-a070-918475337925" providerId="ADAL" clId="{8B80AB5E-623E-4797-A7B0-2AB657381E4C}" dt="2023-11-15T11:20:07.581" v="166" actId="47"/>
        <pc:sldMkLst>
          <pc:docMk/>
          <pc:sldMk cId="850194351" sldId="1338"/>
        </pc:sldMkLst>
      </pc:sldChg>
      <pc:sldChg chg="del">
        <pc:chgData name="김명호" userId="e0d603aa-548e-418b-a070-918475337925" providerId="ADAL" clId="{8B80AB5E-623E-4797-A7B0-2AB657381E4C}" dt="2023-11-15T11:20:07.710" v="167" actId="47"/>
        <pc:sldMkLst>
          <pc:docMk/>
          <pc:sldMk cId="2213596229" sldId="1339"/>
        </pc:sldMkLst>
      </pc:sldChg>
      <pc:sldChg chg="del">
        <pc:chgData name="김명호" userId="e0d603aa-548e-418b-a070-918475337925" providerId="ADAL" clId="{8B80AB5E-623E-4797-A7B0-2AB657381E4C}" dt="2023-11-15T11:20:07.836" v="168" actId="47"/>
        <pc:sldMkLst>
          <pc:docMk/>
          <pc:sldMk cId="2115765827" sldId="1340"/>
        </pc:sldMkLst>
      </pc:sldChg>
      <pc:sldChg chg="del">
        <pc:chgData name="김명호" userId="e0d603aa-548e-418b-a070-918475337925" providerId="ADAL" clId="{8B80AB5E-623E-4797-A7B0-2AB657381E4C}" dt="2023-11-15T11:20:07.963" v="169" actId="47"/>
        <pc:sldMkLst>
          <pc:docMk/>
          <pc:sldMk cId="4225943214" sldId="1342"/>
        </pc:sldMkLst>
      </pc:sldChg>
      <pc:sldChg chg="del">
        <pc:chgData name="김명호" userId="e0d603aa-548e-418b-a070-918475337925" providerId="ADAL" clId="{8B80AB5E-623E-4797-A7B0-2AB657381E4C}" dt="2023-11-15T11:20:08.091" v="170" actId="47"/>
        <pc:sldMkLst>
          <pc:docMk/>
          <pc:sldMk cId="3448584457" sldId="1343"/>
        </pc:sldMkLst>
      </pc:sldChg>
      <pc:sldChg chg="del">
        <pc:chgData name="김명호" userId="e0d603aa-548e-418b-a070-918475337925" providerId="ADAL" clId="{8B80AB5E-623E-4797-A7B0-2AB657381E4C}" dt="2023-11-15T11:20:08.221" v="171" actId="47"/>
        <pc:sldMkLst>
          <pc:docMk/>
          <pc:sldMk cId="3557281895" sldId="1344"/>
        </pc:sldMkLst>
      </pc:sldChg>
      <pc:sldChg chg="del">
        <pc:chgData name="김명호" userId="e0d603aa-548e-418b-a070-918475337925" providerId="ADAL" clId="{8B80AB5E-623E-4797-A7B0-2AB657381E4C}" dt="2023-11-15T11:20:08.347" v="172" actId="47"/>
        <pc:sldMkLst>
          <pc:docMk/>
          <pc:sldMk cId="915577697" sldId="1345"/>
        </pc:sldMkLst>
      </pc:sldChg>
      <pc:sldChg chg="del">
        <pc:chgData name="김명호" userId="e0d603aa-548e-418b-a070-918475337925" providerId="ADAL" clId="{8B80AB5E-623E-4797-A7B0-2AB657381E4C}" dt="2023-11-15T11:20:08.488" v="173" actId="47"/>
        <pc:sldMkLst>
          <pc:docMk/>
          <pc:sldMk cId="2551553666" sldId="1346"/>
        </pc:sldMkLst>
      </pc:sldChg>
      <pc:sldChg chg="del">
        <pc:chgData name="김명호" userId="e0d603aa-548e-418b-a070-918475337925" providerId="ADAL" clId="{8B80AB5E-623E-4797-A7B0-2AB657381E4C}" dt="2023-11-15T11:20:08.612" v="174" actId="47"/>
        <pc:sldMkLst>
          <pc:docMk/>
          <pc:sldMk cId="593923077" sldId="1347"/>
        </pc:sldMkLst>
      </pc:sldChg>
      <pc:sldChg chg="del">
        <pc:chgData name="김명호" userId="e0d603aa-548e-418b-a070-918475337925" providerId="ADAL" clId="{8B80AB5E-623E-4797-A7B0-2AB657381E4C}" dt="2023-11-15T11:20:08.999" v="177" actId="47"/>
        <pc:sldMkLst>
          <pc:docMk/>
          <pc:sldMk cId="2715922667" sldId="1348"/>
        </pc:sldMkLst>
      </pc:sldChg>
      <pc:sldChg chg="del">
        <pc:chgData name="김명호" userId="e0d603aa-548e-418b-a070-918475337925" providerId="ADAL" clId="{8B80AB5E-623E-4797-A7B0-2AB657381E4C}" dt="2023-11-15T11:20:08.741" v="175" actId="47"/>
        <pc:sldMkLst>
          <pc:docMk/>
          <pc:sldMk cId="4232423886" sldId="1349"/>
        </pc:sldMkLst>
      </pc:sldChg>
      <pc:sldChg chg="del">
        <pc:chgData name="김명호" userId="e0d603aa-548e-418b-a070-918475337925" providerId="ADAL" clId="{8B80AB5E-623E-4797-A7B0-2AB657381E4C}" dt="2023-11-15T11:20:09.201" v="178" actId="47"/>
        <pc:sldMkLst>
          <pc:docMk/>
          <pc:sldMk cId="1471874842" sldId="1350"/>
        </pc:sldMkLst>
      </pc:sldChg>
      <pc:sldChg chg="del">
        <pc:chgData name="김명호" userId="e0d603aa-548e-418b-a070-918475337925" providerId="ADAL" clId="{8B80AB5E-623E-4797-A7B0-2AB657381E4C}" dt="2023-11-15T11:20:08.878" v="176" actId="47"/>
        <pc:sldMkLst>
          <pc:docMk/>
          <pc:sldMk cId="3272142947" sldId="1351"/>
        </pc:sldMkLst>
      </pc:sldChg>
      <pc:sldChg chg="del">
        <pc:chgData name="김명호" userId="e0d603aa-548e-418b-a070-918475337925" providerId="ADAL" clId="{8B80AB5E-623E-4797-A7B0-2AB657381E4C}" dt="2023-11-15T11:20:09.270" v="179" actId="47"/>
        <pc:sldMkLst>
          <pc:docMk/>
          <pc:sldMk cId="2116165651" sldId="1352"/>
        </pc:sldMkLst>
      </pc:sldChg>
      <pc:sldChg chg="del">
        <pc:chgData name="김명호" userId="e0d603aa-548e-418b-a070-918475337925" providerId="ADAL" clId="{8B80AB5E-623E-4797-A7B0-2AB657381E4C}" dt="2023-11-15T11:20:09.402" v="180" actId="47"/>
        <pc:sldMkLst>
          <pc:docMk/>
          <pc:sldMk cId="3376572710" sldId="1353"/>
        </pc:sldMkLst>
      </pc:sldChg>
      <pc:sldChg chg="del">
        <pc:chgData name="김명호" userId="e0d603aa-548e-418b-a070-918475337925" providerId="ADAL" clId="{8B80AB5E-623E-4797-A7B0-2AB657381E4C}" dt="2023-11-15T11:20:09.520" v="181" actId="47"/>
        <pc:sldMkLst>
          <pc:docMk/>
          <pc:sldMk cId="3589996671" sldId="1354"/>
        </pc:sldMkLst>
      </pc:sldChg>
      <pc:sldChg chg="del">
        <pc:chgData name="김명호" userId="e0d603aa-548e-418b-a070-918475337925" providerId="ADAL" clId="{8B80AB5E-623E-4797-A7B0-2AB657381E4C}" dt="2023-11-15T11:20:09.653" v="182" actId="47"/>
        <pc:sldMkLst>
          <pc:docMk/>
          <pc:sldMk cId="1253675464" sldId="1355"/>
        </pc:sldMkLst>
      </pc:sldChg>
      <pc:sldChg chg="del">
        <pc:chgData name="김명호" userId="e0d603aa-548e-418b-a070-918475337925" providerId="ADAL" clId="{8B80AB5E-623E-4797-A7B0-2AB657381E4C}" dt="2023-11-15T11:20:09.779" v="183" actId="47"/>
        <pc:sldMkLst>
          <pc:docMk/>
          <pc:sldMk cId="253413563" sldId="1356"/>
        </pc:sldMkLst>
      </pc:sldChg>
      <pc:sldChg chg="del">
        <pc:chgData name="김명호" userId="e0d603aa-548e-418b-a070-918475337925" providerId="ADAL" clId="{8B80AB5E-623E-4797-A7B0-2AB657381E4C}" dt="2023-11-15T11:20:09.914" v="184" actId="47"/>
        <pc:sldMkLst>
          <pc:docMk/>
          <pc:sldMk cId="869366161" sldId="1357"/>
        </pc:sldMkLst>
      </pc:sldChg>
      <pc:sldChg chg="del">
        <pc:chgData name="김명호" userId="e0d603aa-548e-418b-a070-918475337925" providerId="ADAL" clId="{8B80AB5E-623E-4797-A7B0-2AB657381E4C}" dt="2023-11-15T11:20:10.062" v="185" actId="47"/>
        <pc:sldMkLst>
          <pc:docMk/>
          <pc:sldMk cId="679591167" sldId="1358"/>
        </pc:sldMkLst>
      </pc:sldChg>
      <pc:sldChg chg="del">
        <pc:chgData name="김명호" userId="e0d603aa-548e-418b-a070-918475337925" providerId="ADAL" clId="{8B80AB5E-623E-4797-A7B0-2AB657381E4C}" dt="2023-11-15T11:20:10.348" v="187" actId="47"/>
        <pc:sldMkLst>
          <pc:docMk/>
          <pc:sldMk cId="3759303833" sldId="1359"/>
        </pc:sldMkLst>
      </pc:sldChg>
      <pc:sldChg chg="del">
        <pc:chgData name="김명호" userId="e0d603aa-548e-418b-a070-918475337925" providerId="ADAL" clId="{8B80AB5E-623E-4797-A7B0-2AB657381E4C}" dt="2023-11-15T11:20:10.949" v="188" actId="47"/>
        <pc:sldMkLst>
          <pc:docMk/>
          <pc:sldMk cId="3174202715" sldId="1360"/>
        </pc:sldMkLst>
      </pc:sldChg>
      <pc:sldChg chg="del">
        <pc:chgData name="김명호" userId="e0d603aa-548e-418b-a070-918475337925" providerId="ADAL" clId="{8B80AB5E-623E-4797-A7B0-2AB657381E4C}" dt="2023-11-15T11:20:10.203" v="186" actId="47"/>
        <pc:sldMkLst>
          <pc:docMk/>
          <pc:sldMk cId="2055606894" sldId="1361"/>
        </pc:sldMkLst>
      </pc:sldChg>
      <pc:sldChg chg="del">
        <pc:chgData name="김명호" userId="e0d603aa-548e-418b-a070-918475337925" providerId="ADAL" clId="{8B80AB5E-623E-4797-A7B0-2AB657381E4C}" dt="2023-11-15T11:20:11.213" v="190" actId="47"/>
        <pc:sldMkLst>
          <pc:docMk/>
          <pc:sldMk cId="1425767390" sldId="1362"/>
        </pc:sldMkLst>
      </pc:sldChg>
      <pc:sldChg chg="del">
        <pc:chgData name="김명호" userId="e0d603aa-548e-418b-a070-918475337925" providerId="ADAL" clId="{8B80AB5E-623E-4797-A7B0-2AB657381E4C}" dt="2023-11-15T11:20:11.076" v="189" actId="47"/>
        <pc:sldMkLst>
          <pc:docMk/>
          <pc:sldMk cId="1894937702" sldId="1363"/>
        </pc:sldMkLst>
      </pc:sldChg>
      <pc:sldChg chg="del">
        <pc:chgData name="김명호" userId="e0d603aa-548e-418b-a070-918475337925" providerId="ADAL" clId="{8B80AB5E-623E-4797-A7B0-2AB657381E4C}" dt="2023-11-15T11:20:14.130" v="194" actId="47"/>
        <pc:sldMkLst>
          <pc:docMk/>
          <pc:sldMk cId="472758635" sldId="1364"/>
        </pc:sldMkLst>
      </pc:sldChg>
      <pc:sldChg chg="del">
        <pc:chgData name="김명호" userId="e0d603aa-548e-418b-a070-918475337925" providerId="ADAL" clId="{8B80AB5E-623E-4797-A7B0-2AB657381E4C}" dt="2023-11-15T11:20:11.348" v="191" actId="47"/>
        <pc:sldMkLst>
          <pc:docMk/>
          <pc:sldMk cId="1435966409" sldId="1365"/>
        </pc:sldMkLst>
      </pc:sldChg>
      <pc:sldChg chg="del">
        <pc:chgData name="김명호" userId="e0d603aa-548e-418b-a070-918475337925" providerId="ADAL" clId="{8B80AB5E-623E-4797-A7B0-2AB657381E4C}" dt="2023-11-15T11:20:13.853" v="192" actId="47"/>
        <pc:sldMkLst>
          <pc:docMk/>
          <pc:sldMk cId="2599289030" sldId="1366"/>
        </pc:sldMkLst>
      </pc:sldChg>
      <pc:sldChg chg="del">
        <pc:chgData name="김명호" userId="e0d603aa-548e-418b-a070-918475337925" providerId="ADAL" clId="{8B80AB5E-623E-4797-A7B0-2AB657381E4C}" dt="2023-11-15T11:20:14.003" v="193" actId="47"/>
        <pc:sldMkLst>
          <pc:docMk/>
          <pc:sldMk cId="3887852793" sldId="1367"/>
        </pc:sldMkLst>
      </pc:sldChg>
      <pc:sldChg chg="del">
        <pc:chgData name="김명호" userId="e0d603aa-548e-418b-a070-918475337925" providerId="ADAL" clId="{8B80AB5E-623E-4797-A7B0-2AB657381E4C}" dt="2023-11-15T11:20:14.265" v="195" actId="47"/>
        <pc:sldMkLst>
          <pc:docMk/>
          <pc:sldMk cId="1266289677" sldId="1368"/>
        </pc:sldMkLst>
      </pc:sldChg>
      <pc:sldChg chg="del">
        <pc:chgData name="김명호" userId="e0d603aa-548e-418b-a070-918475337925" providerId="ADAL" clId="{8B80AB5E-623E-4797-A7B0-2AB657381E4C}" dt="2023-11-15T11:20:14.394" v="196" actId="47"/>
        <pc:sldMkLst>
          <pc:docMk/>
          <pc:sldMk cId="4080162918" sldId="1369"/>
        </pc:sldMkLst>
      </pc:sldChg>
      <pc:sldChg chg="del">
        <pc:chgData name="김명호" userId="e0d603aa-548e-418b-a070-918475337925" providerId="ADAL" clId="{8B80AB5E-623E-4797-A7B0-2AB657381E4C}" dt="2023-11-15T11:20:14.530" v="197" actId="47"/>
        <pc:sldMkLst>
          <pc:docMk/>
          <pc:sldMk cId="3035523621" sldId="1370"/>
        </pc:sldMkLst>
      </pc:sldChg>
      <pc:sldChg chg="del">
        <pc:chgData name="김명호" userId="e0d603aa-548e-418b-a070-918475337925" providerId="ADAL" clId="{8B80AB5E-623E-4797-A7B0-2AB657381E4C}" dt="2023-11-15T11:20:14.667" v="198" actId="47"/>
        <pc:sldMkLst>
          <pc:docMk/>
          <pc:sldMk cId="2566669443" sldId="1371"/>
        </pc:sldMkLst>
      </pc:sldChg>
      <pc:sldChg chg="del">
        <pc:chgData name="김명호" userId="e0d603aa-548e-418b-a070-918475337925" providerId="ADAL" clId="{8B80AB5E-623E-4797-A7B0-2AB657381E4C}" dt="2023-11-15T11:20:14.802" v="199" actId="47"/>
        <pc:sldMkLst>
          <pc:docMk/>
          <pc:sldMk cId="3429522601" sldId="1372"/>
        </pc:sldMkLst>
      </pc:sldChg>
      <pc:sldChg chg="del">
        <pc:chgData name="김명호" userId="e0d603aa-548e-418b-a070-918475337925" providerId="ADAL" clId="{8B80AB5E-623E-4797-A7B0-2AB657381E4C}" dt="2023-11-15T11:20:14.963" v="200" actId="47"/>
        <pc:sldMkLst>
          <pc:docMk/>
          <pc:sldMk cId="710769897" sldId="1373"/>
        </pc:sldMkLst>
      </pc:sldChg>
      <pc:sldChg chg="del">
        <pc:chgData name="김명호" userId="e0d603aa-548e-418b-a070-918475337925" providerId="ADAL" clId="{8B80AB5E-623E-4797-A7B0-2AB657381E4C}" dt="2023-11-15T11:20:15.106" v="201" actId="47"/>
        <pc:sldMkLst>
          <pc:docMk/>
          <pc:sldMk cId="798792174" sldId="1374"/>
        </pc:sldMkLst>
      </pc:sldChg>
      <pc:sldChg chg="del">
        <pc:chgData name="김명호" userId="e0d603aa-548e-418b-a070-918475337925" providerId="ADAL" clId="{8B80AB5E-623E-4797-A7B0-2AB657381E4C}" dt="2023-11-15T11:20:15.651" v="202" actId="47"/>
        <pc:sldMkLst>
          <pc:docMk/>
          <pc:sldMk cId="4192994697" sldId="1375"/>
        </pc:sldMkLst>
      </pc:sldChg>
      <pc:sldChg chg="del">
        <pc:chgData name="김명호" userId="e0d603aa-548e-418b-a070-918475337925" providerId="ADAL" clId="{8B80AB5E-623E-4797-A7B0-2AB657381E4C}" dt="2023-11-15T11:20:16.562" v="205" actId="47"/>
        <pc:sldMkLst>
          <pc:docMk/>
          <pc:sldMk cId="2935220789" sldId="1376"/>
        </pc:sldMkLst>
      </pc:sldChg>
      <pc:sldChg chg="del">
        <pc:chgData name="김명호" userId="e0d603aa-548e-418b-a070-918475337925" providerId="ADAL" clId="{8B80AB5E-623E-4797-A7B0-2AB657381E4C}" dt="2023-11-15T11:20:15.870" v="203" actId="47"/>
        <pc:sldMkLst>
          <pc:docMk/>
          <pc:sldMk cId="2102851252" sldId="1377"/>
        </pc:sldMkLst>
      </pc:sldChg>
      <pc:sldChg chg="del">
        <pc:chgData name="김명호" userId="e0d603aa-548e-418b-a070-918475337925" providerId="ADAL" clId="{8B80AB5E-623E-4797-A7B0-2AB657381E4C}" dt="2023-11-15T11:20:16.421" v="204" actId="47"/>
        <pc:sldMkLst>
          <pc:docMk/>
          <pc:sldMk cId="2511703297" sldId="1378"/>
        </pc:sldMkLst>
      </pc:sldChg>
      <pc:sldChg chg="del">
        <pc:chgData name="김명호" userId="e0d603aa-548e-418b-a070-918475337925" providerId="ADAL" clId="{8B80AB5E-623E-4797-A7B0-2AB657381E4C}" dt="2023-11-15T11:20:17.282" v="206" actId="47"/>
        <pc:sldMkLst>
          <pc:docMk/>
          <pc:sldMk cId="389842210" sldId="1379"/>
        </pc:sldMkLst>
      </pc:sldChg>
      <pc:sldChg chg="del">
        <pc:chgData name="김명호" userId="e0d603aa-548e-418b-a070-918475337925" providerId="ADAL" clId="{8B80AB5E-623E-4797-A7B0-2AB657381E4C}" dt="2023-11-15T11:20:17.604" v="207" actId="47"/>
        <pc:sldMkLst>
          <pc:docMk/>
          <pc:sldMk cId="1127171238" sldId="1380"/>
        </pc:sldMkLst>
      </pc:sldChg>
      <pc:sldChg chg="del">
        <pc:chgData name="김명호" userId="e0d603aa-548e-418b-a070-918475337925" providerId="ADAL" clId="{8B80AB5E-623E-4797-A7B0-2AB657381E4C}" dt="2023-11-15T11:20:17.977" v="208" actId="47"/>
        <pc:sldMkLst>
          <pc:docMk/>
          <pc:sldMk cId="249271227" sldId="1381"/>
        </pc:sldMkLst>
      </pc:sldChg>
      <pc:sldChg chg="del">
        <pc:chgData name="김명호" userId="e0d603aa-548e-418b-a070-918475337925" providerId="ADAL" clId="{8B80AB5E-623E-4797-A7B0-2AB657381E4C}" dt="2023-11-15T11:20:18.338" v="209" actId="47"/>
        <pc:sldMkLst>
          <pc:docMk/>
          <pc:sldMk cId="4287194935" sldId="1382"/>
        </pc:sldMkLst>
      </pc:sldChg>
      <pc:sldMasterChg chg="modSp mod">
        <pc:chgData name="김명호" userId="e0d603aa-548e-418b-a070-918475337925" providerId="ADAL" clId="{8B80AB5E-623E-4797-A7B0-2AB657381E4C}" dt="2023-11-15T11:19:24.873" v="63" actId="20577"/>
        <pc:sldMasterMkLst>
          <pc:docMk/>
          <pc:sldMasterMk cId="3730080836" sldId="2147483700"/>
        </pc:sldMasterMkLst>
        <pc:spChg chg="mod">
          <ac:chgData name="김명호" userId="e0d603aa-548e-418b-a070-918475337925" providerId="ADAL" clId="{8B80AB5E-623E-4797-A7B0-2AB657381E4C}" dt="2023-11-15T11:19:24.873" v="63" actId="20577"/>
          <ac:spMkLst>
            <pc:docMk/>
            <pc:sldMasterMk cId="3730080836" sldId="2147483700"/>
            <ac:spMk id="5" creationId="{49D477C1-B80A-436A-873B-8939B1660757}"/>
          </ac:spMkLst>
        </pc:spChg>
      </pc:sldMasterChg>
    </pc:docChg>
  </pc:docChgLst>
</pc:chgInfo>
</file>

<file path=ppt/comments/modernComment_4E5_963F951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8A4E53-57ED-42D6-A9D0-DE57367211D6}" authorId="{D740117B-E5DA-9BED-B104-7FC9594153B9}" created="2024-02-15T01:27:27.3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20749342" sldId="1253"/>
      <ac:spMk id="4" creationId="{B5A8AC2C-2E33-3778-212A-172B38E2D6E6}"/>
    </ac:deMkLst>
    <p188:txBody>
      <a:bodyPr/>
      <a:lstStyle/>
      <a:p>
        <a:r>
          <a:rPr lang="ko-KR" altLang="en-US"/>
          <a:t>결제일자 선택 버튼 disabled 처리됨 </a:t>
        </a:r>
      </a:p>
    </p188:txBody>
  </p188:cm>
</p188:cmLst>
</file>

<file path=ppt/comments/modernComment_4ED_7C582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3A7001A-9F8E-4F9B-94B4-08EB053464B8}" authorId="{D740117B-E5DA-9BED-B104-7FC9594153B9}" created="2024-02-15T07:35:45.390">
    <pc:sldMkLst xmlns:pc="http://schemas.microsoft.com/office/powerpoint/2013/main/command">
      <pc:docMk/>
      <pc:sldMk cId="130384577" sldId="1261"/>
    </pc:sldMkLst>
    <p188:txBody>
      <a:bodyPr/>
      <a:lstStyle/>
      <a:p>
        <a:r>
          <a:rPr lang="ko-KR" altLang="en-US"/>
          <a:t>보험 &gt; 질병 &gt; 건강
'KDB든든한안심보험 장해보장형 표준형_비대면' 상품으로 진행
유인원 인증서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35BE6EE-CA60-4322-A1D5-4F412874D7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8B7296-2E1B-4599-BA95-879B237129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1B5F-6633-49D3-B076-BCD6876A7ED6}" type="datetimeFigureOut">
              <a:rPr lang="ko-KR" altLang="en-US" smtClean="0"/>
              <a:t>2024-02-15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41D0E1-955F-4D62-97C0-BA102859C0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FE3B44-5F7C-477E-9EDA-A7A7B2591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2889-ADBF-4C25-AB51-EEFA3E439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46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r">
              <a:defRPr sz="1200"/>
            </a:lvl1pPr>
          </a:lstStyle>
          <a:p>
            <a:fld id="{83535A04-8F53-42F0-BE68-2A0C56FA6889}" type="datetimeFigureOut">
              <a:rPr lang="ko-KR" altLang="en-US" smtClean="0"/>
              <a:t>2024-02-15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0" rIns="91420" bIns="4571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9"/>
            <a:ext cx="5445760" cy="3913614"/>
          </a:xfrm>
          <a:prstGeom prst="rect">
            <a:avLst/>
          </a:prstGeom>
        </p:spPr>
        <p:txBody>
          <a:bodyPr vert="horz" lIns="91420" tIns="45710" rIns="91420" bIns="4571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r">
              <a:defRPr sz="1200"/>
            </a:lvl1pPr>
          </a:lstStyle>
          <a:p>
            <a:fld id="{649C5E89-AF82-449E-973A-8741335DF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F08ABE-3711-4C3A-BF09-AFEA62CD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8923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7967625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716113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31531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설명">
            <a:extLst>
              <a:ext uri="{FF2B5EF4-FFF2-40B4-BE49-F238E27FC236}">
                <a16:creationId xmlns:a16="http://schemas.microsoft.com/office/drawing/2014/main" id="{D780F0F9-EB12-4D9A-9655-CF42605225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86841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839828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41455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373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95316987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F81531E6-005D-4C3F-B48C-19F54610E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389911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개선방안_좁게_권장(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760106"/>
              </p:ext>
            </p:extLst>
          </p:nvPr>
        </p:nvGraphicFramePr>
        <p:xfrm>
          <a:off x="412705" y="1864800"/>
          <a:ext cx="9080590" cy="47934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934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236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5779353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971E1D3C-7EA5-4003-B239-30BD61B622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54297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제목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78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14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010" y="444925"/>
            <a:ext cx="6436800" cy="2631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lvl="0" defTabSz="457200" latinLnBrk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49D477C1-B80A-436A-873B-8939B1660757}"/>
              </a:ext>
            </a:extLst>
          </p:cNvPr>
          <p:cNvSpPr txBox="1">
            <a:spLocks/>
          </p:cNvSpPr>
          <p:nvPr userDrawn="1"/>
        </p:nvSpPr>
        <p:spPr>
          <a:xfrm>
            <a:off x="7175157" y="117001"/>
            <a:ext cx="2318919" cy="179562"/>
          </a:xfrm>
          <a:prstGeom prst="rect">
            <a:avLst/>
          </a:prstGeom>
        </p:spPr>
        <p:txBody>
          <a:bodyPr lIns="0" rIns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latinLnBrk="1"/>
            <a:r>
              <a:rPr lang="ko-KR" altLang="en-US" sz="800" dirty="0"/>
              <a:t>부산은행 모바일 웹</a:t>
            </a:r>
            <a:r>
              <a:rPr lang="en-US" altLang="ko-KR" sz="800" dirty="0"/>
              <a:t>(</a:t>
            </a:r>
            <a:r>
              <a:rPr lang="ko-KR" altLang="en-US" sz="800" dirty="0"/>
              <a:t>앱</a:t>
            </a:r>
            <a:r>
              <a:rPr lang="en-US" altLang="ko-KR" sz="800" dirty="0"/>
              <a:t>)</a:t>
            </a:r>
            <a:r>
              <a:rPr lang="ko-KR" altLang="en-US" sz="800" dirty="0"/>
              <a:t> 접근성 진단 보고서  </a:t>
            </a:r>
            <a:r>
              <a:rPr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fld id="{57DCFE9F-B2B4-47BC-97BE-9C043A2ED687}" type="slidenum">
              <a:rPr lang="en-US" altLang="ko-KR" sz="8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defTabSz="914400" latinLnBrk="1"/>
              <a:t>‹#›</a:t>
            </a:fld>
            <a:r>
              <a:rPr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sz="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08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6" r:id="rId2"/>
    <p:sldLayoutId id="2147483717" r:id="rId3"/>
    <p:sldLayoutId id="2147483715" r:id="rId4"/>
    <p:sldLayoutId id="2147483718" r:id="rId5"/>
    <p:sldLayoutId id="2147483719" r:id="rId6"/>
    <p:sldLayoutId id="2147483724" r:id="rId7"/>
    <p:sldLayoutId id="2147483720" r:id="rId8"/>
    <p:sldLayoutId id="2147483721" r:id="rId9"/>
    <p:sldLayoutId id="2147483723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900" b="1" kern="1200" spc="-150" dirty="0">
          <a:solidFill>
            <a:schemeClr val="tx1">
              <a:lumMod val="95000"/>
              <a:lumOff val="5000"/>
            </a:schemeClr>
          </a:solidFill>
          <a:latin typeface="+mn-ea"/>
          <a:ea typeface="+mn-ea"/>
          <a:cs typeface="+mn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2" userDrawn="1">
          <p15:clr>
            <a:srgbClr val="F26B43"/>
          </p15:clr>
        </p15:guide>
        <p15:guide id="2" pos="398" userDrawn="1">
          <p15:clr>
            <a:srgbClr val="F26B43"/>
          </p15:clr>
        </p15:guide>
        <p15:guide id="3" pos="5842" userDrawn="1">
          <p15:clr>
            <a:srgbClr val="F26B43"/>
          </p15:clr>
        </p15:guide>
        <p15:guide id="4" pos="5978" userDrawn="1">
          <p15:clr>
            <a:srgbClr val="F26B43"/>
          </p15:clr>
        </p15:guide>
        <p15:guide id="5" pos="3120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2" orient="horz" pos="5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microsoft.com/office/2018/10/relationships/comments" Target="../comments/modernComment_4E5_963F951E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microsoft.com/office/2018/10/relationships/comments" Target="../comments/modernComment_4ED_7C582C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;p1">
            <a:extLst>
              <a:ext uri="{FF2B5EF4-FFF2-40B4-BE49-F238E27FC236}">
                <a16:creationId xmlns:a16="http://schemas.microsoft.com/office/drawing/2014/main" id="{029A339E-21A1-41D7-8EEF-1BB6F1C3B0B0}"/>
              </a:ext>
            </a:extLst>
          </p:cNvPr>
          <p:cNvSpPr txBox="1"/>
          <p:nvPr/>
        </p:nvSpPr>
        <p:spPr>
          <a:xfrm>
            <a:off x="646135" y="2166768"/>
            <a:ext cx="5750933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 algn="l"/>
            <a:r>
              <a:rPr lang="ko-KR" altLang="en-US" sz="2800" dirty="0">
                <a:latin typeface="+mn-ea"/>
                <a:ea typeface="+mn-ea"/>
              </a:rPr>
              <a:t>부산은행 </a:t>
            </a:r>
            <a:r>
              <a:rPr lang="ko-KR" altLang="en-US" sz="2800">
                <a:latin typeface="+mn-ea"/>
                <a:ea typeface="+mn-ea"/>
              </a:rPr>
              <a:t>모바일 애플리케이션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6" name="Google Shape;32;p1">
            <a:extLst>
              <a:ext uri="{FF2B5EF4-FFF2-40B4-BE49-F238E27FC236}">
                <a16:creationId xmlns:a16="http://schemas.microsoft.com/office/drawing/2014/main" id="{648CA881-48B2-44CF-802C-77A8154BE220}"/>
              </a:ext>
            </a:extLst>
          </p:cNvPr>
          <p:cNvSpPr txBox="1"/>
          <p:nvPr/>
        </p:nvSpPr>
        <p:spPr>
          <a:xfrm>
            <a:off x="646135" y="2770910"/>
            <a:ext cx="7342020" cy="67710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>
              <a:defRPr sz="5400" b="1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 algn="l"/>
            <a:r>
              <a:rPr lang="ko-KR" altLang="en-US" sz="44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접근성 진단 보고서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57DC9-C93A-4186-A70B-EE25477B45C9}"/>
              </a:ext>
            </a:extLst>
          </p:cNvPr>
          <p:cNvSpPr txBox="1"/>
          <p:nvPr/>
        </p:nvSpPr>
        <p:spPr>
          <a:xfrm>
            <a:off x="646135" y="3978603"/>
            <a:ext cx="3189216" cy="5693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ko-KR" sz="1600" dirty="0">
                <a:latin typeface="+mn-ea"/>
                <a:ea typeface="+mn-ea"/>
              </a:rPr>
              <a:t>2024</a:t>
            </a:r>
            <a:r>
              <a:rPr lang="ko-KR" altLang="en-US" sz="1600" dirty="0">
                <a:latin typeface="+mn-ea"/>
                <a:ea typeface="+mn-ea"/>
              </a:rPr>
              <a:t>년 </a:t>
            </a:r>
            <a:r>
              <a:rPr lang="en-US" altLang="ko-KR" sz="1600" dirty="0">
                <a:latin typeface="+mn-ea"/>
                <a:ea typeface="+mn-ea"/>
              </a:rPr>
              <a:t>2</a:t>
            </a:r>
            <a:r>
              <a:rPr lang="ko-KR" altLang="en-US" sz="1600" dirty="0">
                <a:latin typeface="+mn-ea"/>
                <a:ea typeface="+mn-ea"/>
              </a:rPr>
              <a:t>월 </a:t>
            </a:r>
            <a:r>
              <a:rPr lang="en-US" altLang="ko-KR" sz="1600" dirty="0">
                <a:latin typeface="+mn-ea"/>
                <a:ea typeface="+mn-ea"/>
              </a:rPr>
              <a:t>15</a:t>
            </a:r>
            <a:r>
              <a:rPr lang="ko-KR" altLang="en-US" sz="1600" dirty="0">
                <a:latin typeface="+mn-ea"/>
                <a:ea typeface="+mn-ea"/>
              </a:rPr>
              <a:t>일</a:t>
            </a:r>
            <a:endParaRPr lang="en-US" altLang="ko-KR" sz="1600" dirty="0">
              <a:latin typeface="+mn-ea"/>
              <a:ea typeface="+mn-ea"/>
            </a:endParaRPr>
          </a:p>
          <a:p>
            <a:pPr>
              <a:spcAft>
                <a:spcPts val="600"/>
              </a:spcAft>
            </a:pP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주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 err="1">
                <a:latin typeface="+mn-ea"/>
                <a:ea typeface="+mn-ea"/>
              </a:rPr>
              <a:t>에스앤씨랩</a:t>
            </a:r>
            <a:endParaRPr lang="ko-KR" altLang="en-US" sz="1600" dirty="0">
              <a:latin typeface="+mn-ea"/>
              <a:ea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0E06FD-0F62-437B-8C74-48CDEDB646D7}"/>
              </a:ext>
            </a:extLst>
          </p:cNvPr>
          <p:cNvGrpSpPr/>
          <p:nvPr/>
        </p:nvGrpSpPr>
        <p:grpSpPr>
          <a:xfrm>
            <a:off x="5942298" y="5931401"/>
            <a:ext cx="3336208" cy="307777"/>
            <a:chOff x="5201082" y="6192270"/>
            <a:chExt cx="3336208" cy="307777"/>
          </a:xfrm>
        </p:grpSpPr>
        <p:pic>
          <p:nvPicPr>
            <p:cNvPr id="13" name="Picture 2" descr="C:\Users\sunnext\Desktop\세미폴더\SNCLAB최종로고수정\로고수정.png">
              <a:extLst>
                <a:ext uri="{FF2B5EF4-FFF2-40B4-BE49-F238E27FC236}">
                  <a16:creationId xmlns:a16="http://schemas.microsoft.com/office/drawing/2014/main" id="{43E613D0-E636-4973-A297-956141759F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11257" y="6218452"/>
              <a:ext cx="926033" cy="254837"/>
            </a:xfrm>
            <a:prstGeom prst="rect">
              <a:avLst/>
            </a:prstGeom>
            <a:noFill/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67A4BD-564E-449D-9C8B-772C40A104DD}"/>
                </a:ext>
              </a:extLst>
            </p:cNvPr>
            <p:cNvSpPr txBox="1"/>
            <p:nvPr/>
          </p:nvSpPr>
          <p:spPr>
            <a:xfrm>
              <a:off x="5201082" y="6192270"/>
              <a:ext cx="214399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>
                  <a:solidFill>
                    <a:schemeClr val="tx1">
                      <a:alpha val="45000"/>
                    </a:schemeClr>
                  </a:solidFill>
                  <a:latin typeface="+mn-ea"/>
                </a:rPr>
                <a:t>Smart &amp; Creative Thinking </a:t>
              </a:r>
            </a:p>
            <a:p>
              <a:pPr algn="r"/>
              <a:r>
                <a:rPr lang="en-US" altLang="ko-KR" sz="1000">
                  <a:solidFill>
                    <a:schemeClr val="tx1">
                      <a:alpha val="45000"/>
                    </a:schemeClr>
                  </a:solidFill>
                  <a:latin typeface="+mn-ea"/>
                </a:rPr>
                <a:t>User Experience Technology</a:t>
              </a:r>
              <a:endParaRPr lang="ko-KR" altLang="en-US" sz="1000">
                <a:solidFill>
                  <a:schemeClr val="tx1">
                    <a:alpha val="45000"/>
                  </a:schemeClr>
                </a:solidFill>
                <a:latin typeface="+mn-ea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094B408-539A-4526-80E3-E3E149B3AAE6}"/>
                </a:ext>
              </a:extLst>
            </p:cNvPr>
            <p:cNvCxnSpPr/>
            <p:nvPr/>
          </p:nvCxnSpPr>
          <p:spPr>
            <a:xfrm>
              <a:off x="7492138" y="6228552"/>
              <a:ext cx="0" cy="22710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CA964287-0B35-B9F6-99E7-B4A9617B84F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825" y="1153900"/>
            <a:ext cx="1945175" cy="50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9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2;p1">
            <a:extLst>
              <a:ext uri="{FF2B5EF4-FFF2-40B4-BE49-F238E27FC236}">
                <a16:creationId xmlns:a16="http://schemas.microsoft.com/office/drawing/2014/main" id="{2DE3EE04-BB26-461A-BF55-753FDF343DEF}"/>
              </a:ext>
            </a:extLst>
          </p:cNvPr>
          <p:cNvSpPr txBox="1"/>
          <p:nvPr/>
        </p:nvSpPr>
        <p:spPr>
          <a:xfrm>
            <a:off x="646135" y="661265"/>
            <a:ext cx="8628040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defRPr sz="5400" b="1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r>
              <a:rPr lang="ko-KR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문서 변경 이력</a:t>
            </a: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978119AB-B35B-4D30-BA38-8140FAF45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058218"/>
              </p:ext>
            </p:extLst>
          </p:nvPr>
        </p:nvGraphicFramePr>
        <p:xfrm>
          <a:off x="631825" y="1335733"/>
          <a:ext cx="8642352" cy="4820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0008">
                  <a:extLst>
                    <a:ext uri="{9D8B030D-6E8A-4147-A177-3AD203B41FA5}">
                      <a16:colId xmlns:a16="http://schemas.microsoft.com/office/drawing/2014/main" val="1098485032"/>
                    </a:ext>
                  </a:extLst>
                </a:gridCol>
                <a:gridCol w="1330008">
                  <a:extLst>
                    <a:ext uri="{9D8B030D-6E8A-4147-A177-3AD203B41FA5}">
                      <a16:colId xmlns:a16="http://schemas.microsoft.com/office/drawing/2014/main" val="2528953290"/>
                    </a:ext>
                  </a:extLst>
                </a:gridCol>
                <a:gridCol w="3362959">
                  <a:extLst>
                    <a:ext uri="{9D8B030D-6E8A-4147-A177-3AD203B41FA5}">
                      <a16:colId xmlns:a16="http://schemas.microsoft.com/office/drawing/2014/main" val="830826969"/>
                    </a:ext>
                  </a:extLst>
                </a:gridCol>
                <a:gridCol w="1623263">
                  <a:extLst>
                    <a:ext uri="{9D8B030D-6E8A-4147-A177-3AD203B41FA5}">
                      <a16:colId xmlns:a16="http://schemas.microsoft.com/office/drawing/2014/main" val="2685032361"/>
                    </a:ext>
                  </a:extLst>
                </a:gridCol>
                <a:gridCol w="996114">
                  <a:extLst>
                    <a:ext uri="{9D8B030D-6E8A-4147-A177-3AD203B41FA5}">
                      <a16:colId xmlns:a16="http://schemas.microsoft.com/office/drawing/2014/main" val="1884465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버전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변경일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변경 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검수자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96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1.0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2024. 02. 06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차 심사 결과 보고서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조가은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김명호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9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1.1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2024. 02. 15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차 </a:t>
                      </a:r>
                      <a:r>
                        <a:rPr lang="ko-KR" altLang="en-US" sz="1200"/>
                        <a:t>심사 오류 개선 </a:t>
                      </a:r>
                      <a:r>
                        <a:rPr lang="ko-KR" altLang="en-US" sz="1200" dirty="0"/>
                        <a:t>이행점검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조가은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김명호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5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155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81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63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5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98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20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21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21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618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6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67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7;p4">
            <a:extLst>
              <a:ext uri="{FF2B5EF4-FFF2-40B4-BE49-F238E27FC236}">
                <a16:creationId xmlns:a16="http://schemas.microsoft.com/office/drawing/2014/main" id="{44F0D469-BD89-4FEE-85D3-862CFE6E82FA}"/>
              </a:ext>
            </a:extLst>
          </p:cNvPr>
          <p:cNvSpPr/>
          <p:nvPr/>
        </p:nvSpPr>
        <p:spPr>
          <a:xfrm>
            <a:off x="1382067" y="1090255"/>
            <a:ext cx="587693" cy="5876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2200">
                <a:solidFill>
                  <a:schemeClr val="tx2"/>
                </a:solidFill>
                <a:latin typeface="+mj-ea"/>
                <a:ea typeface="+mj-ea"/>
              </a:rPr>
              <a:t>Ⅰ</a:t>
            </a:r>
            <a:endParaRPr sz="2200">
              <a:solidFill>
                <a:schemeClr val="tx2"/>
              </a:solidFill>
              <a:latin typeface="+mj-ea"/>
              <a:ea typeface="+mj-ea"/>
              <a:sym typeface="Arial"/>
            </a:endParaRPr>
          </a:p>
        </p:txBody>
      </p:sp>
      <p:sp>
        <p:nvSpPr>
          <p:cNvPr id="4" name="Google Shape;78;p4">
            <a:extLst>
              <a:ext uri="{FF2B5EF4-FFF2-40B4-BE49-F238E27FC236}">
                <a16:creationId xmlns:a16="http://schemas.microsoft.com/office/drawing/2014/main" id="{FEC4E9F8-9F54-4403-818E-7B2AA489689F}"/>
              </a:ext>
            </a:extLst>
          </p:cNvPr>
          <p:cNvSpPr txBox="1"/>
          <p:nvPr/>
        </p:nvSpPr>
        <p:spPr>
          <a:xfrm>
            <a:off x="2159000" y="1128068"/>
            <a:ext cx="5394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800" b="1">
                <a:solidFill>
                  <a:schemeClr val="lt1"/>
                </a:solidFill>
                <a:latin typeface="+mn-ea"/>
                <a:sym typeface="Arial"/>
              </a:rPr>
              <a:t>개요</a:t>
            </a:r>
            <a:endParaRPr b="1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B09DC-00E1-488A-95EB-DE5320F5DD89}"/>
              </a:ext>
            </a:extLst>
          </p:cNvPr>
          <p:cNvSpPr txBox="1"/>
          <p:nvPr/>
        </p:nvSpPr>
        <p:spPr>
          <a:xfrm>
            <a:off x="2159001" y="2184851"/>
            <a:ext cx="1548501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진단 개요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진단 기준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진단 방법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4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진단 개요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6D2088E-D977-4413-8720-4EC7EB1E04E5}"/>
              </a:ext>
            </a:extLst>
          </p:cNvPr>
          <p:cNvGrpSpPr/>
          <p:nvPr/>
        </p:nvGrpSpPr>
        <p:grpSpPr>
          <a:xfrm>
            <a:off x="429000" y="767824"/>
            <a:ext cx="9059931" cy="1131417"/>
            <a:chOff x="429000" y="1004507"/>
            <a:chExt cx="9059931" cy="1131417"/>
          </a:xfrm>
        </p:grpSpPr>
        <p:sp>
          <p:nvSpPr>
            <p:cNvPr id="6" name="텍스트 개체 틀 16">
              <a:extLst>
                <a:ext uri="{FF2B5EF4-FFF2-40B4-BE49-F238E27FC236}">
                  <a16:creationId xmlns:a16="http://schemas.microsoft.com/office/drawing/2014/main" id="{DEC948E3-FBF5-45EE-B6C5-B3EBDB6CD957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786708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>
                  <a:latin typeface="+mn-ea"/>
                  <a:ea typeface="+mn-ea"/>
                </a:rPr>
                <a:t>부산은행 </a:t>
              </a:r>
              <a:r>
                <a:rPr lang="ko-KR" altLang="en-US" sz="1200" b="0">
                  <a:latin typeface="+mn-ea"/>
                  <a:ea typeface="+mn-ea"/>
                </a:rPr>
                <a:t>모바일 애플리케이션</a:t>
              </a:r>
              <a:endParaRPr lang="en-US" altLang="ko-KR" sz="1200" b="0">
                <a:latin typeface="+mn-ea"/>
                <a:ea typeface="+mn-ea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050" b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* </a:t>
              </a:r>
              <a:r>
                <a:rPr lang="ko-KR" altLang="en-US" sz="1050" b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본 진단은 개발계 애플리케이션으로 진행했습니다</a:t>
              </a:r>
              <a:r>
                <a:rPr lang="en-US" altLang="ko-KR" sz="1050" b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.</a:t>
              </a:r>
              <a:endParaRPr lang="en-US" altLang="ko-KR" sz="10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715D6B3-AA0C-4681-97DB-742E3B978D2D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13" name="텍스트 개체 틀 16">
                <a:extLst>
                  <a:ext uri="{FF2B5EF4-FFF2-40B4-BE49-F238E27FC236}">
                    <a16:creationId xmlns:a16="http://schemas.microsoft.com/office/drawing/2014/main" id="{5B18CB72-C004-4346-9B0D-5FDA942AA9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>
                    <a:latin typeface="+mn-ea"/>
                    <a:ea typeface="+mn-ea"/>
                  </a:rPr>
                  <a:t>진단 대상</a:t>
                </a:r>
              </a:p>
            </p:txBody>
          </p:sp>
          <p:sp>
            <p:nvSpPr>
              <p:cNvPr id="14" name="원형: 비어 있음 13">
                <a:extLst>
                  <a:ext uri="{FF2B5EF4-FFF2-40B4-BE49-F238E27FC236}">
                    <a16:creationId xmlns:a16="http://schemas.microsoft.com/office/drawing/2014/main" id="{AC0EA6BA-269A-4339-8AB9-56B4F23767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61359AE-04CA-4C4E-93FB-04C024F975AB}"/>
              </a:ext>
            </a:extLst>
          </p:cNvPr>
          <p:cNvGrpSpPr/>
          <p:nvPr/>
        </p:nvGrpSpPr>
        <p:grpSpPr>
          <a:xfrm>
            <a:off x="415925" y="2303700"/>
            <a:ext cx="9059931" cy="892891"/>
            <a:chOff x="429000" y="1004507"/>
            <a:chExt cx="9059931" cy="892891"/>
          </a:xfrm>
        </p:grpSpPr>
        <p:sp>
          <p:nvSpPr>
            <p:cNvPr id="19" name="텍스트 개체 틀 16">
              <a:extLst>
                <a:ext uri="{FF2B5EF4-FFF2-40B4-BE49-F238E27FC236}">
                  <a16:creationId xmlns:a16="http://schemas.microsoft.com/office/drawing/2014/main" id="{49EB61F0-5091-4064-AF83-C21077B61AEB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548182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+mn-ea"/>
                  <a:ea typeface="+mn-ea"/>
                </a:rPr>
                <a:t>2024</a:t>
              </a:r>
              <a:r>
                <a:rPr lang="ko-KR" altLang="en-US" sz="1200" b="0" dirty="0">
                  <a:latin typeface="+mn-ea"/>
                  <a:ea typeface="+mn-ea"/>
                </a:rPr>
                <a:t>년 </a:t>
              </a:r>
              <a:r>
                <a:rPr lang="en-US" altLang="ko-KR" sz="1200" b="0" dirty="0">
                  <a:latin typeface="+mn-ea"/>
                  <a:ea typeface="+mn-ea"/>
                </a:rPr>
                <a:t>2</a:t>
              </a:r>
              <a:r>
                <a:rPr lang="ko-KR" altLang="en-US" sz="1200" b="0" dirty="0">
                  <a:latin typeface="+mn-ea"/>
                  <a:ea typeface="+mn-ea"/>
                </a:rPr>
                <a:t>월 </a:t>
              </a:r>
              <a:r>
                <a:rPr lang="en-US" altLang="ko-KR" sz="1200" b="0" dirty="0">
                  <a:latin typeface="+mn-ea"/>
                  <a:ea typeface="+mn-ea"/>
                </a:rPr>
                <a:t>14</a:t>
              </a:r>
              <a:r>
                <a:rPr lang="ko-KR" altLang="en-US" sz="1200" b="0" dirty="0">
                  <a:latin typeface="+mn-ea"/>
                  <a:ea typeface="+mn-ea"/>
                </a:rPr>
                <a:t>일 </a:t>
              </a:r>
              <a:r>
                <a:rPr lang="en-US" altLang="ko-KR" sz="1200" b="0" dirty="0">
                  <a:latin typeface="+mn-ea"/>
                  <a:ea typeface="+mn-ea"/>
                </a:rPr>
                <a:t>~ 2024</a:t>
              </a:r>
              <a:r>
                <a:rPr lang="ko-KR" altLang="en-US" sz="1200" b="0" dirty="0">
                  <a:latin typeface="+mn-ea"/>
                  <a:ea typeface="+mn-ea"/>
                </a:rPr>
                <a:t>년 </a:t>
              </a:r>
              <a:r>
                <a:rPr lang="en-US" altLang="ko-KR" sz="1200" b="0" dirty="0">
                  <a:latin typeface="+mn-ea"/>
                  <a:ea typeface="+mn-ea"/>
                </a:rPr>
                <a:t>2</a:t>
              </a:r>
              <a:r>
                <a:rPr lang="ko-KR" altLang="en-US" sz="1200" b="0" dirty="0">
                  <a:latin typeface="+mn-ea"/>
                  <a:ea typeface="+mn-ea"/>
                </a:rPr>
                <a:t>월 </a:t>
              </a:r>
              <a:r>
                <a:rPr lang="en-US" altLang="ko-KR" sz="1200" b="0" dirty="0">
                  <a:latin typeface="+mn-ea"/>
                  <a:ea typeface="+mn-ea"/>
                </a:rPr>
                <a:t>15</a:t>
              </a:r>
              <a:r>
                <a:rPr lang="ko-KR" altLang="en-US" sz="1200" b="0" dirty="0">
                  <a:latin typeface="+mn-ea"/>
                  <a:ea typeface="+mn-ea"/>
                </a:rPr>
                <a:t>일</a:t>
              </a:r>
              <a:endParaRPr lang="en-US" altLang="ko-KR" sz="1200" b="0" dirty="0">
                <a:latin typeface="+mn-ea"/>
                <a:ea typeface="+mn-ea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D16BE54-C13A-4A10-A2E9-486F6FC8BCAE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21" name="텍스트 개체 틀 16">
                <a:extLst>
                  <a:ext uri="{FF2B5EF4-FFF2-40B4-BE49-F238E27FC236}">
                    <a16:creationId xmlns:a16="http://schemas.microsoft.com/office/drawing/2014/main" id="{8C9C35D8-FBEE-481B-A172-4FCE7A15DD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>
                    <a:latin typeface="+mn-ea"/>
                    <a:ea typeface="+mn-ea"/>
                  </a:rPr>
                  <a:t>진단 기간</a:t>
                </a:r>
              </a:p>
            </p:txBody>
          </p:sp>
          <p:sp>
            <p:nvSpPr>
              <p:cNvPr id="22" name="원형: 비어 있음 21">
                <a:extLst>
                  <a:ext uri="{FF2B5EF4-FFF2-40B4-BE49-F238E27FC236}">
                    <a16:creationId xmlns:a16="http://schemas.microsoft.com/office/drawing/2014/main" id="{13AA968E-CA76-4F60-BED5-04507F761D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062F352-6EAB-4B10-AEEA-76730ECB3316}"/>
              </a:ext>
            </a:extLst>
          </p:cNvPr>
          <p:cNvGrpSpPr/>
          <p:nvPr/>
        </p:nvGrpSpPr>
        <p:grpSpPr>
          <a:xfrm>
            <a:off x="423034" y="3568706"/>
            <a:ext cx="9059931" cy="1523833"/>
            <a:chOff x="429000" y="1004507"/>
            <a:chExt cx="9059931" cy="1523833"/>
          </a:xfrm>
        </p:grpSpPr>
        <p:sp>
          <p:nvSpPr>
            <p:cNvPr id="24" name="텍스트 개체 틀 16">
              <a:extLst>
                <a:ext uri="{FF2B5EF4-FFF2-40B4-BE49-F238E27FC236}">
                  <a16:creationId xmlns:a16="http://schemas.microsoft.com/office/drawing/2014/main" id="{9B295392-FB91-4594-8D67-2C3EFB13B1D7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1179124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>
                  <a:latin typeface="+mn-ea"/>
                  <a:ea typeface="+mn-ea"/>
                </a:rPr>
                <a:t>운영체제</a:t>
              </a:r>
              <a:r>
                <a:rPr lang="en-US" altLang="ko-KR" sz="1200" b="0" dirty="0">
                  <a:latin typeface="+mn-ea"/>
                  <a:ea typeface="+mn-ea"/>
                </a:rPr>
                <a:t>(OS)</a:t>
              </a:r>
              <a:br>
                <a:rPr lang="en-US" altLang="ko-KR" sz="1200" b="0" dirty="0">
                  <a:latin typeface="+mn-ea"/>
                  <a:ea typeface="+mn-ea"/>
                </a:rPr>
              </a:br>
              <a:r>
                <a:rPr lang="en-US" altLang="ko-KR" sz="1200" b="0" dirty="0">
                  <a:latin typeface="+mn-ea"/>
                  <a:ea typeface="+mn-ea"/>
                </a:rPr>
                <a:t>Android, iOS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b="0" spc="0" dirty="0">
                  <a:solidFill>
                    <a:srgbClr val="000000"/>
                  </a:solidFill>
                  <a:latin typeface="Spoqa Han Sans Neo Regular"/>
                  <a:ea typeface="Spoqa Han Sans Neo Regular"/>
                </a:rPr>
                <a:t>스크린 리더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poqa Han Sans Neo Regular"/>
                  <a:ea typeface="Spoqa Han Sans Neo Regular"/>
                  <a:cs typeface="+mn-cs"/>
                </a:rPr>
              </a:br>
              <a:r>
                <a:rPr lang="en-US" altLang="ko-KR" sz="1200" b="0" spc="0" dirty="0">
                  <a:solidFill>
                    <a:srgbClr val="000000"/>
                  </a:solidFill>
                  <a:latin typeface="Spoqa Han Sans Neo Regular"/>
                  <a:ea typeface="Spoqa Han Sans Neo Regular"/>
                </a:rPr>
                <a:t>Android: </a:t>
              </a:r>
              <a:r>
                <a:rPr lang="en-US" altLang="ko-KR" sz="1200" b="0" spc="0" dirty="0" err="1">
                  <a:solidFill>
                    <a:srgbClr val="000000"/>
                  </a:solidFill>
                  <a:latin typeface="Spoqa Han Sans Neo Regular"/>
                  <a:ea typeface="Spoqa Han Sans Neo Regular"/>
                </a:rPr>
                <a:t>TalkBack</a:t>
              </a:r>
              <a:r>
                <a:rPr lang="en-US" altLang="ko-KR" sz="1200" b="0" spc="0" dirty="0">
                  <a:solidFill>
                    <a:srgbClr val="000000"/>
                  </a:solidFill>
                  <a:latin typeface="Spoqa Han Sans Neo Regular"/>
                  <a:ea typeface="Spoqa Han Sans Neo Regular"/>
                </a:rPr>
                <a:t>, iOS: </a:t>
              </a:r>
              <a:r>
                <a:rPr lang="en-US" altLang="ko-KR" sz="1200" b="0" spc="0" dirty="0" err="1">
                  <a:solidFill>
                    <a:srgbClr val="000000"/>
                  </a:solidFill>
                  <a:latin typeface="Spoqa Han Sans Neo Regular"/>
                  <a:ea typeface="Spoqa Han Sans Neo Regular"/>
                </a:rPr>
                <a:t>VoiceOver</a:t>
              </a:r>
              <a:endParaRPr lang="en-US" altLang="ko-KR" sz="1050" b="0" dirty="0">
                <a:latin typeface="+mn-ea"/>
                <a:ea typeface="+mn-ea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CEC2FF1-5C6A-486D-87B8-B6B0E53A7055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26" name="텍스트 개체 틀 16">
                <a:extLst>
                  <a:ext uri="{FF2B5EF4-FFF2-40B4-BE49-F238E27FC236}">
                    <a16:creationId xmlns:a16="http://schemas.microsoft.com/office/drawing/2014/main" id="{EBE7DC4B-23FC-4141-93C3-54F2866DB6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>
                    <a:latin typeface="+mn-ea"/>
                    <a:ea typeface="+mn-ea"/>
                  </a:rPr>
                  <a:t>진단 환경</a:t>
                </a:r>
              </a:p>
            </p:txBody>
          </p:sp>
          <p:sp>
            <p:nvSpPr>
              <p:cNvPr id="27" name="원형: 비어 있음 26">
                <a:extLst>
                  <a:ext uri="{FF2B5EF4-FFF2-40B4-BE49-F238E27FC236}">
                    <a16:creationId xmlns:a16="http://schemas.microsoft.com/office/drawing/2014/main" id="{CEE06776-D92C-4015-B4CB-D55B300F2C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726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기준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20FCB6-2DA6-416B-92CD-0337B54B7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778616"/>
              </p:ext>
            </p:extLst>
          </p:nvPr>
        </p:nvGraphicFramePr>
        <p:xfrm>
          <a:off x="429001" y="1455885"/>
          <a:ext cx="9059931" cy="5150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9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4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원칙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지침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(18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검사항목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(37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09">
                <a:tc rowSpan="11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인식의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용이성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0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(Perceivable)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대체 텍스트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자막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수화 등의 제공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영상이나 음성 콘텐츠에는 동등한 내용의 자막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원고 또는 수화가 제공되어야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영상이나 음성 콘텐츠 내 제공되는 모든 음성정보는 동등한 내용의 자막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원고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수화 중 적어도 하나 이상을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5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2.2. </a:t>
                      </a:r>
                      <a:r>
                        <a:rPr lang="ko-KR" altLang="en-US" sz="900" b="0" spc="-1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영상이나 음성 콘텐츠에서 화면에 문자정보가 의미를 가지고 있는 경우 이를 설명하는 별도의 음성 콘텐츠나 원고를 제공해야 한다</a:t>
                      </a:r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5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2.3.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자막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원고 또는 수화는 재생되고 있는 영상이나 음성 콘텐츠와 동기화하여 제공한다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실시간으로 제공되는 영상이나 음성 콘텐츠의 경우는 실시간 자막 또는 수화로 제공할 수 있다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2.4.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음성이나 문자정보 없이 제공되는 영상이나 음성 콘텐츠는 이를 설명하는 화면해설을 제공하는 것이 바람직하다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50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색에 무관한 인식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흑백 디스플레이 사용자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흑백 인쇄물을 보는 사용자 및 고대비 모드 사용자가 인식할 수 있도록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73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명도 대비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3:1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이상으로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73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명확한 지시사항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지시사항은 모양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방향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색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소리 등에 관계없이 인식될 수 있어야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화면에 표시되는 특정 사용자 인터페이스 컴포넌트를 가리키거나 지시사항을 전달하는 경우 가리키고자 하는 사용자 인터페이스 컴포넌트의 실제 명칭이나 그 사용자 인터페이스 컴포넌트가 포함하고 있는 대체 텍스트를 사용해 지칭하거나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하나의 감각에 의존하지 않고 여러 감각을 이용하는 정보를 함께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음성이나 음향을 사용해 지시사항을 전달하는 경우 사용자가 소리를 들을 수 없더라도 지시사항을 인식할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6. (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 기능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 정보는 화면 표시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소리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진동 등 다양한 방법으로 제공되어야 한다</a:t>
                      </a:r>
                      <a:r>
                        <a:rPr lang="en-US" altLang="ko-KR" sz="900" b="0" strike="noStrike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trike="noStrike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중요한 알림 정보는 시각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청각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촉각 등 다양한 감각으로 인식될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알림정보는 사용자가 자신에게 적합한 방법을 선택할 수 있도록 제공하는 것이 바람직하다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042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운용의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용이성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(Operable)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just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(focus)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적용되고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초점은 논리적인 순서로 이동되어야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896373"/>
                  </a:ext>
                </a:extLst>
              </a:tr>
              <a:tr h="160420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06728"/>
                  </a:ext>
                </a:extLst>
              </a:tr>
              <a:tr h="160420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7.3.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96325"/>
                  </a:ext>
                </a:extLst>
              </a:tr>
              <a:tr h="233509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누르기 동작 지원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터치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(touch)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기반 모바일 기기의 모든 컨트롤은 누르기 동작으로 제어할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 개 이상의 손가락을 동시에 이용해야 하는 다중 누르기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(Multi-touch)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팬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(Pan),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끌기와 놓기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(Drag and drop)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등의 복잡한 누르기 동작은 단순한 누르기 동작을 함께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7864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E20F56-C11E-4BEC-8244-ED762E5226AB}"/>
              </a:ext>
            </a:extLst>
          </p:cNvPr>
          <p:cNvSpPr txBox="1"/>
          <p:nvPr/>
        </p:nvSpPr>
        <p:spPr>
          <a:xfrm>
            <a:off x="423307" y="807388"/>
            <a:ext cx="7955922" cy="4137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 dirty="0"/>
              <a:t>모바일 애플리케이션 콘텐츠 지침 </a:t>
            </a:r>
            <a:r>
              <a:rPr lang="en-US" altLang="ko-KR" sz="1200" dirty="0"/>
              <a:t>2.0(Mobile Application Content Accessibility Guidelines 2.0) 37</a:t>
            </a:r>
            <a:r>
              <a:rPr lang="ko-KR" altLang="en-US" sz="1200" dirty="0"/>
              <a:t>개 검사항목과 검사항목 준수 여부를 판단하기 위한 웹 접근성 인증심사 표준 지침을 기준으로 진단 수행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791663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기준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20FCB6-2DA6-416B-92CD-0337B54B7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79776"/>
              </p:ext>
            </p:extLst>
          </p:nvPr>
        </p:nvGraphicFramePr>
        <p:xfrm>
          <a:off x="429001" y="800101"/>
          <a:ext cx="9059931" cy="58051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9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82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원칙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(4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지침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(18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검사항목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(37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120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운용의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용이성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(Operable)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응답시간 조절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제한이 있는 콘텐츠는 응답시간을 조절할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시간제한이 있는 경우에는 제한시간 연장 또는 이를 제어할 수 있는 수단을 함께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57600" marB="576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불가피한 사유로 항의 기능을 제공할 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 없는 경우에는 사용자에게 시간제한이 있다는 것을 미리 알려주고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종료되었을 경우에도 이를 알려주어야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45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정지기능 제공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자동으로 변경되는 콘텐츠는 움직임을 제어할 수 있어야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자동으로 변경되는 콘텐츠에는 앞으로 이동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 이동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 정지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정지와 같이 이를 제어할 수 있는 수단을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41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컨트롤의 크기와 간격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컨트롤은 충분한 크기와 간격으로 제공되어야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11.1.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컨트롤 간에 외곽선을 표시하지 않는 경우 컨트롤 간의 중심간 간격을 충분히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4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11.2.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 기기의 화면크기에 관계없이 컨트롤의 가로와 세로 크기는 각각 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9mm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이상으로 제공하는 것이 바람직하다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0551">
                <a:tc rowSpan="12"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이해의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용이성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(Understand-able)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도움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입력서식 이용 시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251165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별도의 입력 방식이 있는 입력서식에는 입력오류를 방지하기 위하여 입력내용에 대한 설명정보를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398560"/>
                  </a:ext>
                </a:extLst>
              </a:tr>
              <a:tr h="2088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12.3.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 입력 값에 오류가 있는 경우 오류 내용을 이해하고 이를 정정할 수 있도록 해당 오류 내용을 알릴 수 있는 방법을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827086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12.4.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입력서식의 오류 내용을 수정하기 용이하도록 오류가 발생된 지점으로 초점을 이동시키는 것이 바람직하다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690161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인터페이스의 일관성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인터페이스 컴포넌트들은 일관성 있게 배치되어야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화면에 표시되는 콘텐츠들의 배치는 일관성 있게 제공되어야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796876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애플리케이션 내의 유사한 기능을 가지고 있는 컨트롤은 동일하게 제공되어야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520328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깜박거림의 사용 제한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깜빡이거나 번쩍이는 콘텐츠를 제공하지 않아야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화면상에서 깜빡임의 효과를 제공해야 하는 콘텐츠는 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3~50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주기는 피해서 제공하는 것이 바람직하다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05634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불가피하게 사용할 경우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깜빡임을 제공하는 콘텐츠는 사전에 알리고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회피할 수 있는 방법을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25604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자동재생 금지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자동으로 재생되는 배경음을 사용하지 않아야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자동으로 재생되는 배경음은 제공하지 않아야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 미만의 배경음은 예외로 인정한다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73315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배경음을 사용할 경우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사용자가 손쉽게 멈춤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음량조절 등과 같이 이를 제어할 수 있는 수단을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504595"/>
                  </a:ext>
                </a:extLst>
              </a:tr>
              <a:tr h="1305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16. (</a:t>
                      </a:r>
                      <a:r>
                        <a:rPr lang="ko-KR" altLang="en-US" sz="900" b="0" spc="-1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예측가능성</a:t>
                      </a:r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사용자가 의도하지 않은 화면 전환이나 이벤트 등이 실행되는 경우 사용자가 이해할 수 있는 방법으로 제공되어야 한다</a:t>
                      </a:r>
                      <a:r>
                        <a:rPr lang="en-US" altLang="ko-KR" sz="900" b="0" spc="-1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화면이 전환되거나 팝업과 같은 이벤트가 실행되는 경우 이를 예측할 수 있는 방법을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183167"/>
                  </a:ext>
                </a:extLst>
              </a:tr>
              <a:tr h="1326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57600" marB="576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다른 애플리케이션으로 연결 및 전환되는 경우 이를 예측할 수 있는 방법을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620038"/>
                  </a:ext>
                </a:extLst>
              </a:tr>
              <a:tr h="132668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견고성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(Robust)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17.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폰트 관련 기능의 활용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 콘텐츠는 운영체제에서 제공하는 폰트 관련 기능을 활용할 수 있는 방법을 제공해야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텍스트 콘텐츠는 폰트 크기의 조절이 가능하도록 제공되어야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908389"/>
                  </a:ext>
                </a:extLst>
              </a:tr>
              <a:tr h="1326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폰트 관련 기능을 활용할 수 있도록 범용폰트를 활용하는 것이 바람직하다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00832"/>
                  </a:ext>
                </a:extLst>
              </a:tr>
              <a:tr h="1326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18. (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보조기술과의 호환성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인터페이스 컴포넌트는 보조 기술을 이용하여 사용할 수 있도록 해야 한다</a:t>
                      </a:r>
                      <a:r>
                        <a:rPr lang="en-US" altLang="ko-KR" sz="900" b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b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18.1.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운영체제에서 제공하는 기본 사용자 인터페이스 컴포넌트를 최대한 이용하는 것이 바람직하다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26024"/>
                  </a:ext>
                </a:extLst>
              </a:tr>
              <a:tr h="2088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18.2.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부득이하게 기본 사용자 인터페이스 컴포넌트를 사용할 수 없을 시에는 운영체제에서 제공하는 보조 기술을 사용할 수 있도록 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79697"/>
                  </a:ext>
                </a:extLst>
              </a:tr>
              <a:tr h="2088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000" b="0" spc="-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18.3. </a:t>
                      </a:r>
                      <a:r>
                        <a:rPr lang="ko-KR" altLang="en-US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 컴포넌트를 원래의 기능과 다른 기능으로 제공할 경우 사용자가 컨트롤의 기능을 이해할 수 있도록 그 기능에 대한 정보를 제공해야 한다</a:t>
                      </a:r>
                      <a:r>
                        <a:rPr lang="en-US" altLang="ko-KR" sz="900" b="0" kern="1200" spc="-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kern="1200" spc="-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50400" marB="504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187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0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6E36EB2-DB61-4425-8FA0-98537E3A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진단 방법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DB2B2-0731-4254-88AA-0F48F509B9E1}"/>
              </a:ext>
            </a:extLst>
          </p:cNvPr>
          <p:cNvSpPr txBox="1"/>
          <p:nvPr/>
        </p:nvSpPr>
        <p:spPr>
          <a:xfrm>
            <a:off x="423307" y="815700"/>
            <a:ext cx="7955922" cy="4019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 dirty="0"/>
              <a:t>웹 접근성 진단은 접근성 전문가와 </a:t>
            </a:r>
            <a:r>
              <a:rPr lang="ko-KR" altLang="en-US" sz="1200" dirty="0" err="1"/>
              <a:t>전맹</a:t>
            </a:r>
            <a:r>
              <a:rPr lang="ko-KR" altLang="en-US" sz="1200" dirty="0"/>
              <a:t> 시각 장애인 사용자가 국가 표준 웹 접근성 품질 인증 심사와 </a:t>
            </a:r>
            <a:br>
              <a:rPr lang="en-US" altLang="ko-KR" sz="1200" dirty="0"/>
            </a:br>
            <a:r>
              <a:rPr lang="ko-KR" altLang="en-US" sz="1200" dirty="0"/>
              <a:t>동일한 기준과 방법으로 진단 수행</a:t>
            </a:r>
            <a:endParaRPr lang="en-US" altLang="ko-KR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D4E8BC-082C-43C3-A96F-B4F902938671}"/>
              </a:ext>
            </a:extLst>
          </p:cNvPr>
          <p:cNvSpPr/>
          <p:nvPr/>
        </p:nvSpPr>
        <p:spPr>
          <a:xfrm>
            <a:off x="3220426" y="2035750"/>
            <a:ext cx="1920684" cy="544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전문가 진단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2AD1E820-C86B-4A58-B0D0-D9ABF5A64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6364" y="1455020"/>
            <a:ext cx="368808" cy="36880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EA93CC-9A4E-4C27-A2CC-9258829A137C}"/>
              </a:ext>
            </a:extLst>
          </p:cNvPr>
          <p:cNvSpPr/>
          <p:nvPr/>
        </p:nvSpPr>
        <p:spPr>
          <a:xfrm>
            <a:off x="6676249" y="2035750"/>
            <a:ext cx="1920684" cy="544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장애인 사용자 진단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A0014FD-A317-400E-90D9-F8A729B976E2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>
            <a:off x="4180768" y="1823828"/>
            <a:ext cx="0" cy="21192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래픽 14">
            <a:extLst>
              <a:ext uri="{FF2B5EF4-FFF2-40B4-BE49-F238E27FC236}">
                <a16:creationId xmlns:a16="http://schemas.microsoft.com/office/drawing/2014/main" id="{7A1F47D9-7E20-4E04-BBC1-56FF7F5EA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187" y="1457820"/>
            <a:ext cx="368808" cy="36880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D4A0C47-AC61-4376-8490-0D775FF98A2E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7636591" y="1826628"/>
            <a:ext cx="0" cy="20912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24">
            <a:extLst>
              <a:ext uri="{FF2B5EF4-FFF2-40B4-BE49-F238E27FC236}">
                <a16:creationId xmlns:a16="http://schemas.microsoft.com/office/drawing/2014/main" id="{8DE66E96-4099-460C-8F6D-3CED5C7D56FE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2788035"/>
          <a:ext cx="8642350" cy="3129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680">
                  <a:extLst>
                    <a:ext uri="{9D8B030D-6E8A-4147-A177-3AD203B41FA5}">
                      <a16:colId xmlns:a16="http://schemas.microsoft.com/office/drawing/2014/main" val="3213519000"/>
                    </a:ext>
                  </a:extLst>
                </a:gridCol>
                <a:gridCol w="3394335">
                  <a:extLst>
                    <a:ext uri="{9D8B030D-6E8A-4147-A177-3AD203B41FA5}">
                      <a16:colId xmlns:a16="http://schemas.microsoft.com/office/drawing/2014/main" val="3136034544"/>
                    </a:ext>
                  </a:extLst>
                </a:gridCol>
                <a:gridCol w="3394335">
                  <a:extLst>
                    <a:ext uri="{9D8B030D-6E8A-4147-A177-3AD203B41FA5}">
                      <a16:colId xmlns:a16="http://schemas.microsoft.com/office/drawing/2014/main" val="3779783522"/>
                    </a:ext>
                  </a:extLst>
                </a:gridCol>
              </a:tblGrid>
              <a:tr h="852813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진단 내용</a:t>
                      </a:r>
                    </a:p>
                  </a:txBody>
                  <a:tcPr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진단 기준의 정성적 평가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개선 사항 적용 여부 점검</a:t>
                      </a:r>
                    </a:p>
                  </a:txBody>
                  <a:tcPr marL="432000" marR="432000"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전맹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시각 장애인 사용자의 주요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과업별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성공여부 진단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과업 성공률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100%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여부 점검</a:t>
                      </a:r>
                    </a:p>
                  </a:txBody>
                  <a:tcPr marL="432000" marR="432000"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41572"/>
                  </a:ext>
                </a:extLst>
              </a:tr>
              <a:tr h="852813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진단 기준</a:t>
                      </a:r>
                    </a:p>
                  </a:txBody>
                  <a:tcPr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MACAG2.0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 지표를 소스수준에서 평가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 사이트별 주요 과업에 대해 성공 여부 평가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34685"/>
                  </a:ext>
                </a:extLst>
              </a:tr>
              <a:tr h="610346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활용 도구</a:t>
                      </a:r>
                    </a:p>
                  </a:txBody>
                  <a:tcPr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웹 접근성 자동 진단 도구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명도대비 점검 도구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스크린 리더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VoiceOver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Talkback)</a:t>
                      </a: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웹브라우저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확대도구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고대비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모드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9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528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7;p4">
            <a:extLst>
              <a:ext uri="{FF2B5EF4-FFF2-40B4-BE49-F238E27FC236}">
                <a16:creationId xmlns:a16="http://schemas.microsoft.com/office/drawing/2014/main" id="{44F0D469-BD89-4FEE-85D3-862CFE6E82FA}"/>
              </a:ext>
            </a:extLst>
          </p:cNvPr>
          <p:cNvSpPr/>
          <p:nvPr/>
        </p:nvSpPr>
        <p:spPr>
          <a:xfrm>
            <a:off x="1382067" y="1090255"/>
            <a:ext cx="587693" cy="5876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2200">
                <a:solidFill>
                  <a:schemeClr val="tx2"/>
                </a:solidFill>
                <a:latin typeface="+mj-ea"/>
                <a:ea typeface="+mj-ea"/>
              </a:rPr>
              <a:t>Ⅱ</a:t>
            </a:r>
            <a:endParaRPr sz="2200">
              <a:solidFill>
                <a:schemeClr val="tx2"/>
              </a:solidFill>
              <a:latin typeface="+mj-ea"/>
              <a:ea typeface="+mj-ea"/>
              <a:sym typeface="Arial"/>
            </a:endParaRPr>
          </a:p>
        </p:txBody>
      </p:sp>
      <p:sp>
        <p:nvSpPr>
          <p:cNvPr id="4" name="Google Shape;78;p4">
            <a:extLst>
              <a:ext uri="{FF2B5EF4-FFF2-40B4-BE49-F238E27FC236}">
                <a16:creationId xmlns:a16="http://schemas.microsoft.com/office/drawing/2014/main" id="{FEC4E9F8-9F54-4403-818E-7B2AA489689F}"/>
              </a:ext>
            </a:extLst>
          </p:cNvPr>
          <p:cNvSpPr txBox="1"/>
          <p:nvPr/>
        </p:nvSpPr>
        <p:spPr>
          <a:xfrm>
            <a:off x="2159000" y="1128068"/>
            <a:ext cx="5394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800" b="1">
                <a:solidFill>
                  <a:schemeClr val="lt1"/>
                </a:solidFill>
                <a:latin typeface="+mn-ea"/>
                <a:sym typeface="Arial"/>
              </a:rPr>
              <a:t>진단 결과 및 개선 방안</a:t>
            </a:r>
            <a:endParaRPr b="1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B09DC-00E1-488A-95EB-DE5320F5DD89}"/>
              </a:ext>
            </a:extLst>
          </p:cNvPr>
          <p:cNvSpPr txBox="1"/>
          <p:nvPr/>
        </p:nvSpPr>
        <p:spPr>
          <a:xfrm>
            <a:off x="2159001" y="2184851"/>
            <a:ext cx="2899833" cy="836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>
                <a:solidFill>
                  <a:schemeClr val="bg1">
                    <a:lumMod val="95000"/>
                  </a:schemeClr>
                </a:solidFill>
              </a:rPr>
              <a:t>진단 결과 요약</a:t>
            </a:r>
            <a:endParaRPr lang="en-US" altLang="ko-KR" sz="200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>
                <a:solidFill>
                  <a:schemeClr val="bg1">
                    <a:lumMod val="95000"/>
                  </a:schemeClr>
                </a:solidFill>
              </a:rPr>
              <a:t>진단 결과 및 개선 방안</a:t>
            </a:r>
          </a:p>
        </p:txBody>
      </p:sp>
    </p:spTree>
    <p:extLst>
      <p:ext uri="{BB962C8B-B14F-4D97-AF65-F5344CB8AC3E}">
        <p14:creationId xmlns:p14="http://schemas.microsoft.com/office/powerpoint/2010/main" val="384656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860B-7FFB-AC64-02DC-4F2A8397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55058-2E45-AA37-76A2-8B9081C3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D41042A-E9FA-DF78-C898-AE0C8036DB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표시한 버튼에 텍스트가 제공되지 않아 스크린 리더 사용자는 버튼 기능을 알 수 없음</a:t>
            </a:r>
            <a:endParaRPr lang="en-US" altLang="ko-KR" dirty="0"/>
          </a:p>
          <a:p>
            <a:r>
              <a:rPr lang="ko-KR" altLang="en-US" dirty="0"/>
              <a:t>버튼 텍스트를 추가하거나</a:t>
            </a:r>
            <a:r>
              <a:rPr lang="en-US" altLang="ko-KR" dirty="0"/>
              <a:t> aria-label </a:t>
            </a:r>
            <a:r>
              <a:rPr lang="ko-KR" altLang="en-US" dirty="0"/>
              <a:t>등을 사용하여 버튼의 기능 정보를 제공해야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A4E7E617-FE10-A13A-AF08-6C4247FCBCA0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96762DE-6460-B501-D40F-56AB17315738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DBAC719-381D-53B0-2CE9-380424FF9A92}"/>
              </a:ext>
            </a:extLst>
          </p:cNvPr>
          <p:cNvGrpSpPr/>
          <p:nvPr/>
        </p:nvGrpSpPr>
        <p:grpSpPr>
          <a:xfrm>
            <a:off x="631825" y="3487158"/>
            <a:ext cx="4104304" cy="829165"/>
            <a:chOff x="631825" y="4319397"/>
            <a:chExt cx="4104304" cy="8291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DC3F35-0B7C-6146-116C-891199EE5174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253C136-745B-064B-E9FA-3AA92053FEA0}"/>
                </a:ext>
              </a:extLst>
            </p:cNvPr>
            <p:cNvSpPr/>
            <p:nvPr/>
          </p:nvSpPr>
          <p:spPr>
            <a:xfrm>
              <a:off x="631825" y="4530600"/>
              <a:ext cx="4104000" cy="61796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뒤로가기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검색어 삭제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검색하기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button&gt;</a:t>
              </a: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88B9F7-3B10-FB3E-0981-6D94EBEFB060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BDF9CD2-39F6-5E22-6D77-BFE1B5B8E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98" y="3238899"/>
            <a:ext cx="4104000" cy="225345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531A6B0-3900-2050-6642-8DC32A7ABB67}"/>
              </a:ext>
            </a:extLst>
          </p:cNvPr>
          <p:cNvCxnSpPr/>
          <p:nvPr/>
        </p:nvCxnSpPr>
        <p:spPr>
          <a:xfrm>
            <a:off x="7478553" y="3074193"/>
            <a:ext cx="0" cy="19089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76FD817-E2AB-BBAC-6E90-836E240103C6}"/>
              </a:ext>
            </a:extLst>
          </p:cNvPr>
          <p:cNvCxnSpPr/>
          <p:nvPr/>
        </p:nvCxnSpPr>
        <p:spPr>
          <a:xfrm>
            <a:off x="9113044" y="3074194"/>
            <a:ext cx="0" cy="19089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51B2666-B068-27AE-D2E1-160CEF33F3C6}"/>
              </a:ext>
            </a:extLst>
          </p:cNvPr>
          <p:cNvCxnSpPr/>
          <p:nvPr/>
        </p:nvCxnSpPr>
        <p:spPr>
          <a:xfrm>
            <a:off x="8903970" y="3104396"/>
            <a:ext cx="0" cy="19089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64B20F-14F3-3E68-1AEE-82241F1C007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560076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527882"/>
          </a:xfrm>
        </p:spPr>
        <p:txBody>
          <a:bodyPr/>
          <a:lstStyle/>
          <a:p>
            <a:r>
              <a:rPr lang="ko-KR" altLang="en-US" dirty="0"/>
              <a:t>표시한 버튼에 텍스트가 제공되지 않아 스크린 리더 사용자는 버튼 기능을 알 수 없음</a:t>
            </a:r>
            <a:endParaRPr lang="en-US" altLang="ko-KR" dirty="0"/>
          </a:p>
          <a:p>
            <a:r>
              <a:rPr lang="ko-KR" altLang="en-US" dirty="0"/>
              <a:t>버튼 텍스트를 추가하거나</a:t>
            </a:r>
            <a:r>
              <a:rPr lang="en-US" altLang="ko-KR" dirty="0"/>
              <a:t> aria-label </a:t>
            </a:r>
            <a:r>
              <a:rPr lang="ko-KR" altLang="en-US" dirty="0"/>
              <a:t>등을 사용하여 버튼의 기능 정보를 제공해야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20240215)</a:t>
            </a:r>
            <a:r>
              <a:rPr lang="en-US" altLang="ko-KR" dirty="0"/>
              <a:t> </a:t>
            </a:r>
            <a:r>
              <a:rPr lang="ko-KR" altLang="en-US" dirty="0"/>
              <a:t>버튼에 적절한 레이블 제공된 것은 확인함</a:t>
            </a:r>
            <a:endParaRPr lang="en-US" altLang="ko-KR" dirty="0"/>
          </a:p>
          <a:p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현재 캡처같이 버튼 텍스트가 </a:t>
            </a:r>
            <a:r>
              <a:rPr lang="ko-KR" altLang="en-US" b="1" dirty="0"/>
              <a:t>해당 위치에 노출</a:t>
            </a:r>
            <a:r>
              <a:rPr lang="ko-KR" altLang="en-US" dirty="0"/>
              <a:t>되는 것이 기획 의도인지 확인이 필요함 </a:t>
            </a:r>
            <a:r>
              <a:rPr lang="en-US" altLang="ko-KR" dirty="0"/>
              <a:t>(</a:t>
            </a:r>
            <a:r>
              <a:rPr lang="ko-KR" altLang="en-US" dirty="0"/>
              <a:t>현재 상태가 기획 의도라면 개선 확인 완료처리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텍스트를 노출하지 않고 버튼 정보를 제공하기 위해선 </a:t>
            </a:r>
            <a:r>
              <a:rPr lang="en-US" altLang="ko-KR" dirty="0"/>
              <a:t>aria-label </a:t>
            </a:r>
            <a:r>
              <a:rPr lang="ko-KR" altLang="en-US" dirty="0"/>
              <a:t>속성을 사용해야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EB5E6BEF-7528-22F3-81D3-C88DBE438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03133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65DF448-636B-B0D5-7BA3-6B8647575CF1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9BCA192-FDBB-7062-A882-D87B1D4D5B2A}"/>
              </a:ext>
            </a:extLst>
          </p:cNvPr>
          <p:cNvGrpSpPr/>
          <p:nvPr/>
        </p:nvGrpSpPr>
        <p:grpSpPr>
          <a:xfrm>
            <a:off x="631825" y="4656685"/>
            <a:ext cx="4104304" cy="964587"/>
            <a:chOff x="631825" y="4319397"/>
            <a:chExt cx="4104304" cy="9645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5D83D7-B6CD-265F-E796-E90C1FFCDD29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D0122EB-0C1A-A932-AA76-72D8230768A9}"/>
                </a:ext>
              </a:extLst>
            </p:cNvPr>
            <p:cNvSpPr/>
            <p:nvPr/>
          </p:nvSpPr>
          <p:spPr>
            <a:xfrm>
              <a:off x="631825" y="4530600"/>
              <a:ext cx="4104000" cy="753384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바코드로 결제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20240215)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 </a:t>
              </a:r>
              <a:r>
                <a:rPr lang="en-US" altLang="ko-KR" sz="8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바코드 열기</a:t>
              </a:r>
              <a:r>
                <a:rPr lang="en-US" altLang="ko-KR" sz="8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&gt;&lt;/button&gt;</a:t>
              </a: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8E7E6D1-840F-260E-7CC2-E644FD3B7481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FB1A50-60BB-9495-F088-FD36D81FD5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4" b="454"/>
          <a:stretch/>
        </p:blipFill>
        <p:spPr>
          <a:xfrm>
            <a:off x="6174143" y="2339512"/>
            <a:ext cx="1915086" cy="40999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4B77D3-07AF-FA1E-564D-AEEE51ED4E41}"/>
              </a:ext>
            </a:extLst>
          </p:cNvPr>
          <p:cNvSpPr/>
          <p:nvPr/>
        </p:nvSpPr>
        <p:spPr>
          <a:xfrm>
            <a:off x="6861810" y="5602941"/>
            <a:ext cx="529591" cy="170330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708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AEC7-F311-8BC9-0416-DA9CC665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B1AAA-9B53-F523-DDE9-874797FB4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3DBFBC7-5947-2455-5FE1-319E685365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표시한 버튼에 텍스트가 제공되지 않아 스크린 리더 사용자는 버튼 기능을 알 수 없음</a:t>
            </a:r>
            <a:endParaRPr lang="en-US" altLang="ko-KR" dirty="0"/>
          </a:p>
          <a:p>
            <a:r>
              <a:rPr lang="ko-KR" altLang="en-US" dirty="0"/>
              <a:t>버튼 텍스트를 추가하거나</a:t>
            </a:r>
            <a:r>
              <a:rPr lang="en-US" altLang="ko-KR" dirty="0"/>
              <a:t> aria-label </a:t>
            </a:r>
            <a:r>
              <a:rPr lang="ko-KR" altLang="en-US" dirty="0"/>
              <a:t>등을 사용하여 버튼의 기능 정보를 제공해야 하며</a:t>
            </a:r>
            <a:r>
              <a:rPr lang="en-US" altLang="ko-KR" dirty="0"/>
              <a:t>, </a:t>
            </a:r>
            <a:r>
              <a:rPr lang="ko-KR" altLang="en-US" dirty="0"/>
              <a:t>버튼의 기능 정보를 동적으로 제공해야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B081ACB4-95D9-489E-04E2-7D96281C872B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20C9086-B71A-18F1-A480-839924D5DACB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4C7A80C-0F0F-1108-7986-C473ADB793C2}"/>
              </a:ext>
            </a:extLst>
          </p:cNvPr>
          <p:cNvGrpSpPr/>
          <p:nvPr/>
        </p:nvGrpSpPr>
        <p:grpSpPr>
          <a:xfrm>
            <a:off x="631825" y="3487158"/>
            <a:ext cx="4104304" cy="1099111"/>
            <a:chOff x="631825" y="4319397"/>
            <a:chExt cx="4104304" cy="10991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08C467-9F71-79A0-FA5A-487F3D2B1748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B40C8C-5AAD-95E0-8578-5D6B38E22858}"/>
                </a:ext>
              </a:extLst>
            </p:cNvPr>
            <p:cNvSpPr/>
            <p:nvPr/>
          </p:nvSpPr>
          <p:spPr>
            <a:xfrm>
              <a:off x="631825" y="4530600"/>
              <a:ext cx="4104000" cy="88790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메뉴가 닫혀 있을 때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: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메뉴 펼치기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button&gt;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메뉴가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펼쳐져 있을 때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: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메뉴 접기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button&gt;</a:t>
              </a: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1D69138-CE1E-B295-0786-5BD7CA2488BB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60A73D9-B821-608A-D32B-594152B4E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298" y="2870277"/>
            <a:ext cx="2840479" cy="2990696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9ECA84B-A0B5-190E-1CD7-F34D6C284874}"/>
              </a:ext>
            </a:extLst>
          </p:cNvPr>
          <p:cNvCxnSpPr>
            <a:cxnSpLocks/>
          </p:cNvCxnSpPr>
          <p:nvPr/>
        </p:nvCxnSpPr>
        <p:spPr>
          <a:xfrm>
            <a:off x="8511541" y="4168140"/>
            <a:ext cx="0" cy="19748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A228DB-9CDA-BE6F-221A-6911E9C75875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1743800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86AC6-B3AA-BFB2-4F35-9CFFCEA1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50EB5-94B9-E194-50AB-AE32DA1A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F27A613-FCCA-238D-888E-304CB39406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 dirty="0"/>
              <a:t>메뉴 버튼 실행 시</a:t>
            </a:r>
            <a:r>
              <a:rPr lang="en-US" altLang="ko-KR" dirty="0"/>
              <a:t>, </a:t>
            </a:r>
            <a:r>
              <a:rPr lang="ko-KR" altLang="en-US" dirty="0"/>
              <a:t>스크린 리더 </a:t>
            </a:r>
            <a:r>
              <a:rPr lang="ko-KR" altLang="en-US"/>
              <a:t>초점이 메뉴 레이어 아래쪽 메인 화면에 접근되고 있음</a:t>
            </a:r>
            <a:r>
              <a:rPr lang="en-US" altLang="ko-KR"/>
              <a:t>.</a:t>
            </a:r>
            <a:endParaRPr lang="en-US" altLang="ko-KR" dirty="0"/>
          </a:p>
          <a:p>
            <a:r>
              <a:rPr lang="ko-KR" altLang="en-US" dirty="0"/>
              <a:t>숨겨진 요소는 스크린 리더가 접근하지 않도록 </a:t>
            </a:r>
            <a:r>
              <a:rPr lang="en-US" altLang="ko-KR" dirty="0" err="1"/>
              <a:t>display</a:t>
            </a:r>
            <a:r>
              <a:rPr lang="en-US" altLang="ko-KR" err="1"/>
              <a:t>:</a:t>
            </a:r>
            <a:r>
              <a:rPr lang="en-US" altLang="ko-KR"/>
              <a:t>none </a:t>
            </a:r>
            <a:r>
              <a:rPr lang="ko-KR" altLang="en-US"/>
              <a:t>또는 </a:t>
            </a:r>
            <a:r>
              <a:rPr lang="en-US" altLang="ko-KR"/>
              <a:t>aria-hidden </a:t>
            </a:r>
            <a:r>
              <a:rPr lang="ko-KR" altLang="en-US"/>
              <a:t>속성을 적용해야 함</a:t>
            </a:r>
            <a:r>
              <a:rPr lang="en-US" altLang="ko-KR"/>
              <a:t>.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629D462F-14E8-1106-BAF6-753575167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8633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4D80A02-505F-E41A-FAC5-0D679C07284B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2E0AE5A-131F-2251-6479-E8DCD322104F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F64887-D3C2-3150-9CF0-39E8DEDBD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97" y="3530360"/>
            <a:ext cx="4111988" cy="19331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3AA3F2F-142A-4BEE-F1B7-8F1A03C20AE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3372961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FC35E-26E0-B2B1-07EA-5DC178832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C6AF6-26F2-44B9-03FE-72C066347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68F53FD-019E-0CF5-5DC9-971FDCC52D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450664"/>
          </a:xfrm>
        </p:spPr>
        <p:txBody>
          <a:bodyPr/>
          <a:lstStyle/>
          <a:p>
            <a:r>
              <a:rPr lang="ko-KR" altLang="en-US" dirty="0"/>
              <a:t>표시한 버튼에 텍스트가 제공되지 않아 스크린 리더 사용자는 버튼 기능을 알 수 없음</a:t>
            </a:r>
            <a:endParaRPr lang="en-US" altLang="ko-KR" dirty="0"/>
          </a:p>
          <a:p>
            <a:r>
              <a:rPr lang="ko-KR" altLang="en-US" dirty="0"/>
              <a:t>버튼 텍스트를 추가하거나</a:t>
            </a:r>
            <a:r>
              <a:rPr lang="en-US" altLang="ko-KR" dirty="0"/>
              <a:t> aria-label </a:t>
            </a:r>
            <a:r>
              <a:rPr lang="ko-KR" altLang="en-US" dirty="0"/>
              <a:t>등을 사용하여 버튼의 기능 정보를 제공해야 함</a:t>
            </a:r>
            <a:endParaRPr lang="en-US" altLang="ko-KR" dirty="0"/>
          </a:p>
          <a:p>
            <a:r>
              <a:rPr lang="ko-KR" altLang="en-US" dirty="0"/>
              <a:t>또한 사용할 수 없는 버튼에 </a:t>
            </a:r>
            <a:r>
              <a:rPr lang="en-US" altLang="ko-KR" dirty="0"/>
              <a:t>disabled </a:t>
            </a:r>
            <a:r>
              <a:rPr lang="ko-KR" altLang="en-US" dirty="0"/>
              <a:t>속성을 추가하여 정보를 제공해야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CA8F0E32-4010-6166-3E57-44CC4F77D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02960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돈보내기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이체하기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D038FEA-669E-924C-90C6-3A50E2F32D58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0148EB4-CDDB-5FF3-A392-09F9090DD668}"/>
              </a:ext>
            </a:extLst>
          </p:cNvPr>
          <p:cNvGrpSpPr/>
          <p:nvPr/>
        </p:nvGrpSpPr>
        <p:grpSpPr>
          <a:xfrm>
            <a:off x="631825" y="3830058"/>
            <a:ext cx="4104304" cy="828140"/>
            <a:chOff x="631825" y="4319397"/>
            <a:chExt cx="4104304" cy="82814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6B0205-1D57-0D42-386B-8D5C64E4D1FA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619F7D5-4137-60A7-889F-8177FA0ED5A2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닫기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1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disabled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빈 버튼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button&gt;</a:t>
              </a: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C0E690-7C82-F87E-0E7F-F45713782F1E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96021ED-6C95-B9DB-F114-74B149A6AB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" b="54"/>
          <a:stretch/>
        </p:blipFill>
        <p:spPr>
          <a:xfrm>
            <a:off x="5230907" y="2339512"/>
            <a:ext cx="1915086" cy="40999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BC34372-105E-BF14-9EF3-84115D624F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" b="54"/>
          <a:stretch/>
        </p:blipFill>
        <p:spPr>
          <a:xfrm>
            <a:off x="7294283" y="2339512"/>
            <a:ext cx="1915086" cy="40999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4CB707-A724-0F6E-6A51-D77281561C1C}"/>
              </a:ext>
            </a:extLst>
          </p:cNvPr>
          <p:cNvSpPr/>
          <p:nvPr/>
        </p:nvSpPr>
        <p:spPr>
          <a:xfrm>
            <a:off x="6843880" y="4023332"/>
            <a:ext cx="284183" cy="288692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CD19DB-3395-CCA1-6538-CB3F892F4711}"/>
              </a:ext>
            </a:extLst>
          </p:cNvPr>
          <p:cNvSpPr/>
          <p:nvPr/>
        </p:nvSpPr>
        <p:spPr>
          <a:xfrm>
            <a:off x="7391401" y="4658198"/>
            <a:ext cx="1817968" cy="1150931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0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F858-6FA2-CDC9-56D6-0D2B322BD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04146-BE16-86E6-EA39-FDE11D31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6DC004-E641-3FA0-EB34-012FB9F7B8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자주 쓰는 계좌 버튼 실행 시</a:t>
            </a:r>
            <a:r>
              <a:rPr lang="en-US" altLang="ko-KR" dirty="0"/>
              <a:t>, </a:t>
            </a:r>
            <a:r>
              <a:rPr lang="ko-KR" altLang="en-US" dirty="0" err="1"/>
              <a:t>알림창</a:t>
            </a:r>
            <a:r>
              <a:rPr lang="ko-KR" altLang="en-US" dirty="0"/>
              <a:t> 팝업이 노출되지만 스크린 리더가 팝업으로 접근하지 않음</a:t>
            </a:r>
            <a:endParaRPr lang="en-US" altLang="ko-KR" dirty="0"/>
          </a:p>
          <a:p>
            <a:r>
              <a:rPr lang="ko-KR" altLang="en-US" dirty="0"/>
              <a:t>팝업 노출 시 스크린 리더 초점은 팝업으로 즉시 접근해야 하며</a:t>
            </a:r>
            <a:r>
              <a:rPr lang="en-US" altLang="ko-KR" dirty="0"/>
              <a:t>, dim </a:t>
            </a:r>
            <a:r>
              <a:rPr lang="ko-KR" altLang="en-US" dirty="0"/>
              <a:t>처리 된 영역에 접근하지 않도록 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37161550-77A5-5480-5B77-49C770F54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51141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돈보내기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이체하기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BBB0D1-AF67-7336-F262-49C3BDA4E7F7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7FF57D6-3AD0-9CFA-D186-0C7E46E5A2DD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42381A-21E0-8D3B-2A5B-021EAD4BA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63" y="2637424"/>
            <a:ext cx="2571078" cy="345640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379A2B2-B031-4E84-C6D2-967E7D04E2D5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1626855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802DB-C97D-794D-B7E4-75F29D89F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AF215-1C0C-B737-3885-96B8F67B3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96A0800-A893-35BE-8CA7-48FF3D85F4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5998"/>
          </a:xfrm>
        </p:spPr>
        <p:txBody>
          <a:bodyPr/>
          <a:lstStyle/>
          <a:p>
            <a:r>
              <a:rPr lang="ko-KR" altLang="en-US" dirty="0"/>
              <a:t>스크린 리더로 페이지 탐색 시</a:t>
            </a:r>
            <a:r>
              <a:rPr lang="en-US" altLang="ko-KR" dirty="0"/>
              <a:t>, </a:t>
            </a:r>
            <a:r>
              <a:rPr lang="ko-KR" altLang="en-US" dirty="0"/>
              <a:t>화면에 보이지 않는 </a:t>
            </a:r>
            <a:r>
              <a:rPr lang="en-US" altLang="ko-KR" dirty="0"/>
              <a:t>'</a:t>
            </a:r>
            <a:r>
              <a:rPr lang="ko-KR" altLang="en-US" dirty="0"/>
              <a:t>추가이체</a:t>
            </a:r>
            <a:r>
              <a:rPr lang="en-US" altLang="ko-KR" dirty="0"/>
              <a:t>' </a:t>
            </a:r>
            <a:r>
              <a:rPr lang="ko-KR" altLang="en-US" dirty="0"/>
              <a:t>버튼에 초점이 접근함</a:t>
            </a:r>
            <a:endParaRPr lang="en-US" altLang="ko-KR" dirty="0"/>
          </a:p>
          <a:p>
            <a:r>
              <a:rPr lang="ko-KR" altLang="en-US" dirty="0"/>
              <a:t>스크린 리더 초점 이동과 함께 스크롤이 이동하도록 수정이 필요함</a:t>
            </a: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5D2CB378-32BB-D971-30DB-022A96D39760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돈보내기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이체하기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89C19DC-7748-87B7-40C4-06324B711995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3C99507-92DE-DF62-D718-5813033E8919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9876AF-2DC6-2D22-91D2-71D082FDF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799" y="2806663"/>
            <a:ext cx="2977477" cy="311792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153998D-C2FE-3F72-EC94-94DC20A0052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4066324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A770-C59D-7C2F-C026-8DB0C3C6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D09753-2401-286A-45E9-3ADCF5DB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42B136E-C247-9E2F-FCF6-A80EFD5B34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예매 단계에 현재 단계 정보가 제공되지 않음</a:t>
            </a:r>
            <a:endParaRPr lang="en-US" altLang="ko-KR" dirty="0"/>
          </a:p>
          <a:p>
            <a:r>
              <a:rPr lang="ko-KR" altLang="en-US" dirty="0"/>
              <a:t>스크린 리더 사용자가 현재 단계 정보를 알 수 </a:t>
            </a:r>
            <a:r>
              <a:rPr lang="ko-KR" altLang="en-US"/>
              <a:t>있도록 숨김 텍스트를 </a:t>
            </a:r>
            <a:r>
              <a:rPr lang="ko-KR" altLang="en-US" dirty="0"/>
              <a:t>사용하여 정보를 제공해야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0664D5EE-48FE-F653-8D28-350E49A17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47217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19A558A-A91D-A7EB-4091-85DBDFB29749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DB8A040-DAA1-9A5D-F947-723E39DE6B94}"/>
              </a:ext>
            </a:extLst>
          </p:cNvPr>
          <p:cNvGrpSpPr/>
          <p:nvPr/>
        </p:nvGrpSpPr>
        <p:grpSpPr>
          <a:xfrm>
            <a:off x="631825" y="3830058"/>
            <a:ext cx="4104304" cy="557296"/>
            <a:chOff x="631825" y="4319397"/>
            <a:chExt cx="4104304" cy="55729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F09420-41C2-8808-CE3D-2854D8566FD4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06341C0-20DE-A1A1-D3D4-B0C61D42A265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&lt;p&gt;1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단계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&lt;span class="blind"&gt;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현재 단계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&lt;/span&gt;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p&gt;</a:t>
              </a: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560D6AF-4711-CE24-BE76-126F71DEA647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E2093B-E569-4E6E-9FDC-3EC503EE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969" y="2625413"/>
            <a:ext cx="2155138" cy="348042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11123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025C-08A6-4000-B4D4-F69F4803D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6B882-112D-2774-7268-C1E3E858E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2C59017-7D30-96E7-5D2A-1990067D58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선택한 날짜에 선택 정보가 제공되지 않음</a:t>
            </a:r>
            <a:endParaRPr lang="en-US" altLang="ko-KR" dirty="0"/>
          </a:p>
          <a:p>
            <a:r>
              <a:rPr lang="ko-KR" altLang="en-US" dirty="0"/>
              <a:t>스크린 리더 사용자가 선택한 날짜 정보를 알 수 있도록 </a:t>
            </a:r>
            <a:r>
              <a:rPr lang="en-US" altLang="ko-KR" dirty="0"/>
              <a:t>title </a:t>
            </a:r>
            <a:r>
              <a:rPr lang="ko-KR" altLang="en-US" dirty="0"/>
              <a:t>속성을 이용해 정보를 제공해야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AB0B3B92-E1E0-C327-2ADC-3A3304F7F4BF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42B3BFB-2D57-38B3-A256-7CBA6C8720EC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C2F4226-5105-F84D-D607-B5DECFBA65DA}"/>
              </a:ext>
            </a:extLst>
          </p:cNvPr>
          <p:cNvGrpSpPr/>
          <p:nvPr/>
        </p:nvGrpSpPr>
        <p:grpSpPr>
          <a:xfrm>
            <a:off x="631825" y="3830058"/>
            <a:ext cx="4104304" cy="557296"/>
            <a:chOff x="631825" y="4319397"/>
            <a:chExt cx="4104304" cy="55729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DBE1BC-8BEF-82E7-55F5-5749F101BBB9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02B90CD-360C-F4FB-6E83-F238F648417B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href="#"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&gt;3&lt;/a&gt;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AAD3D14-27F3-6499-31EF-EE3B8516DBF1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D5C763-F38B-F349-9FE7-C0961FE27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50162" y="2625413"/>
            <a:ext cx="2142751" cy="348042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4059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0882-8808-02CD-7B6B-2B44252B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86728-932D-30A0-0C0A-7A145C0D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2272A60-3B6A-A069-9CF3-D7225C2AED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5370"/>
          </a:xfrm>
        </p:spPr>
        <p:txBody>
          <a:bodyPr/>
          <a:lstStyle/>
          <a:p>
            <a:r>
              <a:rPr lang="ko-KR" altLang="en-US" dirty="0"/>
              <a:t>좌석 구분 아이콘에 대체 텍스트가 제공되지 않음</a:t>
            </a:r>
            <a:endParaRPr lang="en-US" altLang="ko-KR" dirty="0"/>
          </a:p>
          <a:p>
            <a:r>
              <a:rPr lang="ko-KR" altLang="en-US" dirty="0"/>
              <a:t>아이콘이 제공하는 정보와 동일한 내용을 대체 텍스트에 제공해야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C7C59A5B-6F37-2BF4-DDA7-40E6D138217E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98851B-466C-7E35-B65B-4E10223CDC1C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24E7D1A-EC58-2152-25D6-BE433AC501F3}"/>
              </a:ext>
            </a:extLst>
          </p:cNvPr>
          <p:cNvGrpSpPr/>
          <p:nvPr/>
        </p:nvGrpSpPr>
        <p:grpSpPr>
          <a:xfrm>
            <a:off x="631825" y="3830058"/>
            <a:ext cx="4104304" cy="557296"/>
            <a:chOff x="631825" y="4319397"/>
            <a:chExt cx="4104304" cy="55729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90FF23-CD68-1FDB-BBEA-74257ADB3E6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FB9245-9D99-B5A1-1BD7-A05A39C7AF1A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alt="VIP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석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362B0D-9C84-7CA0-9EEF-36823395F88B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09C615-7EF2-D3AE-ABE1-ED466AAAF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099" y="2973469"/>
            <a:ext cx="2524442" cy="278431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3E4661C-2642-97FB-184E-23F78D1B9C4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2931184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E6713-F188-7661-89F0-D9893372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2E0DB-D942-5041-C2FD-B927AB569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34F0F6A-4BC1-25DD-EE1B-14A974D13B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5370"/>
          </a:xfrm>
        </p:spPr>
        <p:txBody>
          <a:bodyPr/>
          <a:lstStyle/>
          <a:p>
            <a:r>
              <a:rPr lang="ko-KR" altLang="en-US" dirty="0"/>
              <a:t>전체 좌석 배치도 이미지에 대체 텍스트가 제공되지 않음</a:t>
            </a:r>
            <a:endParaRPr lang="en-US" altLang="ko-KR" dirty="0"/>
          </a:p>
          <a:p>
            <a:r>
              <a:rPr lang="ko-KR" altLang="en-US" dirty="0"/>
              <a:t>이미지가 제공하는 정보와 동일한 내용을 대체 텍스트에 제공해야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F81C3B41-2CAD-1732-30DD-78C7B495653D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D2DD3B9-CFE6-0897-266A-CFFF362CDBB9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93BC5EA-A543-DCD1-2BE8-A1D259614B6B}"/>
              </a:ext>
            </a:extLst>
          </p:cNvPr>
          <p:cNvGrpSpPr/>
          <p:nvPr/>
        </p:nvGrpSpPr>
        <p:grpSpPr>
          <a:xfrm>
            <a:off x="631825" y="3830058"/>
            <a:ext cx="4104304" cy="557296"/>
            <a:chOff x="631825" y="4319397"/>
            <a:chExt cx="4104304" cy="55729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1358D9E-D2D5-5B46-957A-37D55A4480D3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42DB8C2-9E8C-C32C-F3C8-DB1494C5B367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오페라의 유령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대구 공연 전체 좌석 배치도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30D0BA-C041-CC1B-E480-EF48E156C00F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2AAA5CA-854F-1D8C-A719-5247D51F2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16" y="2299260"/>
            <a:ext cx="2028044" cy="413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82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30FBF-3B8C-7E38-02DD-6B6AEB0B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4AB63-68BE-E4D0-CF6B-CA664A922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BAFA4F6-5819-3F2D-E65F-2F3B266694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5370"/>
          </a:xfrm>
        </p:spPr>
        <p:txBody>
          <a:bodyPr/>
          <a:lstStyle/>
          <a:p>
            <a:r>
              <a:rPr lang="ko-KR" altLang="en-US" dirty="0"/>
              <a:t>표시한 선택 박스에 기능 정보가 제공되지 않음</a:t>
            </a:r>
            <a:endParaRPr lang="en-US" altLang="ko-KR" dirty="0"/>
          </a:p>
          <a:p>
            <a:r>
              <a:rPr lang="ko-KR" altLang="en-US" dirty="0"/>
              <a:t>선택 박스에 </a:t>
            </a:r>
            <a:r>
              <a:rPr lang="en-US" altLang="ko-KR" dirty="0"/>
              <a:t>title, </a:t>
            </a:r>
            <a:r>
              <a:rPr lang="ko-KR" altLang="en-US" dirty="0"/>
              <a:t>숨김 텍스트 등을 이용하여 기능 정보를 제공해야 함</a:t>
            </a:r>
            <a:endParaRPr lang="en-US" altLang="ko-KR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844AD2E8-8737-C3FC-E213-F5C8C38A67BA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951E1B9-7EAA-1641-4D08-82E969762F12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2E245AC-E3EC-5B12-E544-1D78EAE9F6D0}"/>
              </a:ext>
            </a:extLst>
          </p:cNvPr>
          <p:cNvGrpSpPr/>
          <p:nvPr/>
        </p:nvGrpSpPr>
        <p:grpSpPr>
          <a:xfrm>
            <a:off x="631825" y="3830058"/>
            <a:ext cx="4104304" cy="828140"/>
            <a:chOff x="631825" y="4319397"/>
            <a:chExt cx="4104304" cy="82814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5804D4-C5A1-DB24-F809-23CEF7666293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2180582-0F8D-1889-6EB5-9E49C4868063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&lt;select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정가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티켓 매수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  …(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옵션 내용 생략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)…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&lt;/select&gt;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FFE47D3-FF73-4C89-F227-E8CB9A013AFE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83A36E-8752-AC00-8E5A-32E67EBE4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6" y="2837056"/>
            <a:ext cx="2651124" cy="310059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3531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6CAE-F6ED-872D-35D4-1DB81DD21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B0400-5142-B732-74C6-3468EC35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E33A3BCE-0CDA-5F22-04DD-51AE9F9E4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11396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9D9472-6477-E995-AD01-BCC4EE78D61B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9145A6E-C9DE-384E-3F86-0D14D8FB583A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EFB17C6-2075-B026-DA76-F80F6CC9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95976" y="2925337"/>
            <a:ext cx="2651124" cy="292403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3C190FD-4BBA-8B09-7A96-1419E7CDC3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737922"/>
          </a:xfrm>
        </p:spPr>
        <p:txBody>
          <a:bodyPr/>
          <a:lstStyle/>
          <a:p>
            <a:r>
              <a:rPr lang="ko-KR" altLang="en-US" dirty="0"/>
              <a:t>현재 좌석 구분 정보가 색상만으로 제공됨</a:t>
            </a:r>
          </a:p>
          <a:p>
            <a:r>
              <a:rPr lang="ko-KR" altLang="en-US" dirty="0"/>
              <a:t>좌석 등급 구분에 대한 정보를 색상 이외의 수단으로 구분할 수 있는 단서</a:t>
            </a:r>
            <a:r>
              <a:rPr lang="en-US" altLang="ko-KR" dirty="0"/>
              <a:t>(</a:t>
            </a:r>
            <a:r>
              <a:rPr lang="ko-KR" altLang="en-US" dirty="0"/>
              <a:t>밑줄</a:t>
            </a:r>
            <a:r>
              <a:rPr lang="en-US" altLang="ko-KR" dirty="0"/>
              <a:t>,  </a:t>
            </a:r>
            <a:r>
              <a:rPr lang="ko-KR" altLang="en-US" dirty="0"/>
              <a:t>크기 차이</a:t>
            </a:r>
            <a:r>
              <a:rPr lang="en-US" altLang="ko-KR" dirty="0"/>
              <a:t>, 1px </a:t>
            </a:r>
            <a:r>
              <a:rPr lang="ko-KR" altLang="en-US" dirty="0"/>
              <a:t>이상의 테두리 차이</a:t>
            </a:r>
            <a:r>
              <a:rPr lang="en-US" altLang="ko-KR" dirty="0"/>
              <a:t>, </a:t>
            </a:r>
            <a:r>
              <a:rPr lang="ko-KR" altLang="en-US" dirty="0" err="1"/>
              <a:t>표식자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를 제공해야 함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동일 오류 다수 발생</a:t>
            </a:r>
          </a:p>
          <a:p>
            <a:r>
              <a:rPr lang="ko-KR" altLang="en-US" dirty="0"/>
              <a:t>개선 예시</a:t>
            </a:r>
            <a:endParaRPr lang="ko-KR" altLang="en-US" dirty="0">
              <a:highlight>
                <a:srgbClr val="FFFF00"/>
              </a:highlight>
            </a:endParaRPr>
          </a:p>
          <a:p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8B3E67-D214-DCD1-57E3-6E3D5EFB811B}"/>
              </a:ext>
            </a:extLst>
          </p:cNvPr>
          <p:cNvGrpSpPr/>
          <p:nvPr/>
        </p:nvGrpSpPr>
        <p:grpSpPr>
          <a:xfrm>
            <a:off x="863600" y="3352800"/>
            <a:ext cx="890440" cy="152400"/>
            <a:chOff x="863600" y="4256683"/>
            <a:chExt cx="890440" cy="152400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E1EF4DC-16B4-3554-6A53-E03DA93747C1}"/>
                </a:ext>
              </a:extLst>
            </p:cNvPr>
            <p:cNvSpPr/>
            <p:nvPr/>
          </p:nvSpPr>
          <p:spPr>
            <a:xfrm>
              <a:off x="863600" y="4256683"/>
              <a:ext cx="152400" cy="1524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rtlCol="0" anchor="ctr">
              <a:noAutofit/>
            </a:bodyPr>
            <a:lstStyle/>
            <a:p>
              <a:pPr algn="ctr"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bg1"/>
                  </a:solidFill>
                  <a:latin typeface="Consolas" panose="020B0609020204030204" pitchFamily="49" charset="0"/>
                </a:rPr>
                <a:t>V</a:t>
              </a:r>
              <a:endParaRPr lang="ko-KR" altLang="en-US" sz="800" b="1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F7CBF7D-2650-24CD-8468-9F0160ADDDFD}"/>
                </a:ext>
              </a:extLst>
            </p:cNvPr>
            <p:cNvSpPr/>
            <p:nvPr/>
          </p:nvSpPr>
          <p:spPr>
            <a:xfrm>
              <a:off x="1048110" y="4256683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rtlCol="0" anchor="ctr">
              <a:noAutofit/>
            </a:bodyPr>
            <a:lstStyle/>
            <a:p>
              <a:pPr algn="ctr"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bg1"/>
                  </a:solidFill>
                  <a:latin typeface="Consolas" panose="020B0609020204030204" pitchFamily="49" charset="0"/>
                </a:rPr>
                <a:t>R</a:t>
              </a:r>
              <a:endParaRPr lang="ko-KR" altLang="en-US" sz="800" b="1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BA25A38-19F0-E3CC-C070-9B93755E37C6}"/>
                </a:ext>
              </a:extLst>
            </p:cNvPr>
            <p:cNvSpPr/>
            <p:nvPr/>
          </p:nvSpPr>
          <p:spPr>
            <a:xfrm>
              <a:off x="1232620" y="4256683"/>
              <a:ext cx="152400" cy="152400"/>
            </a:xfrm>
            <a:prstGeom prst="ellipse">
              <a:avLst/>
            </a:prstGeom>
            <a:solidFill>
              <a:schemeClr val="accent5"/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rtlCol="0" anchor="ctr">
              <a:noAutofit/>
            </a:bodyPr>
            <a:lstStyle/>
            <a:p>
              <a:pPr algn="ctr"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bg1"/>
                  </a:solidFill>
                  <a:latin typeface="Consolas" panose="020B0609020204030204" pitchFamily="49" charset="0"/>
                </a:rPr>
                <a:t>S</a:t>
              </a:r>
              <a:endParaRPr lang="ko-KR" altLang="en-US" sz="800" b="1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9771734-917B-3FF6-F785-B64F810BAFD6}"/>
                </a:ext>
              </a:extLst>
            </p:cNvPr>
            <p:cNvSpPr/>
            <p:nvPr/>
          </p:nvSpPr>
          <p:spPr>
            <a:xfrm>
              <a:off x="1417130" y="4256683"/>
              <a:ext cx="152400" cy="152400"/>
            </a:xfrm>
            <a:prstGeom prst="ellipse">
              <a:avLst/>
            </a:prstGeom>
            <a:solidFill>
              <a:srgbClr val="00B050"/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rtlCol="0" anchor="ctr">
              <a:noAutofit/>
            </a:bodyPr>
            <a:lstStyle/>
            <a:p>
              <a:pPr algn="ctr"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bg1"/>
                  </a:solidFill>
                  <a:latin typeface="Consolas" panose="020B0609020204030204" pitchFamily="49" charset="0"/>
                </a:rPr>
                <a:t>A</a:t>
              </a:r>
              <a:endParaRPr lang="ko-KR" altLang="en-US" sz="800" b="1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6BCB1A6-DBE9-BB3E-8061-348D9E86E3CB}"/>
                </a:ext>
              </a:extLst>
            </p:cNvPr>
            <p:cNvSpPr/>
            <p:nvPr/>
          </p:nvSpPr>
          <p:spPr>
            <a:xfrm>
              <a:off x="1601640" y="4256683"/>
              <a:ext cx="152400" cy="152400"/>
            </a:xfrm>
            <a:prstGeom prst="ellipse">
              <a:avLst/>
            </a:prstGeom>
            <a:solidFill>
              <a:srgbClr val="7030A0"/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rtlCol="0" anchor="ctr">
              <a:noAutofit/>
            </a:bodyPr>
            <a:lstStyle/>
            <a:p>
              <a:pPr algn="ctr"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bg1"/>
                  </a:solidFill>
                  <a:latin typeface="Consolas" panose="020B0609020204030204" pitchFamily="49" charset="0"/>
                </a:rPr>
                <a:t>B</a:t>
              </a:r>
              <a:endParaRPr lang="ko-KR" altLang="en-US" sz="800" b="1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0149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3644-5847-A255-9AE1-A638029F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99AFD-6859-2F8A-E48D-AF9CDEC51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FD7EE27-520E-94AE-44A3-1529C281D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25744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7.3.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AD703CD-4C3F-D75E-1B20-7C586A92E5AF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573B8FF-1028-E3A6-7268-346112141AE8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F6B5F9A-C03B-3613-5FC5-67DBAB1D25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스크린 리더 초점 영역이 실제 접근하는 영역과 다르게 제공됨</a:t>
            </a:r>
            <a:endParaRPr lang="en-US" altLang="ko-KR" dirty="0"/>
          </a:p>
          <a:p>
            <a:r>
              <a:rPr lang="ko-KR" altLang="en-US" dirty="0"/>
              <a:t>표시되는 스크린 리더 초점은 컨텐츠의 크기와 위치가 동일하게 제공되어야 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DAC43E-87FC-57F8-ED47-B527A8CDA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712" y="2758888"/>
            <a:ext cx="2445652" cy="32134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9467D15-9673-FA38-A341-06B07FDAF35A}"/>
              </a:ext>
            </a:extLst>
          </p:cNvPr>
          <p:cNvSpPr/>
          <p:nvPr/>
        </p:nvSpPr>
        <p:spPr>
          <a:xfrm>
            <a:off x="5869172" y="2484119"/>
            <a:ext cx="863098" cy="274768"/>
          </a:xfrm>
          <a:prstGeom prst="rect">
            <a:avLst/>
          </a:prstGeom>
          <a:solidFill>
            <a:srgbClr val="92D050"/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현재 초점 위치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5D4B45-76C9-099C-005D-D9B0B364A1FB}"/>
              </a:ext>
            </a:extLst>
          </p:cNvPr>
          <p:cNvSpPr/>
          <p:nvPr/>
        </p:nvSpPr>
        <p:spPr>
          <a:xfrm>
            <a:off x="7016446" y="2484119"/>
            <a:ext cx="956310" cy="274768"/>
          </a:xfrm>
          <a:prstGeom prst="rect">
            <a:avLst/>
          </a:prstGeom>
          <a:solidFill>
            <a:srgbClr val="92D050"/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실제 접근 영역</a:t>
            </a:r>
          </a:p>
        </p:txBody>
      </p:sp>
    </p:spTree>
    <p:extLst>
      <p:ext uri="{BB962C8B-B14F-4D97-AF65-F5344CB8AC3E}">
        <p14:creationId xmlns:p14="http://schemas.microsoft.com/office/powerpoint/2010/main" val="2457208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5B4D-E24A-A462-1D95-CC22D1CC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338F-9F30-301D-1430-693AD29FF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0067892C-3CD3-012C-B484-63806D6C7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67680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F2B7131-DC9F-32B9-0544-F4471413E2A2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54B0FD9-1591-AF86-1240-6125018C8516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5F7A6BE-2D18-1720-C37E-390056697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스크린 리더가 의미 없는 요소인 하이픈</a:t>
            </a:r>
            <a:r>
              <a:rPr lang="en-US" altLang="ko-KR" dirty="0"/>
              <a:t>(-)</a:t>
            </a:r>
            <a:r>
              <a:rPr lang="ko-KR" altLang="en-US" dirty="0"/>
              <a:t>에 접근하여 읽어 줌</a:t>
            </a:r>
            <a:endParaRPr lang="en-US" altLang="ko-KR" dirty="0"/>
          </a:p>
          <a:p>
            <a:r>
              <a:rPr lang="ko-KR" altLang="en-US" dirty="0"/>
              <a:t>단순 디자인 용도로 사용된 특수문자에 접근하지 않도록 </a:t>
            </a:r>
            <a:r>
              <a:rPr lang="en-US" altLang="ko-KR" dirty="0"/>
              <a:t>aria-hidden="true" </a:t>
            </a:r>
            <a:r>
              <a:rPr lang="ko-KR" altLang="en-US" dirty="0"/>
              <a:t>속성을 추가해야 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6BB3396-CBFA-96DD-85CF-3E918D2DF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405" y="2643675"/>
            <a:ext cx="2120265" cy="3443899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783D0EA0-02A4-473D-D5D8-3680A892AE0B}"/>
              </a:ext>
            </a:extLst>
          </p:cNvPr>
          <p:cNvGrpSpPr/>
          <p:nvPr/>
        </p:nvGrpSpPr>
        <p:grpSpPr>
          <a:xfrm>
            <a:off x="631825" y="3830058"/>
            <a:ext cx="4104304" cy="1098983"/>
            <a:chOff x="631825" y="4319397"/>
            <a:chExt cx="4104304" cy="109898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BC0E2E5-37FD-4D8E-6572-7669BFD85BB9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DAD3AA0-A844-7400-E60B-32D8121DBFFB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&lt;p&gt;1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단계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&lt;span class="hidden"&gt;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현재 단계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p&gt;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&lt;p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aria-hidden="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true"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&gt;-&lt;/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p&gt;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7039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30E6-3790-45D1-54CB-9DBEC02FC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A9F05-CF97-3B1C-1FFB-BDC0936D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4B3B3BB2-4513-F144-C324-D75B72A98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48987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7C33940-A29A-629C-762D-3338F916E7D0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E006606-7F37-3E5F-A80F-84AD77878C84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15EEB90-3D38-7A78-AD61-B1DB9B23FF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스크린 리더를 사용하여 </a:t>
            </a:r>
            <a:r>
              <a:rPr lang="en-US" altLang="ko-KR" dirty="0"/>
              <a:t>'</a:t>
            </a:r>
            <a:r>
              <a:rPr lang="ko-KR" altLang="en-US" dirty="0"/>
              <a:t>다음단계</a:t>
            </a:r>
            <a:r>
              <a:rPr lang="en-US" altLang="ko-KR" dirty="0"/>
              <a:t>' </a:t>
            </a:r>
            <a:r>
              <a:rPr lang="ko-KR" altLang="en-US" dirty="0"/>
              <a:t>버튼 실행 시</a:t>
            </a:r>
            <a:r>
              <a:rPr lang="en-US" altLang="ko-KR" dirty="0"/>
              <a:t>, </a:t>
            </a:r>
            <a:r>
              <a:rPr lang="ko-KR" altLang="en-US" dirty="0"/>
              <a:t>초점이 </a:t>
            </a:r>
            <a:r>
              <a:rPr lang="ko-KR" altLang="en-US" dirty="0" err="1"/>
              <a:t>랜덤한</a:t>
            </a:r>
            <a:r>
              <a:rPr lang="ko-KR" altLang="en-US" dirty="0"/>
              <a:t> 요소로 이동하여 스크린 리더 탐색에 불편을 줌</a:t>
            </a:r>
            <a:endParaRPr lang="en-US" altLang="ko-KR" dirty="0"/>
          </a:p>
          <a:p>
            <a:r>
              <a:rPr lang="ko-KR" altLang="en-US" dirty="0"/>
              <a:t>다음 단계로 진행될 때</a:t>
            </a:r>
            <a:r>
              <a:rPr lang="en-US" altLang="ko-KR" dirty="0"/>
              <a:t>, </a:t>
            </a:r>
            <a:r>
              <a:rPr lang="ko-KR" altLang="en-US" dirty="0"/>
              <a:t>스크린 리더 초점은 페이지 내 가장 첫 번째 요소로 이동하여 순차적으로 탐색할 수 있도록 해야 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90FCDF-FED2-5432-80BA-21BDD79E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354" y="3472285"/>
            <a:ext cx="4111517" cy="178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51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2A0-835C-D1B7-B119-B2F482F8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C996F-2096-79FC-BA57-9A0A0AE6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53423A79-8034-E8C6-C8DD-F964D0EA86AD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D5C01F1-6A35-9130-C788-8B09DE85D510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5819880-057F-C1D9-1FD3-10EA1B4C60B1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6CADA21-95B6-DC17-15A5-90E3DD4EC8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스크린 리더를 사용하여 </a:t>
            </a:r>
            <a:r>
              <a:rPr lang="en-US" altLang="ko-KR" dirty="0"/>
              <a:t>'</a:t>
            </a:r>
            <a:r>
              <a:rPr lang="ko-KR" altLang="en-US" dirty="0"/>
              <a:t>쿠폰등록</a:t>
            </a:r>
            <a:r>
              <a:rPr lang="en-US" altLang="ko-KR" dirty="0"/>
              <a:t>' </a:t>
            </a:r>
            <a:r>
              <a:rPr lang="ko-KR" altLang="en-US" dirty="0"/>
              <a:t>버튼 실행 시 </a:t>
            </a:r>
            <a:r>
              <a:rPr lang="ko-KR" altLang="en-US" dirty="0" err="1"/>
              <a:t>바텀</a:t>
            </a:r>
            <a:r>
              <a:rPr lang="ko-KR" altLang="en-US" dirty="0"/>
              <a:t> 시트가 노출되지만 스크린 리더 초점은 </a:t>
            </a:r>
            <a:r>
              <a:rPr lang="ko-KR" altLang="en-US" dirty="0" err="1"/>
              <a:t>바텀</a:t>
            </a:r>
            <a:r>
              <a:rPr lang="ko-KR" altLang="en-US" dirty="0"/>
              <a:t> 시트로 이동하지 않음</a:t>
            </a:r>
            <a:endParaRPr lang="en-US" altLang="ko-KR" dirty="0"/>
          </a:p>
          <a:p>
            <a:r>
              <a:rPr lang="ko-KR" altLang="en-US" dirty="0" err="1"/>
              <a:t>바텀</a:t>
            </a:r>
            <a:r>
              <a:rPr lang="ko-KR" altLang="en-US" dirty="0"/>
              <a:t> 시트가 노출될 때</a:t>
            </a:r>
            <a:r>
              <a:rPr lang="en-US" altLang="ko-KR" dirty="0"/>
              <a:t>, </a:t>
            </a:r>
            <a:r>
              <a:rPr lang="ko-KR" altLang="en-US" dirty="0"/>
              <a:t>스크린 리더 초점은 즉시 </a:t>
            </a:r>
            <a:r>
              <a:rPr lang="ko-KR" altLang="en-US" dirty="0" err="1"/>
              <a:t>바텀</a:t>
            </a:r>
            <a:r>
              <a:rPr lang="ko-KR" altLang="en-US" dirty="0"/>
              <a:t> 시트를 탐색할 수 있어야 하며 </a:t>
            </a:r>
            <a:r>
              <a:rPr lang="en-US" altLang="ko-KR" dirty="0"/>
              <a:t>dim </a:t>
            </a:r>
            <a:r>
              <a:rPr lang="ko-KR" altLang="en-US" dirty="0"/>
              <a:t>처리 된 영역에 접근하지 않아야 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06DB2D-342E-2BEA-B751-424A96DB3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835" y="2698475"/>
            <a:ext cx="2097405" cy="338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80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01F75-F0A2-21FE-2AEB-C86122A2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25A2F-8D12-B056-397D-8B784D1D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C46AAA-90A2-40CD-0EA3-EE85C5A5B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73045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9BA55D4-8F31-8228-53ED-3732F3DF171A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F4683B-7F69-CD4D-3D71-2E6AB97A8CD3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1FBCAFC-A0D0-22B1-AE96-709A5D70AE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449253"/>
          </a:xfrm>
        </p:spPr>
        <p:txBody>
          <a:bodyPr/>
          <a:lstStyle/>
          <a:p>
            <a:r>
              <a:rPr lang="ko-KR" altLang="en-US" dirty="0"/>
              <a:t>스크린 리더로 </a:t>
            </a:r>
            <a:r>
              <a:rPr lang="ko-KR" altLang="en-US" dirty="0" err="1"/>
              <a:t>바텀</a:t>
            </a:r>
            <a:r>
              <a:rPr lang="ko-KR" altLang="en-US" dirty="0"/>
              <a:t> 시트 탐색 시</a:t>
            </a:r>
            <a:r>
              <a:rPr lang="en-US" altLang="ko-KR" dirty="0"/>
              <a:t>, </a:t>
            </a:r>
            <a:r>
              <a:rPr lang="ko-KR" altLang="en-US" dirty="0"/>
              <a:t>초점 순서가 논리적으로 이동하지 않음</a:t>
            </a:r>
            <a:endParaRPr lang="en-US" altLang="ko-KR" dirty="0"/>
          </a:p>
          <a:p>
            <a:r>
              <a:rPr lang="ko-KR" altLang="en-US" dirty="0"/>
              <a:t>레이어 팝업</a:t>
            </a:r>
            <a:r>
              <a:rPr lang="en-US" altLang="ko-KR" dirty="0"/>
              <a:t>, </a:t>
            </a:r>
            <a:r>
              <a:rPr lang="ko-KR" altLang="en-US" dirty="0" err="1"/>
              <a:t>바텀</a:t>
            </a:r>
            <a:r>
              <a:rPr lang="ko-KR" altLang="en-US" dirty="0"/>
              <a:t> 시트 등을 탐색할 때 컨텐츠에 먼저 접근한 후 마지막으로 닫기 버튼에 초점이 접근하도록 </a:t>
            </a:r>
            <a:r>
              <a:rPr lang="ko-KR" altLang="en-US"/>
              <a:t>해야 함</a:t>
            </a:r>
            <a:endParaRPr lang="en-US" altLang="ko-KR"/>
          </a:p>
          <a:p>
            <a:r>
              <a:rPr lang="ko-KR" altLang="en-US"/>
              <a:t>현재는 </a:t>
            </a:r>
            <a:r>
              <a:rPr lang="en-US" altLang="ko-KR"/>
              <a:t>"</a:t>
            </a:r>
            <a:r>
              <a:rPr lang="ko-KR" altLang="en-US"/>
              <a:t>신용</a:t>
            </a:r>
            <a:r>
              <a:rPr lang="en-US" altLang="ko-KR"/>
              <a:t>/</a:t>
            </a:r>
            <a:r>
              <a:rPr lang="ko-KR" altLang="en-US"/>
              <a:t>체크 카드</a:t>
            </a:r>
            <a:r>
              <a:rPr lang="en-US" altLang="ko-KR"/>
              <a:t>" </a:t>
            </a:r>
            <a:r>
              <a:rPr lang="ko-KR" altLang="en-US"/>
              <a:t>접근 후 </a:t>
            </a:r>
            <a:r>
              <a:rPr lang="en-US" altLang="ko-KR"/>
              <a:t>"</a:t>
            </a:r>
            <a:r>
              <a:rPr lang="ko-KR" altLang="en-US"/>
              <a:t>닫기</a:t>
            </a:r>
            <a:r>
              <a:rPr lang="en-US" altLang="ko-KR"/>
              <a:t>" </a:t>
            </a:r>
            <a:r>
              <a:rPr lang="ko-KR" altLang="en-US"/>
              <a:t>버튼 순서로 접근되고 있음</a:t>
            </a:r>
            <a:r>
              <a:rPr lang="en-US" altLang="ko-KR"/>
              <a:t>. </a:t>
            </a:r>
            <a:r>
              <a:rPr lang="ko-KR" altLang="en-US"/>
              <a:t>우측 화면에 표시된 순서대로 이동하도록 개선해야 함</a:t>
            </a:r>
            <a:r>
              <a:rPr lang="en-US" altLang="ko-KR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6C45CC-5054-3BCB-5BD1-8048961BD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421" y="2781113"/>
            <a:ext cx="2638326" cy="316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04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2D829-D552-0179-C270-91B1E1A0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3B257-26DB-4A42-41A2-A6A91FDDF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A1E6F192-45F2-FF7D-D80F-9B68C6CB4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50569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라이프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꿀티켓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더보기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뮤지컬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오페라의 유령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예매하기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BD12CF9-E533-77AF-7FBD-C5D4929056F2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BC7A702-D286-BEB4-6E04-768AC7A47357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B669C16-CAFC-8E82-33E0-1E5BE7976F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입력 서식에 용도를 알 수 있는 레이블을 제공해야 함</a:t>
            </a:r>
            <a:endParaRPr lang="en-US" altLang="ko-KR" dirty="0"/>
          </a:p>
          <a:p>
            <a:r>
              <a:rPr lang="ko-KR" altLang="en-US" dirty="0"/>
              <a:t>스크린 리더 사용자가 입력 서식의 용도를 알 수 있도록 </a:t>
            </a:r>
            <a:r>
              <a:rPr lang="en-US" altLang="ko-KR" dirty="0"/>
              <a:t>&lt;label&gt;, title, aria-label </a:t>
            </a:r>
            <a:r>
              <a:rPr lang="ko-KR" altLang="en-US" dirty="0"/>
              <a:t>중 한 가지 방식을 이용하여 설명을 제공해야 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AA73D2-ECB2-6C6E-F9CF-77264B9EB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419" y="2596832"/>
            <a:ext cx="2184238" cy="3537585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EFA691D8-CC71-8703-1D72-5B793369D11D}"/>
              </a:ext>
            </a:extLst>
          </p:cNvPr>
          <p:cNvGrpSpPr/>
          <p:nvPr/>
        </p:nvGrpSpPr>
        <p:grpSpPr>
          <a:xfrm>
            <a:off x="631825" y="3830058"/>
            <a:ext cx="4104304" cy="1234533"/>
            <a:chOff x="631825" y="4319397"/>
            <a:chExt cx="4104304" cy="123453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9740D1-6DAB-532C-5EFA-692EA7542467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E80F7A0-6B6A-7E2E-A136-B272B964B206}"/>
                </a:ext>
              </a:extLst>
            </p:cNvPr>
            <p:cNvSpPr/>
            <p:nvPr/>
          </p:nvSpPr>
          <p:spPr>
            <a:xfrm>
              <a:off x="631825" y="4530600"/>
              <a:ext cx="4104000" cy="102333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&lt;label for="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id1"&gt;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연락처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text"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id="id1"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endParaRPr lang="en-US" altLang="ko-KR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또는</a:t>
              </a:r>
              <a:endParaRPr lang="en-US" altLang="ko-KR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type="text"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연락처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163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B4B9-11A9-22E1-76ED-D61B217D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F8A27-CFD0-B068-54EE-FE83718A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4FB86B1D-A394-79E7-8466-D2ECA575A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94035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상품가입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입출금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&gt;'Only One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가입하기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A973160-2731-DA97-04F7-EE221319C886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0C53520-3505-5624-E5AC-69EB1EDBCB5A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ECD4BAB-CABE-4835-3544-85A3B1CC2C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스크린 리더로 약관동의 레이어 팝업 내 표시한 버튼에 접근 시</a:t>
            </a:r>
            <a:r>
              <a:rPr lang="en-US" altLang="ko-KR" dirty="0"/>
              <a:t>, </a:t>
            </a:r>
            <a:r>
              <a:rPr lang="ko-KR" altLang="en-US" dirty="0"/>
              <a:t>텍스트와 기능 정보를 구분하여 읽어 줌</a:t>
            </a:r>
            <a:endParaRPr lang="en-US" altLang="ko-KR" dirty="0"/>
          </a:p>
          <a:p>
            <a:r>
              <a:rPr lang="ko-KR" altLang="en-US" dirty="0"/>
              <a:t>스크린 리더 사용자가 버튼의 기능 정보를 명확히 인지할 수 있도록 마크업 수정 필요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D594BE-E892-B4DD-2876-BD6024484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3256916"/>
            <a:ext cx="4104971" cy="221741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2824445C-B985-E63C-AF21-D4EE8FF0D861}"/>
              </a:ext>
            </a:extLst>
          </p:cNvPr>
          <p:cNvGrpSpPr/>
          <p:nvPr/>
        </p:nvGrpSpPr>
        <p:grpSpPr>
          <a:xfrm>
            <a:off x="631825" y="3573463"/>
            <a:ext cx="4104304" cy="557424"/>
            <a:chOff x="631825" y="4319397"/>
            <a:chExt cx="4104304" cy="55742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9DF207-41F2-15F8-CC63-88962A66DA7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코드 예시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DC91D6E-A3D5-0551-4942-981E9EC040D0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&lt;button type="button"&gt;[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필수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] 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휴대폰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본인확인서비스 이용약관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button&gt;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7C1977-B33B-45AA-7577-82D12B954AB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2210059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E9D3-AF3D-B519-0E8D-D2F86705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99E8C-AE05-1A7E-107B-AFFC9425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D763FE1C-E748-3FBA-2699-E4D522E52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686794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상품가입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입출금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&gt;'Only One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가입하기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4.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명도 대비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화면에 표시되는 모든 사용자 인터페이스 컴포넌트와 텍스트는 전경색과 배경색이 구분될 수 있도록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4.1.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화면에 표시되는 모든 사용자 인터페이스 컴포넌트와 텍스트는 전경색과 배경색이 구분될 수 있도록 명도 대비를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이상으로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78EAD89-88FE-42BE-F966-D224DB521D7C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A98394F-7C9C-5E85-5877-D81BC4FDBDFC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4417A81-671F-C5E7-AB33-B962D71F1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표시한 텍스트 색상</a:t>
            </a:r>
            <a:r>
              <a:rPr lang="en-US" altLang="ko-KR" dirty="0"/>
              <a:t>(#dbdbdb)</a:t>
            </a:r>
            <a:r>
              <a:rPr lang="ko-KR" altLang="en-US" dirty="0"/>
              <a:t>과 배경</a:t>
            </a:r>
            <a:r>
              <a:rPr lang="en-US" altLang="ko-KR" dirty="0"/>
              <a:t>(#ffffff)</a:t>
            </a:r>
            <a:r>
              <a:rPr lang="ko-KR" altLang="en-US" dirty="0"/>
              <a:t> 간 명도대비가 </a:t>
            </a:r>
            <a:r>
              <a:rPr lang="en-US" altLang="ko-KR" dirty="0"/>
              <a:t>1.4:1</a:t>
            </a:r>
            <a:r>
              <a:rPr lang="ko-KR" altLang="en-US" dirty="0"/>
              <a:t>로 최소 명도대비 기준을 충족하지 않음</a:t>
            </a:r>
            <a:endParaRPr lang="en-US" altLang="ko-KR" dirty="0"/>
          </a:p>
          <a:p>
            <a:r>
              <a:rPr lang="ko-KR" altLang="en-US" dirty="0"/>
              <a:t>명도대비 기준을 충족하도록 텍스트 색상을 변경해야 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B140C0-2270-BA2F-32A6-38734D1F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747" y="3082608"/>
            <a:ext cx="2167581" cy="25660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026AEA5-FDB8-7D08-6AF0-D4845BEE33E5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880227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1BBA-3C6E-EC6A-8C60-703CC878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EDFDC-454A-00E9-DB97-F9066435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09DA42BF-F639-395A-121E-DC5FDA17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9160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상품가입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입출금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&gt;'Only One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가입하기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1D79B9-7E7E-6676-E2E0-74676FCBA960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A59ADC-B347-6F86-FC36-BA1CA778172D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DCE699D-E54E-AB8C-A069-A88136D88E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표시한 버튼에 스크린 리더 초점이 접근하지 않으며</a:t>
            </a:r>
            <a:r>
              <a:rPr lang="en-US" altLang="ko-KR" dirty="0"/>
              <a:t>, </a:t>
            </a:r>
            <a:r>
              <a:rPr lang="ko-KR" altLang="en-US" dirty="0"/>
              <a:t>스크린 리더로 버튼을 실행할 수 없음</a:t>
            </a:r>
            <a:endParaRPr lang="en-US" altLang="ko-KR" dirty="0"/>
          </a:p>
          <a:p>
            <a:r>
              <a:rPr lang="ko-KR" altLang="en-US" dirty="0"/>
              <a:t>스크린 리더 초점이 정상적으로 접근되고</a:t>
            </a:r>
            <a:r>
              <a:rPr lang="en-US" altLang="ko-KR" dirty="0"/>
              <a:t>, </a:t>
            </a:r>
            <a:r>
              <a:rPr lang="ko-KR" altLang="en-US" dirty="0"/>
              <a:t>실행 가능하도록 수정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07D2C5-F77A-6098-9ECC-37D58916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985" y="3014998"/>
            <a:ext cx="2439106" cy="270125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2E59ACF-548B-8C8E-AE7C-1F9C2DFEC43C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4178816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51E7F-EF02-E2F0-77D5-1F2FBDE3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5B61D-73C3-301C-FC73-D98003C83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4E81D736-8C12-E66F-AAB9-0A728B58ED46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상품가입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입출금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&gt;'Only One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가입하기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B016DD0-01E6-F81B-AAA7-4CCDB48DEAA4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324780E-EEDD-407D-13EA-A4E5A069B80B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7E344A4-F86E-03A0-FE01-BAB00ACB7E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869881"/>
          </a:xfrm>
        </p:spPr>
        <p:txBody>
          <a:bodyPr/>
          <a:lstStyle/>
          <a:p>
            <a:r>
              <a:rPr lang="ko-KR" altLang="en-US" dirty="0"/>
              <a:t>스크린 리더 초점은 사용자가 예측할 수 있도록 논리적인 순서로 </a:t>
            </a:r>
            <a:r>
              <a:rPr lang="ko-KR" altLang="en-US"/>
              <a:t>이동해야 함</a:t>
            </a:r>
            <a:endParaRPr lang="en-US" altLang="ko-KR"/>
          </a:p>
          <a:p>
            <a:r>
              <a:rPr lang="en-US" altLang="ko-KR"/>
              <a:t>Android</a:t>
            </a:r>
            <a:r>
              <a:rPr lang="ko-KR" altLang="en-US"/>
              <a:t>는 개선 확인함</a:t>
            </a:r>
            <a:r>
              <a:rPr lang="en-US" altLang="ko-KR"/>
              <a:t>. iOS</a:t>
            </a:r>
            <a:r>
              <a:rPr lang="ko-KR" altLang="en-US"/>
              <a:t>는 개선 되지 않음</a:t>
            </a:r>
            <a:r>
              <a:rPr lang="en-US" altLang="ko-KR"/>
              <a:t>.</a:t>
            </a:r>
          </a:p>
          <a:p>
            <a:r>
              <a:rPr lang="ko-KR" altLang="en-US"/>
              <a:t>현재 </a:t>
            </a:r>
            <a:r>
              <a:rPr lang="en-US" altLang="ko-KR"/>
              <a:t>"</a:t>
            </a:r>
            <a:r>
              <a:rPr lang="ko-KR" altLang="en-US"/>
              <a:t>주민등록번호</a:t>
            </a:r>
            <a:r>
              <a:rPr lang="en-US" altLang="ko-KR"/>
              <a:t>" -&gt; "</a:t>
            </a:r>
            <a:r>
              <a:rPr lang="ko-KR" altLang="en-US"/>
              <a:t>주민등록번호 뒷자리 버튼</a:t>
            </a:r>
            <a:r>
              <a:rPr lang="en-US" altLang="ko-KR"/>
              <a:t>" -&gt; "</a:t>
            </a:r>
            <a:r>
              <a:rPr lang="ko-KR" altLang="en-US"/>
              <a:t>주민등록번호 앞자리</a:t>
            </a:r>
            <a:r>
              <a:rPr lang="en-US" altLang="ko-KR"/>
              <a:t>" -&gt; "</a:t>
            </a:r>
            <a:r>
              <a:rPr lang="ko-KR" altLang="en-US"/>
              <a:t>주민등록번호 뒷자리</a:t>
            </a:r>
            <a:r>
              <a:rPr lang="en-US" altLang="ko-KR"/>
              <a:t>" </a:t>
            </a:r>
            <a:r>
              <a:rPr lang="ko-KR" altLang="en-US"/>
              <a:t>순으로 이동하고 있음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주민등록번호</a:t>
            </a:r>
            <a:r>
              <a:rPr lang="en-US" altLang="ko-KR"/>
              <a:t>" -&gt; "</a:t>
            </a:r>
            <a:r>
              <a:rPr lang="ko-KR" altLang="en-US"/>
              <a:t>주민등록번호 앞자리</a:t>
            </a:r>
            <a:r>
              <a:rPr lang="en-US" altLang="ko-KR"/>
              <a:t>" -&gt; "</a:t>
            </a:r>
            <a:r>
              <a:rPr lang="ko-KR" altLang="en-US"/>
              <a:t>주민등록번호 뒷자리 버튼</a:t>
            </a:r>
            <a:r>
              <a:rPr lang="en-US" altLang="ko-KR"/>
              <a:t>" -&gt; "</a:t>
            </a:r>
            <a:r>
              <a:rPr lang="ko-KR" altLang="en-US"/>
              <a:t>주민등록번호 뒷자리</a:t>
            </a:r>
            <a:r>
              <a:rPr lang="en-US" altLang="ko-KR"/>
              <a:t>" </a:t>
            </a:r>
            <a:r>
              <a:rPr lang="ko-KR" altLang="en-US"/>
              <a:t>순으로 제공해야 함</a:t>
            </a:r>
            <a:r>
              <a:rPr lang="en-US" altLang="ko-KR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B86E098-9D2A-D5FE-47AD-D1E21257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502" y="2709921"/>
            <a:ext cx="2702072" cy="333935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046B517-A35D-2BD5-F1A5-D9CEE138A5C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1108412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C9492-1B96-30CD-FA16-131A31E6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E3A69-B3FE-B244-ABD1-1701B435B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EA132E5A-CC67-A217-07F9-C8338946D8BC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상품가입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입출금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&gt;'Only One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가입하기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40E8ECF-1354-3DB8-15FD-F7ED98F7CA8F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E972A88-2821-B0F5-75AE-CD982AA9E833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C160D93-AAB0-BC25-E528-275F3DDDF5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스크린 리더로 주민등록번호 뒷자리 입력 서식에 접근은 가능하지만</a:t>
            </a:r>
            <a:r>
              <a:rPr lang="en-US" altLang="ko-KR" dirty="0"/>
              <a:t>, </a:t>
            </a:r>
            <a:r>
              <a:rPr lang="ko-KR" altLang="en-US" dirty="0"/>
              <a:t>더블 탭으로 실행 시 키패드가 노출되지 않음</a:t>
            </a:r>
            <a:endParaRPr lang="en-US" altLang="ko-KR" dirty="0"/>
          </a:p>
          <a:p>
            <a:r>
              <a:rPr lang="ko-KR" altLang="en-US" dirty="0"/>
              <a:t>스크린 리더로 조작 시 정상적으로 기능이 동작하도록 수정해야 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F5CFC7-05BC-7EC9-FAAD-59A3ECE1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691" y="2888975"/>
            <a:ext cx="2389693" cy="29533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F896064-E0E6-D002-ED4A-EEECB9D6BDB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985430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66D6-C41D-4BF0-D05A-0F6C807F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84BED-C9AA-83CB-98EE-8EE90162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CEA103BD-2E2F-8A73-98E6-31A19F346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25134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상품가입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입출금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&gt;'Only One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가입하기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7.3.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BC1CE4E-B6A8-FC0C-C45B-A887BEA60D23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84C4DD2-EE58-1937-E057-406AF5A4B776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087CE1-3518-014A-8F55-B50F48B65A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107254"/>
          </a:xfrm>
        </p:spPr>
        <p:txBody>
          <a:bodyPr/>
          <a:lstStyle/>
          <a:p>
            <a:r>
              <a:rPr lang="ko-KR" altLang="en-US" dirty="0"/>
              <a:t>표시한 </a:t>
            </a:r>
            <a:r>
              <a:rPr lang="en-US" altLang="ko-KR" dirty="0"/>
              <a:t>'</a:t>
            </a:r>
            <a:r>
              <a:rPr lang="ko-KR" altLang="en-US" dirty="0"/>
              <a:t>다음</a:t>
            </a:r>
            <a:r>
              <a:rPr lang="en-US" altLang="ko-KR" dirty="0"/>
              <a:t>' </a:t>
            </a:r>
            <a:r>
              <a:rPr lang="ko-KR" altLang="en-US" dirty="0"/>
              <a:t>버튼에 스크린 리더로 접근 시</a:t>
            </a:r>
            <a:r>
              <a:rPr lang="en-US" altLang="ko-KR" dirty="0"/>
              <a:t>, </a:t>
            </a:r>
            <a:r>
              <a:rPr lang="ko-KR" altLang="en-US" dirty="0"/>
              <a:t>초점 영역이 명확히 구분되지 않음</a:t>
            </a:r>
            <a:endParaRPr lang="en-US" altLang="ko-KR" dirty="0"/>
          </a:p>
          <a:p>
            <a:r>
              <a:rPr lang="ko-KR" altLang="en-US" dirty="0"/>
              <a:t>표시되는 스크린 리더 초점은 컨텐츠의 크기와 위치가 동일하게 제공되어야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20240215)</a:t>
            </a:r>
            <a:r>
              <a:rPr lang="en-US" altLang="ko-KR" dirty="0"/>
              <a:t> </a:t>
            </a:r>
            <a:r>
              <a:rPr lang="ko-KR" altLang="en-US" dirty="0"/>
              <a:t>화면 하단의 </a:t>
            </a:r>
            <a:r>
              <a:rPr lang="en-US" altLang="ko-KR" dirty="0"/>
              <a:t>'</a:t>
            </a:r>
            <a:r>
              <a:rPr lang="ko-KR" altLang="en-US" dirty="0"/>
              <a:t>이전</a:t>
            </a:r>
            <a:r>
              <a:rPr lang="en-US" altLang="ko-KR" dirty="0"/>
              <a:t>', '</a:t>
            </a:r>
            <a:r>
              <a:rPr lang="ko-KR" altLang="en-US" dirty="0"/>
              <a:t>다음</a:t>
            </a:r>
            <a:r>
              <a:rPr lang="en-US" altLang="ko-KR" dirty="0"/>
              <a:t>' </a:t>
            </a:r>
            <a:r>
              <a:rPr lang="ko-KR" altLang="en-US" dirty="0"/>
              <a:t>버튼에 스크린 리더 접근 시</a:t>
            </a:r>
            <a:r>
              <a:rPr lang="en-US" altLang="ko-KR" dirty="0"/>
              <a:t>, </a:t>
            </a:r>
            <a:r>
              <a:rPr lang="ko-KR" altLang="en-US" dirty="0"/>
              <a:t>실제 버튼 영역과 초점 영역이 상이하게 제공됨</a:t>
            </a:r>
            <a:endParaRPr lang="en-US" altLang="ko-KR" dirty="0"/>
          </a:p>
          <a:p>
            <a:r>
              <a:rPr lang="ko-KR" altLang="en-US" dirty="0"/>
              <a:t>스크린 리더의 초점과 컨텐츠의 크기 및 위치가 동일하게 제공되도록 수정</a:t>
            </a:r>
          </a:p>
        </p:txBody>
      </p:sp>
      <p:pic>
        <p:nvPicPr>
          <p:cNvPr id="7" name="그림 6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8E0F3672-4462-BBA5-8BCF-F99CB5F66A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83"/>
          <a:stretch/>
        </p:blipFill>
        <p:spPr>
          <a:xfrm>
            <a:off x="5961382" y="2246825"/>
            <a:ext cx="2491889" cy="432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3723160-F87A-A412-1F7E-5A331A1015E0}"/>
              </a:ext>
            </a:extLst>
          </p:cNvPr>
          <p:cNvSpPr/>
          <p:nvPr/>
        </p:nvSpPr>
        <p:spPr>
          <a:xfrm>
            <a:off x="6861810" y="3541059"/>
            <a:ext cx="1591461" cy="475129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157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6179B-D9BA-489D-28DC-5A6780E93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8E736-61CD-AD83-A607-0357DE92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36A39AD0-DE86-166F-6F8E-ABE3504B7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52514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상품가입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입출금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&gt;'Only One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가입하기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정지기능 제공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자동으로 변경되는 콘텐츠는 움직임을 제어할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자동으로 변경되는 콘텐츠에는 앞으로 이동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뒤로 이동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일시 정지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정지와 같이 이를 제어할 수 있는 수단을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BAAE7C2-E8EC-E3AD-17AA-5868EA21ED1A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90D735F-C94A-09E7-5FBE-2A8833148D85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C4265AF-62B6-4475-664B-7A1BA43778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슬라이드 컨텐츠에 재생</a:t>
            </a:r>
            <a:r>
              <a:rPr lang="en-US" altLang="ko-KR" dirty="0"/>
              <a:t>/</a:t>
            </a:r>
            <a:r>
              <a:rPr lang="ko-KR" altLang="en-US" dirty="0"/>
              <a:t>정지 버튼이 제공되지 않음</a:t>
            </a:r>
            <a:endParaRPr lang="en-US" altLang="ko-KR" dirty="0"/>
          </a:p>
          <a:p>
            <a:r>
              <a:rPr lang="ko-KR" altLang="en-US" dirty="0"/>
              <a:t>슬라이드 컨텐츠 영역에 접근하기 전에</a:t>
            </a:r>
            <a:r>
              <a:rPr lang="en-US" altLang="ko-KR" dirty="0"/>
              <a:t>, </a:t>
            </a:r>
            <a:r>
              <a:rPr lang="ko-KR" altLang="en-US" dirty="0"/>
              <a:t>스크린 리더 사용자가 직접 슬라이드의 재생</a:t>
            </a:r>
            <a:r>
              <a:rPr lang="en-US" altLang="ko-KR" dirty="0"/>
              <a:t>/</a:t>
            </a:r>
            <a:r>
              <a:rPr lang="ko-KR" altLang="en-US" dirty="0"/>
              <a:t>정지 상태를 컨트롤할 수 있도록 버튼을 제공하는 것을 권장함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A049B8-B5C3-E79A-0D39-A5C7277A1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281" y="2892856"/>
            <a:ext cx="1984513" cy="29455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2CAB93E-59A6-C67D-C5E8-B99F19BC051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8449656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35292-A22D-241D-30B1-97865589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2FF3F-98F4-E4C2-6D75-D87D0E23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BFEC4C0F-2E61-99C5-7623-4840CD346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59379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상품가입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예금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입출금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&gt;'Only One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통장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가입하기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4C94F8B-C8E5-70A9-D05A-093462AF55FE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9135A1-D921-90E4-4CA6-59D45324FAD6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B9EEF63-B11C-D120-A4AD-DE20F5469C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922588"/>
          </a:xfrm>
        </p:spPr>
        <p:txBody>
          <a:bodyPr/>
          <a:lstStyle/>
          <a:p>
            <a:r>
              <a:rPr lang="ko-KR" altLang="en-US" dirty="0"/>
              <a:t>입력 서식에 용도를 알 수 있는 레이블을 제공해야 함</a:t>
            </a:r>
            <a:endParaRPr lang="en-US" altLang="ko-KR" dirty="0"/>
          </a:p>
          <a:p>
            <a:r>
              <a:rPr lang="ko-KR" altLang="en-US" dirty="0"/>
              <a:t>스크린 리더 사용자가 입력 서식의 용도를 알 수 있도록 </a:t>
            </a:r>
            <a:r>
              <a:rPr lang="en-US" altLang="ko-KR" dirty="0"/>
              <a:t>&lt;label&gt;, title, aria-label </a:t>
            </a:r>
            <a:r>
              <a:rPr lang="ko-KR" altLang="en-US" dirty="0"/>
              <a:t>중 한 가지 방식을 이용하여 설명을 제공해야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20240215)</a:t>
            </a:r>
            <a:r>
              <a:rPr lang="en-US" altLang="ko-KR" dirty="0"/>
              <a:t> </a:t>
            </a:r>
            <a:r>
              <a:rPr lang="ko-KR" altLang="en-US" dirty="0"/>
              <a:t>입력 서식과 레이블에 서로 다른 정보가 제공됨</a:t>
            </a:r>
            <a:endParaRPr lang="en-US" altLang="ko-KR" dirty="0"/>
          </a:p>
          <a:p>
            <a:r>
              <a:rPr lang="ko-KR" altLang="en-US" dirty="0"/>
              <a:t>체크박스와 레이블이 서로 동일한 정보를 제공하도록 각각의 체크박스에 올바른 정보를 제공해야 함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C3B5767-01B8-942E-9972-2018FE99268B}"/>
              </a:ext>
            </a:extLst>
          </p:cNvPr>
          <p:cNvGrpSpPr/>
          <p:nvPr/>
        </p:nvGrpSpPr>
        <p:grpSpPr>
          <a:xfrm>
            <a:off x="546847" y="4229100"/>
            <a:ext cx="4189282" cy="1696309"/>
            <a:chOff x="631825" y="4319397"/>
            <a:chExt cx="4104304" cy="164169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D9BDE9-4848-B998-9799-DD0E1495CFA4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2B9E768-FA3C-2F1D-A127-BC8843CE6025}"/>
                </a:ext>
              </a:extLst>
            </p:cNvPr>
            <p:cNvSpPr/>
            <p:nvPr/>
          </p:nvSpPr>
          <p:spPr>
            <a:xfrm>
              <a:off x="631825" y="4530600"/>
              <a:ext cx="4104000" cy="14304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&lt;label for="id1"&gt;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본인확인을 위한 약관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type="checkbox"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id="id1"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또는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type="checkbox"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본인확인을 위한 약관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20240215)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type="checkbox" aria-label="</a:t>
              </a:r>
              <a:r>
                <a:rPr lang="en-US" altLang="ko-KR" sz="8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[</a:t>
              </a:r>
              <a:r>
                <a:rPr lang="ko-KR" altLang="en-US" sz="8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필수</a:t>
              </a:r>
              <a:r>
                <a:rPr lang="en-US" altLang="ko-KR" sz="8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]</a:t>
              </a:r>
              <a:r>
                <a:rPr lang="ko-KR" altLang="en-US" sz="8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휴대폰 본인확인서비스 이용약관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90108C0F-7E58-C935-4595-5818A2DD4F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7" b="397"/>
          <a:stretch/>
        </p:blipFill>
        <p:spPr>
          <a:xfrm>
            <a:off x="6174143" y="2339512"/>
            <a:ext cx="1915086" cy="40999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B2A349-C07D-BBD3-76AA-98F1FA34A3E0}"/>
              </a:ext>
            </a:extLst>
          </p:cNvPr>
          <p:cNvSpPr/>
          <p:nvPr/>
        </p:nvSpPr>
        <p:spPr>
          <a:xfrm>
            <a:off x="6362700" y="3778250"/>
            <a:ext cx="184150" cy="901700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D46690-C633-6763-99FE-781CB515D61D}"/>
              </a:ext>
            </a:extLst>
          </p:cNvPr>
          <p:cNvSpPr/>
          <p:nvPr/>
        </p:nvSpPr>
        <p:spPr>
          <a:xfrm>
            <a:off x="6546850" y="3778250"/>
            <a:ext cx="1436739" cy="901700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708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78AB-C9ED-DFBD-3182-BD643610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73BDB-26AD-4D1F-9C6D-53E69CC1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F853EE64-E5B3-8A1D-251A-807D39C00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438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담보대출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인터넷예적금담보대출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신청하기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E8F1D77-008E-1226-9BC1-14F56EC0E066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5214015-C8DF-DC1E-612D-B1FEFA8BC6F6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30D7096-50D0-F3AC-F03C-37B21D7B02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5370"/>
          </a:xfrm>
        </p:spPr>
        <p:txBody>
          <a:bodyPr/>
          <a:lstStyle/>
          <a:p>
            <a:r>
              <a:rPr lang="ko-KR" altLang="en-US" dirty="0"/>
              <a:t>슬라이드 인디케이터 버튼에 선택 정보가 제공되지 않음</a:t>
            </a:r>
            <a:endParaRPr lang="en-US" altLang="ko-KR" dirty="0"/>
          </a:p>
          <a:p>
            <a:r>
              <a:rPr lang="ko-KR" altLang="en-US" dirty="0"/>
              <a:t>현재 선택된 버튼에 </a:t>
            </a:r>
            <a:r>
              <a:rPr lang="en-US" altLang="ko-KR" dirty="0"/>
              <a:t>title </a:t>
            </a:r>
            <a:r>
              <a:rPr lang="ko-KR" altLang="en-US" dirty="0"/>
              <a:t>속성 등을 이용하여 선택 정보를 제공해야 함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9BD6BE0-7013-4993-6C99-3F85A1669E33}"/>
              </a:ext>
            </a:extLst>
          </p:cNvPr>
          <p:cNvGrpSpPr/>
          <p:nvPr/>
        </p:nvGrpSpPr>
        <p:grpSpPr>
          <a:xfrm>
            <a:off x="631825" y="3830058"/>
            <a:ext cx="4104304" cy="829165"/>
            <a:chOff x="631825" y="4319397"/>
            <a:chExt cx="4104304" cy="8291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5C1920-B83F-DF91-D800-8EEBDFC200FB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6E792E1-3F7D-03C5-4649-BAB068B4427F}"/>
                </a:ext>
              </a:extLst>
            </p:cNvPr>
            <p:cNvSpPr/>
            <p:nvPr/>
          </p:nvSpPr>
          <p:spPr>
            <a:xfrm>
              <a:off x="631825" y="4530600"/>
              <a:ext cx="4104000" cy="61796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&lt;button&gt; 1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번 슬라이드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&lt;button&gt; 2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번 슬라이드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 3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번 슬라이드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8B3EB023-CEEE-E5A4-B7B1-7B823A2FC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573" y="2777479"/>
            <a:ext cx="2303930" cy="31762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E4EC01A-DE02-A5FB-043D-7FF903B05B5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3347065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5748D-625A-D3A9-72A8-4F79EA776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5A08F-522C-1D13-4844-B268586D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BD1C4AE6-9D67-1BC3-C282-CA87F7FA6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33509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담보대출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인터넷예적금담보대출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신청하기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CA8C0EB-B7C3-B614-29F4-22641DE290AB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EA1D66F-58C9-4564-CCB7-CDBC84380648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78E6130-9F61-FEF1-D0AD-15A8E8767A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스크린 리더로 표시한 슬라이드 인디케이터에 접근 시</a:t>
            </a:r>
            <a:r>
              <a:rPr lang="en-US" altLang="ko-KR" dirty="0"/>
              <a:t>, </a:t>
            </a:r>
            <a:r>
              <a:rPr lang="ko-KR" altLang="en-US" dirty="0"/>
              <a:t>텍스트와 기능 정보를 구분하여 읽어 줌</a:t>
            </a:r>
            <a:endParaRPr lang="en-US" altLang="ko-KR" dirty="0"/>
          </a:p>
          <a:p>
            <a:r>
              <a:rPr lang="ko-KR" altLang="en-US" dirty="0"/>
              <a:t>스크린 리더 사용자가 버튼의 기능 정보를 명확히 인지할 수 있도록 마크업 수정 필요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BCF8C0F-6F2D-35FA-8F0B-739170121AB1}"/>
              </a:ext>
            </a:extLst>
          </p:cNvPr>
          <p:cNvGrpSpPr/>
          <p:nvPr/>
        </p:nvGrpSpPr>
        <p:grpSpPr>
          <a:xfrm>
            <a:off x="631825" y="3830058"/>
            <a:ext cx="4104304" cy="557424"/>
            <a:chOff x="631825" y="4319397"/>
            <a:chExt cx="4104304" cy="55742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E58FB4-F902-272E-6372-87FA833BA34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86120D2-BB42-05DB-A996-B667350474D1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&lt;button type="button" aria-label="1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번 슬라이드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,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"&gt;&lt;/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button&gt;</a:t>
              </a: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E9DDF7DC-568F-5195-1DF5-4679E97A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033" y="2598912"/>
            <a:ext cx="2377009" cy="350266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2DBBC7D-BEDD-E13C-ECD7-2ED092BFBD4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347025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E626-28AC-9D4D-842C-0EF09E137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BC8B3-9293-01E5-2578-731541E6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15415FE8-E6A6-F547-8477-50803B27E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37245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담보대출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인터넷예적금담보대출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신청하기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색에 무관한 인식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화면에 표시되는 모든 정보는 색에 관계없이 인식될 수 있어야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콘텐츠에서 제공하는 모든 정보는 특정한 색을 구별할 수 없는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흑백 디스플레이 사용자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흑백 인쇄물을 보는 사용자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고대비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모드 사용자가 인식할 수 있도록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F342C1F-A71A-3FE5-03BC-8347649A8B55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4335E47-FF52-96AA-F7B2-A254581685FC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9DAF049-2063-490F-8D61-912155618C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자산 규모</a:t>
            </a:r>
            <a:r>
              <a:rPr lang="en-US" altLang="ko-KR" dirty="0"/>
              <a:t>, </a:t>
            </a:r>
            <a:r>
              <a:rPr lang="ko-KR" altLang="en-US" dirty="0"/>
              <a:t>연간 소득의 상태 정보를 색상으로만 구분함</a:t>
            </a:r>
            <a:endParaRPr lang="en-US" altLang="ko-KR" dirty="0"/>
          </a:p>
          <a:p>
            <a:r>
              <a:rPr lang="ko-KR" altLang="en-US" dirty="0"/>
              <a:t>색상 이외의 수단으로 구분할 수 있는 단서</a:t>
            </a:r>
            <a:r>
              <a:rPr lang="en-US" altLang="ko-KR" dirty="0"/>
              <a:t>(</a:t>
            </a:r>
            <a:r>
              <a:rPr lang="ko-KR" altLang="en-US" dirty="0"/>
              <a:t>밑줄</a:t>
            </a:r>
            <a:r>
              <a:rPr lang="en-US" altLang="ko-KR" dirty="0"/>
              <a:t>, </a:t>
            </a:r>
            <a:r>
              <a:rPr lang="ko-KR" altLang="en-US" dirty="0"/>
              <a:t>패턴</a:t>
            </a:r>
            <a:r>
              <a:rPr lang="en-US" altLang="ko-KR" dirty="0"/>
              <a:t>, </a:t>
            </a:r>
            <a:r>
              <a:rPr lang="ko-KR" altLang="en-US" dirty="0"/>
              <a:t>체크 모양 등</a:t>
            </a:r>
            <a:r>
              <a:rPr lang="en-US" altLang="ko-KR" dirty="0"/>
              <a:t>)</a:t>
            </a:r>
            <a:r>
              <a:rPr lang="ko-KR" altLang="en-US" dirty="0"/>
              <a:t>를 추가 제공해야 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9F2A640-BD83-56D5-2BBA-F1974BBCF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967" y="2964217"/>
            <a:ext cx="2562574" cy="280281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62792C3-41A7-57EA-CFA3-6A15749D368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3464795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24256-79B6-ED44-B605-0FBE223A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710CF-3394-266D-537C-4EBBAE2A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833C103A-173A-5567-7E20-EDFCC3D2C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79179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카드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카드 둘러보기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DingDing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신용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Card'&gt;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신청하기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E503D15-20FF-216D-5DEE-8392BA3AE84D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E6A0292-F3B6-52DF-4321-32763213F0B9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8B4F61C-7712-357F-3424-A7F5F3D34A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5370"/>
          </a:xfrm>
        </p:spPr>
        <p:txBody>
          <a:bodyPr/>
          <a:lstStyle/>
          <a:p>
            <a:r>
              <a:rPr lang="ko-KR" altLang="en-US" dirty="0"/>
              <a:t>선택한 버튼에 선택 정보가 제공되지 않음</a:t>
            </a:r>
            <a:endParaRPr lang="en-US" altLang="ko-KR" dirty="0"/>
          </a:p>
          <a:p>
            <a:r>
              <a:rPr lang="ko-KR" altLang="en-US" dirty="0"/>
              <a:t>버튼에 </a:t>
            </a:r>
            <a:r>
              <a:rPr lang="en-US" altLang="ko-KR" dirty="0"/>
              <a:t>title, </a:t>
            </a:r>
            <a:r>
              <a:rPr lang="ko-KR" altLang="en-US" dirty="0"/>
              <a:t>숨김 텍스트 등을 사용하여 선택 정보 추가 제공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10F9F5-9618-B350-2ABD-724210BD0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123" y="2512620"/>
            <a:ext cx="2318829" cy="3812689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15D2B48-A4C5-B91C-E5FF-7AD81BCC3F7E}"/>
              </a:ext>
            </a:extLst>
          </p:cNvPr>
          <p:cNvGrpSpPr/>
          <p:nvPr/>
        </p:nvGrpSpPr>
        <p:grpSpPr>
          <a:xfrm>
            <a:off x="631825" y="3830058"/>
            <a:ext cx="4104304" cy="558322"/>
            <a:chOff x="631825" y="4319397"/>
            <a:chExt cx="4104304" cy="55832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AEE5C9-3A51-17AB-930C-8C8DFB7032FA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D62C9E9-E240-502E-B067-CC35991DBFFF}"/>
                </a:ext>
              </a:extLst>
            </p:cNvPr>
            <p:cNvSpPr/>
            <p:nvPr/>
          </p:nvSpPr>
          <p:spPr>
            <a:xfrm>
              <a:off x="631825" y="4530600"/>
              <a:ext cx="4104000" cy="347119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 2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일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A8AC2C-2E33-3778-212A-172B38E2D6E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25207493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77824-A188-0D66-D66F-B605730C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A59C4-BE67-382A-008E-7E2423B1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2217FFB1-2314-671E-D01F-6F30F4A7F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15419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퇴직연금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퇴직연금 가입하기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70675CC-1C74-E1BB-DF19-AE715A4A808C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45410FC-6105-7D4B-C4D8-5C99A26D3E2B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DFA6F69-F78D-EFF5-2EFB-18269F4DF1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685215"/>
          </a:xfrm>
        </p:spPr>
        <p:txBody>
          <a:bodyPr/>
          <a:lstStyle/>
          <a:p>
            <a:r>
              <a:rPr lang="ko-KR" altLang="en-US" dirty="0"/>
              <a:t>입력 서식에 용도를 알 수 있는 레이블을 제공해야 함</a:t>
            </a:r>
            <a:endParaRPr lang="en-US" altLang="ko-KR" dirty="0"/>
          </a:p>
          <a:p>
            <a:r>
              <a:rPr lang="ko-KR" altLang="en-US" dirty="0"/>
              <a:t>스크린 리더 사용자가 입력 서식의 용도를 알 수 있도록 </a:t>
            </a:r>
            <a:r>
              <a:rPr lang="en-US" altLang="ko-KR" dirty="0"/>
              <a:t>&lt;label&gt;, title, aria-label </a:t>
            </a:r>
            <a:r>
              <a:rPr lang="ko-KR" altLang="en-US" dirty="0"/>
              <a:t>중 한 가지 방식을 이용하여 설명을 제공해야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>
                <a:highlight>
                  <a:srgbClr val="FFFF00"/>
                </a:highlight>
              </a:rPr>
              <a:t>20240215)</a:t>
            </a:r>
            <a:r>
              <a:rPr lang="en-US" altLang="ko-KR"/>
              <a:t> </a:t>
            </a:r>
            <a:r>
              <a:rPr lang="ko-KR" altLang="en-US"/>
              <a:t>중간에 </a:t>
            </a:r>
            <a:r>
              <a:rPr lang="ko-KR" altLang="en-US" dirty="0"/>
              <a:t>본인인증 화면에서 </a:t>
            </a:r>
            <a:r>
              <a:rPr lang="ko-KR" altLang="en-US" dirty="0" err="1"/>
              <a:t>못넘어감</a:t>
            </a:r>
            <a:r>
              <a:rPr lang="ko-KR" altLang="en-US" dirty="0"/>
              <a:t> </a:t>
            </a:r>
            <a:r>
              <a:rPr lang="en-US" altLang="ko-KR"/>
              <a:t>-&gt; </a:t>
            </a:r>
            <a:r>
              <a:rPr lang="ko-KR" altLang="en-US"/>
              <a:t>이해복 부장님께 문의하였고 현재 확인이 어렵다고 답변 받음</a:t>
            </a:r>
            <a:r>
              <a:rPr lang="en-US" altLang="ko-KR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6F1387-D3C0-C9A8-7877-5745302D0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112" y="2656055"/>
            <a:ext cx="2426851" cy="3419139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188333ED-A459-960E-4FA5-FBD5361C673F}"/>
              </a:ext>
            </a:extLst>
          </p:cNvPr>
          <p:cNvGrpSpPr/>
          <p:nvPr/>
        </p:nvGrpSpPr>
        <p:grpSpPr>
          <a:xfrm>
            <a:off x="631825" y="3830058"/>
            <a:ext cx="4104304" cy="1234533"/>
            <a:chOff x="631825" y="4319397"/>
            <a:chExt cx="4104304" cy="12345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162BD3-5095-5342-7C8C-6BD106DA350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7A628FA-7FA4-F7DA-BD27-DE76E01EBA1A}"/>
                </a:ext>
              </a:extLst>
            </p:cNvPr>
            <p:cNvSpPr/>
            <p:nvPr/>
          </p:nvSpPr>
          <p:spPr>
            <a:xfrm>
              <a:off x="631825" y="4530600"/>
              <a:ext cx="4104000" cy="102333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&lt;label for="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id1"&gt;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부산은행 현금성자산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type="checkbox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id="id1"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endParaRPr lang="en-US" altLang="ko-KR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혹은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endParaRPr lang="en-US" altLang="ko-KR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input type="checkbox"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부산은행 현금성자산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9974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EE187-38BD-467B-A9CE-071BDD9D2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B6738-A957-A4DA-858C-1EA1E57AA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31645C63-A2F6-17BA-5BC5-8CD22A6AD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683525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연금저축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)KDB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다이렉트연금보험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설계하기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7.3.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AD7F156-70D5-6DA3-305F-8845EF5DFEC0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4712DF0-C4AA-6B34-62E8-BBE21BBD8976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6382DB1-47D3-3F6E-3AEE-52D8397491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107254"/>
          </a:xfrm>
        </p:spPr>
        <p:txBody>
          <a:bodyPr/>
          <a:lstStyle/>
          <a:p>
            <a:r>
              <a:rPr lang="ko-KR" altLang="en-US" dirty="0"/>
              <a:t>표시한 </a:t>
            </a:r>
            <a:r>
              <a:rPr lang="en-US" altLang="ko-KR" dirty="0"/>
              <a:t>'</a:t>
            </a:r>
            <a:r>
              <a:rPr lang="ko-KR" altLang="en-US" dirty="0"/>
              <a:t>확인</a:t>
            </a:r>
            <a:r>
              <a:rPr lang="en-US" altLang="ko-KR" dirty="0"/>
              <a:t>' </a:t>
            </a:r>
            <a:r>
              <a:rPr lang="ko-KR" altLang="en-US" dirty="0"/>
              <a:t>버튼에 스크린 리더로 접근 시</a:t>
            </a:r>
            <a:r>
              <a:rPr lang="en-US" altLang="ko-KR" dirty="0"/>
              <a:t>, </a:t>
            </a:r>
            <a:r>
              <a:rPr lang="ko-KR" altLang="en-US" dirty="0"/>
              <a:t>초점 영역이 명확히 구분되지 않음</a:t>
            </a:r>
            <a:endParaRPr lang="en-US" altLang="ko-KR" dirty="0"/>
          </a:p>
          <a:p>
            <a:r>
              <a:rPr lang="ko-KR" altLang="en-US" dirty="0"/>
              <a:t>표시되는 스크린 리더 초점은 컨텐츠의 크기와 위치가 동일하게 제공되어야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20240215)</a:t>
            </a:r>
            <a:r>
              <a:rPr lang="en-US" altLang="ko-KR" dirty="0"/>
              <a:t> </a:t>
            </a:r>
            <a:r>
              <a:rPr lang="ko-KR" altLang="en-US" dirty="0"/>
              <a:t>스크린 리더를 사용하여 </a:t>
            </a:r>
            <a:r>
              <a:rPr lang="en-US" altLang="ko-KR" dirty="0"/>
              <a:t>'</a:t>
            </a:r>
            <a:r>
              <a:rPr lang="ko-KR" altLang="en-US" dirty="0"/>
              <a:t>확인</a:t>
            </a:r>
            <a:r>
              <a:rPr lang="en-US" altLang="ko-KR" dirty="0"/>
              <a:t>' </a:t>
            </a:r>
            <a:r>
              <a:rPr lang="ko-KR" altLang="en-US" dirty="0"/>
              <a:t>버튼에 접근 시 초점 아웃라인이 노출되지 않음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685DB1-4795-044F-2C82-FD025A67F4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" b="54"/>
          <a:stretch/>
        </p:blipFill>
        <p:spPr>
          <a:xfrm>
            <a:off x="6174143" y="2339512"/>
            <a:ext cx="1915086" cy="40999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B494D2E-F164-159B-9177-2EB667F90CA2}"/>
              </a:ext>
            </a:extLst>
          </p:cNvPr>
          <p:cNvSpPr/>
          <p:nvPr/>
        </p:nvSpPr>
        <p:spPr>
          <a:xfrm>
            <a:off x="6174143" y="5827059"/>
            <a:ext cx="1915086" cy="403412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483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A2EE3-9B36-1911-3054-B0C2019C0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DD5243-A5F8-52D5-AF65-A878AFE3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793B1BA-9768-3F6F-1CBB-3F0752D9DEB8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연금저축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)KDB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다이렉트연금보험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설계하기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7.3.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표시되는 초점의 영역은 콘텐츠의 위치와 크기가 맞도록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46EF134-2943-CB1E-1280-A35E7754900A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AF8EE0-4B74-3420-7669-4FF3ECA5D5F8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B292C40-5769-2F96-E9D0-16FDEA3AFC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스크린 리더를 사용하여 </a:t>
            </a:r>
            <a:r>
              <a:rPr lang="en-US" altLang="ko-KR" dirty="0"/>
              <a:t>'</a:t>
            </a:r>
            <a:r>
              <a:rPr lang="ko-KR" altLang="en-US" dirty="0"/>
              <a:t>보험료 확인</a:t>
            </a:r>
            <a:r>
              <a:rPr lang="en-US" altLang="ko-KR" dirty="0"/>
              <a:t>' </a:t>
            </a:r>
            <a:r>
              <a:rPr lang="ko-KR" altLang="en-US" dirty="0"/>
              <a:t>버튼 실행 시 레이어 팝업이 노출되지만 스크린 리더 초점은 팝업으로 이동하지 않음</a:t>
            </a:r>
            <a:endParaRPr lang="en-US" altLang="ko-KR" dirty="0"/>
          </a:p>
          <a:p>
            <a:r>
              <a:rPr lang="ko-KR" altLang="en-US" dirty="0"/>
              <a:t>팝업이 노출될 때</a:t>
            </a:r>
            <a:r>
              <a:rPr lang="en-US" altLang="ko-KR" dirty="0"/>
              <a:t>, </a:t>
            </a:r>
            <a:r>
              <a:rPr lang="ko-KR" altLang="en-US" dirty="0"/>
              <a:t>스크린 리더 초점은 즉시 팝업을 탐색할 수 있어야 하며 </a:t>
            </a:r>
            <a:r>
              <a:rPr lang="en-US" altLang="ko-KR" dirty="0"/>
              <a:t>dim </a:t>
            </a:r>
            <a:r>
              <a:rPr lang="ko-KR" altLang="en-US" dirty="0"/>
              <a:t>처리 된 영역에 접근하지 않아야 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528ABD-FD0B-FD09-A64F-F4B47FD2C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409" y="2771028"/>
            <a:ext cx="2315442" cy="318919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34086D8-ABA5-BCC0-6FA4-0DEA89AE5BCA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1704012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3488-5171-4A7A-7FF8-0D78A9AD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BCEE9-15EF-8F14-7F4C-F3455A47A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41BE13EB-B4C7-4425-F9C5-BE124ED71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65345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연금저축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)KDB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다이렉트연금보험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설계하기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화면에서 보이지 않거나 논리적으로 의미를 갖지 않는 사용자 인터페이스 컴포넌트로 이동하지 않도록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D99F01-38A8-45A4-0C5D-4A551D38567B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D1108AE-5B54-6AC5-07BA-613D8DB9DE5D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3438545-C60D-684A-90B5-16C998FFDF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스크린 리더 초점이 화면에 노출되지 않는 요소에 접근하여 읽어 줌</a:t>
            </a:r>
            <a:endParaRPr lang="en-US" altLang="ko-KR" dirty="0"/>
          </a:p>
          <a:p>
            <a:r>
              <a:rPr lang="ko-KR" altLang="en-US" dirty="0"/>
              <a:t>화면에 노출되지 않는 요소는 스크린 리더가 접근하지 못하도록 </a:t>
            </a:r>
            <a:r>
              <a:rPr lang="en-US" altLang="ko-KR" dirty="0"/>
              <a:t>aria-hidden="true"</a:t>
            </a:r>
            <a:r>
              <a:rPr lang="ko-KR" altLang="en-US" dirty="0"/>
              <a:t>를 적용해야 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A9EB14-73B1-29EA-069B-42AEA3C04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571" y="2992008"/>
            <a:ext cx="2290280" cy="274723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BA06697-9C13-D9CE-3DD1-CAE2A5EE321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1969408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303A-C112-D730-C75B-1C3FF93F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08981-74CD-BAE5-A134-27C942CE4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539579A-696D-6918-B029-AE3C63DC6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63204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연금저축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)KDB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다이렉트연금보험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설계하기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5A7A315-0AD4-AB30-ADBE-245BC058163C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1C4090C-EAB7-9606-B06D-99B16AECEDC9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E4B79A4-F164-02FB-2DF8-0EA77672B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423879"/>
          </a:xfrm>
        </p:spPr>
        <p:txBody>
          <a:bodyPr/>
          <a:lstStyle/>
          <a:p>
            <a:r>
              <a:rPr lang="ko-KR" altLang="en-US" dirty="0"/>
              <a:t>온라인 설명의무 </a:t>
            </a:r>
            <a:r>
              <a:rPr lang="en-US" altLang="ko-KR" dirty="0"/>
              <a:t>- </a:t>
            </a:r>
            <a:r>
              <a:rPr lang="ko-KR" altLang="en-US" dirty="0" err="1"/>
              <a:t>방카슈랑스</a:t>
            </a:r>
            <a:r>
              <a:rPr lang="ko-KR" altLang="en-US" dirty="0"/>
              <a:t> 화면에서 스크린 리더를 사용하여 </a:t>
            </a:r>
            <a:r>
              <a:rPr lang="en-US" altLang="ko-KR" dirty="0"/>
              <a:t>'</a:t>
            </a:r>
            <a:r>
              <a:rPr lang="ko-KR" altLang="en-US" dirty="0"/>
              <a:t>예 확인했습니다</a:t>
            </a:r>
            <a:r>
              <a:rPr lang="en-US" altLang="ko-KR" dirty="0"/>
              <a:t>' </a:t>
            </a:r>
            <a:r>
              <a:rPr lang="ko-KR" altLang="en-US" dirty="0"/>
              <a:t>버튼을 </a:t>
            </a:r>
            <a:r>
              <a:rPr lang="en-US" altLang="ko-KR" dirty="0"/>
              <a:t>9</a:t>
            </a:r>
            <a:r>
              <a:rPr lang="ko-KR" altLang="en-US" dirty="0"/>
              <a:t>단계까지 실행 가능하지만</a:t>
            </a:r>
            <a:r>
              <a:rPr lang="en-US" altLang="ko-KR" dirty="0"/>
              <a:t>, 9</a:t>
            </a:r>
            <a:r>
              <a:rPr lang="ko-KR" altLang="en-US" dirty="0"/>
              <a:t>단계 이후의 화면으로 넘어갈 수 없음</a:t>
            </a:r>
            <a:endParaRPr lang="en-US" altLang="ko-KR" dirty="0"/>
          </a:p>
          <a:p>
            <a:r>
              <a:rPr lang="en-US" altLang="ko-KR" dirty="0"/>
              <a:t>iOS</a:t>
            </a:r>
            <a:r>
              <a:rPr lang="ko-KR" altLang="en-US" dirty="0"/>
              <a:t>와 동일하게 </a:t>
            </a:r>
            <a:r>
              <a:rPr lang="en-US" altLang="ko-KR" b="1" dirty="0"/>
              <a:t>9/9</a:t>
            </a:r>
            <a:r>
              <a:rPr lang="ko-KR" altLang="en-US" b="1" dirty="0"/>
              <a:t>단계</a:t>
            </a:r>
            <a:r>
              <a:rPr lang="ko-KR" altLang="en-US" dirty="0"/>
              <a:t>까지 진행 완료 시</a:t>
            </a:r>
            <a:r>
              <a:rPr lang="en-US" altLang="ko-KR" dirty="0"/>
              <a:t>, </a:t>
            </a:r>
            <a:r>
              <a:rPr lang="ko-KR" altLang="en-US" dirty="0"/>
              <a:t>다음 화면으로 정상적으로 </a:t>
            </a:r>
            <a:r>
              <a:rPr lang="ko-KR" altLang="en-US"/>
              <a:t>넘어가도록 수정</a:t>
            </a:r>
            <a:endParaRPr lang="en-US" altLang="ko-KR"/>
          </a:p>
          <a:p>
            <a:r>
              <a:rPr lang="ko-KR" altLang="en-US"/>
              <a:t>이벤트를 받는 객체를 </a:t>
            </a:r>
            <a:r>
              <a:rPr lang="en-US" altLang="ko-KR"/>
              <a:t>&lt;button&gt;</a:t>
            </a:r>
            <a:r>
              <a:rPr lang="ko-KR" altLang="en-US"/>
              <a:t>이 아닌 상위 부모 요소에 지정할 경우 체크 동작이 정상적으로 동작하지 않을 수 있으니</a:t>
            </a:r>
            <a:r>
              <a:rPr lang="en-US" altLang="ko-KR"/>
              <a:t> </a:t>
            </a:r>
            <a:r>
              <a:rPr lang="ko-KR" altLang="en-US"/>
              <a:t>참고하여 개선</a:t>
            </a:r>
            <a:endParaRPr lang="en-US" altLang="ko-KR"/>
          </a:p>
          <a:p>
            <a:r>
              <a:rPr lang="ko-KR" altLang="en-US"/>
              <a:t>추가로 </a:t>
            </a:r>
            <a:r>
              <a:rPr lang="en-US" altLang="ko-KR"/>
              <a:t>"</a:t>
            </a:r>
            <a:r>
              <a:rPr lang="ko-KR" altLang="en-US"/>
              <a:t>예</a:t>
            </a:r>
            <a:r>
              <a:rPr lang="en-US" altLang="ko-KR"/>
              <a:t> </a:t>
            </a:r>
            <a:r>
              <a:rPr lang="ko-KR" altLang="en-US"/>
              <a:t>확인했습니다</a:t>
            </a:r>
            <a:r>
              <a:rPr lang="en-US" altLang="ko-KR"/>
              <a:t>.(n/9)" </a:t>
            </a:r>
            <a:r>
              <a:rPr lang="ko-KR" altLang="en-US"/>
              <a:t>버튼을 </a:t>
            </a:r>
            <a:r>
              <a:rPr lang="en-US" altLang="ko-KR"/>
              <a:t>"</a:t>
            </a:r>
            <a:r>
              <a:rPr lang="ko-KR" altLang="en-US"/>
              <a:t>다음 슬라이드</a:t>
            </a:r>
            <a:r>
              <a:rPr lang="en-US" altLang="ko-KR"/>
              <a:t>"</a:t>
            </a:r>
            <a:r>
              <a:rPr lang="ko-KR" altLang="en-US"/>
              <a:t>로 읽어주고 있어</a:t>
            </a:r>
            <a:r>
              <a:rPr lang="en-US" altLang="ko-KR"/>
              <a:t>, </a:t>
            </a:r>
            <a:r>
              <a:rPr lang="ko-KR" altLang="en-US"/>
              <a:t>아래의 개선 코드를 참조하여 개선해야 함</a:t>
            </a:r>
            <a:r>
              <a:rPr lang="en-US" altLang="ko-KR"/>
              <a:t>. (* n</a:t>
            </a:r>
            <a:r>
              <a:rPr lang="ko-KR" altLang="en-US"/>
              <a:t>은 슬라이드 넘길 때마다 값을 변경해 주어야 함</a:t>
            </a:r>
            <a:r>
              <a:rPr lang="en-US" altLang="ko-KR"/>
              <a:t>.)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FBE406-EF22-5821-CDC1-01C462258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508" y="2480874"/>
            <a:ext cx="2266060" cy="3769502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F5F7A42-D6FA-2E4B-2E98-E4394F8B726A}"/>
              </a:ext>
            </a:extLst>
          </p:cNvPr>
          <p:cNvGrpSpPr/>
          <p:nvPr/>
        </p:nvGrpSpPr>
        <p:grpSpPr>
          <a:xfrm>
            <a:off x="631825" y="4862991"/>
            <a:ext cx="4104304" cy="692846"/>
            <a:chOff x="631825" y="4319397"/>
            <a:chExt cx="4104304" cy="69284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8A3703E-E7A2-144B-E8B8-BFA321E0F476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8A6BA58-05DC-CC31-AE8A-954BFAF00C24}"/>
                </a:ext>
              </a:extLst>
            </p:cNvPr>
            <p:cNvSpPr/>
            <p:nvPr/>
          </p:nvSpPr>
          <p:spPr>
            <a:xfrm>
              <a:off x="631825" y="4530600"/>
              <a:ext cx="4104000" cy="48164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예 확인했습니다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.(n/9),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다음 슬라이드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예 확인했습니다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.(n/9)&lt;/button&gt;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5FDCBF-C84F-9148-8F70-477FD8F77A1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21807703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8F2B-F61C-2A57-85AF-E329A4416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978F2-2670-BC41-31B5-D9A0FCDC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ABF332EA-360F-83B6-2812-873C66C77871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연금저축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)KDB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다이렉트연금보험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설계하기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18.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보조기술과의 호환성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사용자 인터페이스 컴포넌트는 보조 기술을 이용하여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18.2.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부득이하게 기본 사용자 인터페이스 컴포넌트를 사용할 수 없을 시에는 운영체제에서 제공하는 보조 기술을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C1E2142-8B88-2E35-7D07-F9927BEE5B52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59DCF9D-5606-7BA1-6CA0-34E9DE360D2F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306BD01-12B8-FDB5-F4E7-B92DBBDFCC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003251"/>
          </a:xfrm>
        </p:spPr>
        <p:txBody>
          <a:bodyPr/>
          <a:lstStyle/>
          <a:p>
            <a:r>
              <a:rPr lang="ko-KR" altLang="en-US" dirty="0"/>
              <a:t>스크린 리더를 이용하여 필수 항목 질문 단계에서 해당하는 답변 체크 박스를 선택하지만</a:t>
            </a:r>
            <a:r>
              <a:rPr lang="en-US" altLang="ko-KR" dirty="0"/>
              <a:t>, '</a:t>
            </a:r>
            <a:r>
              <a:rPr lang="ko-KR" altLang="en-US" dirty="0"/>
              <a:t>다음</a:t>
            </a:r>
            <a:r>
              <a:rPr lang="en-US" altLang="ko-KR" dirty="0"/>
              <a:t>' </a:t>
            </a:r>
            <a:r>
              <a:rPr lang="ko-KR" altLang="en-US" dirty="0"/>
              <a:t>버튼이 활성화되지 않음 </a:t>
            </a:r>
            <a:r>
              <a:rPr lang="en-US" altLang="ko-KR" dirty="0"/>
              <a:t>(</a:t>
            </a:r>
            <a:r>
              <a:rPr lang="ko-KR" altLang="en-US" dirty="0">
                <a:highlight>
                  <a:srgbClr val="FFFF00"/>
                </a:highlight>
              </a:rPr>
              <a:t>스크린 리더로 체크박스 실행 시 선택되지 않음</a:t>
            </a:r>
            <a:r>
              <a:rPr lang="en-US" altLang="ko-KR" dirty="0">
                <a:highlight>
                  <a:srgbClr val="FFFF00"/>
                </a:highlight>
              </a:rPr>
              <a:t>. </a:t>
            </a:r>
            <a:r>
              <a:rPr lang="ko-KR" altLang="en-US" dirty="0">
                <a:highlight>
                  <a:srgbClr val="FFFF00"/>
                </a:highlight>
              </a:rPr>
              <a:t>단순 터치로는 정상 동작하며 </a:t>
            </a:r>
            <a:r>
              <a:rPr lang="en-US" altLang="ko-KR" dirty="0">
                <a:highlight>
                  <a:srgbClr val="FFFF00"/>
                </a:highlight>
              </a:rPr>
              <a:t>'</a:t>
            </a:r>
            <a:r>
              <a:rPr lang="ko-KR" altLang="en-US" dirty="0">
                <a:highlight>
                  <a:srgbClr val="FFFF00"/>
                </a:highlight>
              </a:rPr>
              <a:t>다음</a:t>
            </a:r>
            <a:r>
              <a:rPr lang="en-US" altLang="ko-KR" dirty="0">
                <a:highlight>
                  <a:srgbClr val="FFFF00"/>
                </a:highlight>
              </a:rPr>
              <a:t>' </a:t>
            </a:r>
            <a:r>
              <a:rPr lang="ko-KR" altLang="en-US" dirty="0">
                <a:highlight>
                  <a:srgbClr val="FFFF00"/>
                </a:highlight>
              </a:rPr>
              <a:t>버튼 활성화됨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스크린 리더로 단순 터치와 동일한 기능을 사용할 수 있도록 스크립트 </a:t>
            </a:r>
            <a:r>
              <a:rPr lang="ko-KR" altLang="en-US"/>
              <a:t>수정이 필요함</a:t>
            </a:r>
            <a:endParaRPr lang="en-US" altLang="ko-KR"/>
          </a:p>
          <a:p>
            <a:r>
              <a:rPr lang="ko-KR" altLang="en-US"/>
              <a:t>이벤트를 받는 객체를 </a:t>
            </a:r>
            <a:r>
              <a:rPr lang="en-US" altLang="ko-KR"/>
              <a:t>&lt;input&gt;</a:t>
            </a:r>
            <a:r>
              <a:rPr lang="ko-KR" altLang="en-US"/>
              <a:t>이 아닌 상위 부모 요소에 지정할 경우 체크 동작이 정상적으로 동작하지 않을 수 있으니</a:t>
            </a:r>
            <a:r>
              <a:rPr lang="en-US" altLang="ko-KR"/>
              <a:t> </a:t>
            </a:r>
            <a:r>
              <a:rPr lang="ko-KR" altLang="en-US"/>
              <a:t>참고하여 개선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720064-9BCD-DA41-82A7-AC753B347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07" y="2582097"/>
            <a:ext cx="2538662" cy="367373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D142E6E-4B3D-BA1D-7D2E-5559FAF2B63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>
                <a:solidFill>
                  <a:srgbClr val="FFFF00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12289292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0361-908F-2B2F-D587-66CC8683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97D23-AFB0-F1A2-9FA5-682649002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D0F11B38-DCA5-21E7-AF00-D2E545BA2BF9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보험가입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&gt;'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연금저축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)KDB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다이렉트연금보험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'&gt;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설계하기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18.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보조기술과의 호환성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사용자 인터페이스 컴포넌트는 보조 기술을 이용하여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18.2.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부득이하게 기본 사용자 인터페이스 컴포넌트를 사용할 수 없을 시에는 운영체제에서 제공하는 보조 기술을 사용할 수 있도록 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01FF892-B4DE-7E22-4DB1-65809FB2ABC7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273EE62-3A13-EEEB-E870-82E55AD0E5D4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864DA6F-6449-AA6F-E66A-3EB1245DD5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스크린 리더 초점이 화면에 노출되지 않는 요소에 접근하여 읽어 줌</a:t>
            </a:r>
            <a:endParaRPr lang="en-US" altLang="ko-KR" dirty="0"/>
          </a:p>
          <a:p>
            <a:r>
              <a:rPr lang="ko-KR" altLang="en-US" dirty="0"/>
              <a:t>화면에 노출되지 않는 요소는 스크린 리더가 접근하지 못하도록 </a:t>
            </a:r>
            <a:r>
              <a:rPr lang="en-US" altLang="ko-KR" dirty="0"/>
              <a:t>aria-hidden="true"</a:t>
            </a:r>
            <a:r>
              <a:rPr lang="ko-KR" altLang="en-US" dirty="0"/>
              <a:t>를 적용해야 함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CA1D1A-33B0-8025-A80C-5F7A3F129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598" y="3141602"/>
            <a:ext cx="4105577" cy="141013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58A215C-58DC-FEAE-FE79-057F1DD53417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1303845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CCBCF-772D-D38C-40AA-CD760F9C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D72B7-6228-8B9F-E498-56854A37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2B976E3D-6838-5114-7B15-581EC0AB1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94399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실손보험청구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사진으로 청구하기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E0C03A0-EF93-7B1F-D1EC-6BCF9165F58C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632D7B-D451-3873-C81F-DFC3031FDE4A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5D03C9-8985-E175-620F-1924EE12EE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약관 및 개인정보 이용 동의 단계에 표시된 요소가 입력 서식으로 마크업 되지 않음</a:t>
            </a:r>
          </a:p>
          <a:p>
            <a:r>
              <a:rPr lang="en-US" altLang="ko-KR" dirty="0"/>
              <a:t>&lt;input&gt;</a:t>
            </a:r>
            <a:r>
              <a:rPr lang="ko-KR" altLang="en-US" dirty="0"/>
              <a:t> 태그로 마크업 수정하고</a:t>
            </a:r>
            <a:r>
              <a:rPr lang="en-US" altLang="ko-KR" dirty="0"/>
              <a:t>, &lt;label&gt;</a:t>
            </a:r>
            <a:r>
              <a:rPr lang="ko-KR" altLang="en-US" dirty="0"/>
              <a:t>과 올바르게 연결되도록 수정이 필요함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633BE36-C446-F0F0-1431-83CCBCE385BE}"/>
              </a:ext>
            </a:extLst>
          </p:cNvPr>
          <p:cNvGrpSpPr/>
          <p:nvPr/>
        </p:nvGrpSpPr>
        <p:grpSpPr>
          <a:xfrm>
            <a:off x="631825" y="3936414"/>
            <a:ext cx="4104304" cy="692718"/>
            <a:chOff x="631825" y="4319397"/>
            <a:chExt cx="4104304" cy="69271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8EFDD4-5D55-3091-0DA3-2F47C55B76E7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6120F1B-4C66-3ABA-0761-5C9EE83C9EF9}"/>
                </a:ext>
              </a:extLst>
            </p:cNvPr>
            <p:cNvSpPr/>
            <p:nvPr/>
          </p:nvSpPr>
          <p:spPr>
            <a:xfrm>
              <a:off x="631825" y="4530600"/>
              <a:ext cx="4104000" cy="48151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&lt;input type="checkbox" id="id1"&gt;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&lt;label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for="id1"&gt;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동의하지 않음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label&gt;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B71FE84D-4CCE-3DBF-2D56-8A4C800CA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183" y="2808435"/>
            <a:ext cx="2448710" cy="311437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1D6CE48-0A68-AC07-9785-0D57B2C9FD6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메뉴 삭제</a:t>
            </a:r>
            <a:endParaRPr lang="ko-KR" altLang="en-US" sz="32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3084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CDE41-BF3B-5B3B-E5F0-87783A3A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EB18D-00A1-9594-9FD5-252BF87B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A0AA3016-1054-4024-265A-AA11DA7ECD6C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실손보험청구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사진으로 청구하기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C308431-5586-2266-9B00-FEE8B94BEC2A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B185ECF-0838-4726-A01A-FAD565CE6427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CE375-EC63-4AD1-525A-9D79FEA1CC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450664"/>
          </a:xfrm>
        </p:spPr>
        <p:txBody>
          <a:bodyPr/>
          <a:lstStyle/>
          <a:p>
            <a:r>
              <a:rPr lang="ko-KR" altLang="en-US" dirty="0"/>
              <a:t>첨부자료 사진으로 첨부하기 단계에서 </a:t>
            </a:r>
            <a:r>
              <a:rPr lang="en-US" altLang="ko-KR" dirty="0"/>
              <a:t>'</a:t>
            </a:r>
            <a:r>
              <a:rPr lang="ko-KR" altLang="en-US" dirty="0"/>
              <a:t>첨부자료 촬영하기</a:t>
            </a:r>
            <a:r>
              <a:rPr lang="en-US" altLang="ko-KR" dirty="0"/>
              <a:t>'</a:t>
            </a:r>
            <a:r>
              <a:rPr lang="ko-KR" altLang="en-US" dirty="0"/>
              <a:t> 실행 시 사진 선택 옵션이 노출되지만</a:t>
            </a:r>
            <a:r>
              <a:rPr lang="en-US" altLang="ko-KR" dirty="0"/>
              <a:t>, </a:t>
            </a:r>
            <a:r>
              <a:rPr lang="ko-KR" altLang="en-US" dirty="0"/>
              <a:t>해당 요소가 버튼으로 마크업 되지 않음</a:t>
            </a:r>
            <a:endParaRPr lang="en-US" altLang="ko-KR" dirty="0"/>
          </a:p>
          <a:p>
            <a:r>
              <a:rPr lang="ko-KR" altLang="en-US" dirty="0"/>
              <a:t>표시한 영역이 하나의 버튼으로 제공되도록 마크업 수정</a:t>
            </a:r>
            <a:endParaRPr lang="en-US" altLang="ko-KR" dirty="0"/>
          </a:p>
          <a:p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카메라 이미지는 디자인 목적으로 사용되었으므로 대체 텍스트를 제공하지 않아야 함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8F6208-A14F-52E0-85B2-45E5C92B6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126" y="2859600"/>
            <a:ext cx="2312824" cy="301204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A5585366-9CD3-0999-F674-C829CF1668D7}"/>
              </a:ext>
            </a:extLst>
          </p:cNvPr>
          <p:cNvGrpSpPr/>
          <p:nvPr/>
        </p:nvGrpSpPr>
        <p:grpSpPr>
          <a:xfrm>
            <a:off x="631825" y="3936414"/>
            <a:ext cx="4104304" cy="963561"/>
            <a:chOff x="631825" y="4319397"/>
            <a:chExt cx="4104304" cy="96356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A32C889-AB25-FD1A-9FF3-9F7F8B057C45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F8F7D14-C3E9-00A2-4476-C466E5F60FAA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 &lt;!--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카메라 이미지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  <a:sym typeface="Wingdings" panose="05000000000000000000" pitchFamily="2" charset="2"/>
                </a:rPr>
                <a:t>--&gt;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&lt;p&gt;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첨부자료 촬영하기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&lt;/p&gt;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E12AB0-DB4D-FEC5-0FFD-174A6AF9A57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메뉴 삭제</a:t>
            </a:r>
            <a:endParaRPr lang="ko-KR" altLang="en-US" sz="32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9913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8977D-A3C4-C4EF-67DD-F333E2141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F20A9-ADAB-2634-D68F-E0AA4FEF2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50A2D4F1-9AE0-9A09-B4AD-6157E7596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28090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실손보험청구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사진으로 청구하기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5926855-B9CF-551C-0B9A-9A4EF142B617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3A35B49-4B2F-B356-B3EC-362D52F4D54A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2CA8A7-BEFE-72AE-2528-029075C8C61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스크린 리더로 주민등록번호 뒷자리 입력 서식에 접근 가능하지만</a:t>
            </a:r>
            <a:r>
              <a:rPr lang="en-US" altLang="ko-KR" dirty="0"/>
              <a:t>, </a:t>
            </a:r>
            <a:r>
              <a:rPr lang="ko-KR" altLang="en-US" dirty="0"/>
              <a:t>더블 탭으로 실행 시 키패드가 노출되지 않음</a:t>
            </a:r>
            <a:endParaRPr lang="en-US" altLang="ko-KR" dirty="0"/>
          </a:p>
          <a:p>
            <a:r>
              <a:rPr lang="ko-KR" altLang="en-US" dirty="0"/>
              <a:t>스크린 리더로 </a:t>
            </a:r>
            <a:r>
              <a:rPr lang="ko-KR" altLang="en-US" dirty="0" err="1"/>
              <a:t>키패드</a:t>
            </a:r>
            <a:r>
              <a:rPr lang="ko-KR" altLang="en-US" dirty="0"/>
              <a:t> 기능을 정상적으로 사용할 수 있도록 수정해야 함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8D02D1-C25E-68E6-3BAA-332ACCA69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125" y="2476631"/>
            <a:ext cx="2312825" cy="377798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1072FAB-457C-273F-C528-AA9249A15E5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메뉴 삭제</a:t>
            </a:r>
            <a:endParaRPr lang="ko-KR" altLang="en-US" sz="32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0729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89BE-D7CC-58FA-0F44-31BDAB47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67B6A3-7177-1167-9416-8270ADB7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017B1C7C-537B-782E-BE65-B2AB6F418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848133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실손보험청구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사진으로 청구하기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90FF3D4-4DE0-1E01-7E5F-A2CF75D9A2E4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CCD7DCA-2E3B-E36D-172F-150FE63F0794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C91CFD-84E1-48B9-4E58-64E6C71457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표시한 사진  삭제 버튼에 기능 정보가 제공되지 않음</a:t>
            </a:r>
            <a:endParaRPr lang="en-US" altLang="ko-KR" dirty="0"/>
          </a:p>
          <a:p>
            <a:r>
              <a:rPr lang="ko-KR" altLang="en-US" dirty="0"/>
              <a:t>버튼 텍스트를 제공하거나</a:t>
            </a:r>
            <a:r>
              <a:rPr lang="en-US" altLang="ko-KR" dirty="0"/>
              <a:t>, aria-label</a:t>
            </a:r>
            <a:r>
              <a:rPr lang="ko-KR" altLang="en-US" dirty="0"/>
              <a:t> 속성을 사용해 버튼의 기능 정보를 제공해야 함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83324AA-86F0-4447-3961-5017DE886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093" y="2598832"/>
            <a:ext cx="2364890" cy="3533586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14565C03-677D-3EAD-50A3-7FF49B81458D}"/>
              </a:ext>
            </a:extLst>
          </p:cNvPr>
          <p:cNvGrpSpPr/>
          <p:nvPr/>
        </p:nvGrpSpPr>
        <p:grpSpPr>
          <a:xfrm>
            <a:off x="631825" y="3936414"/>
            <a:ext cx="4104304" cy="558322"/>
            <a:chOff x="631825" y="4319397"/>
            <a:chExt cx="4104304" cy="55832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DDED11-1703-8FB9-BB54-A2B4D2B3F34A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A0FD2A3-35FD-D4B2-7898-9A0019E983DF}"/>
                </a:ext>
              </a:extLst>
            </p:cNvPr>
            <p:cNvSpPr/>
            <p:nvPr/>
          </p:nvSpPr>
          <p:spPr>
            <a:xfrm>
              <a:off x="631825" y="4530600"/>
              <a:ext cx="4104000" cy="347119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사진 삭제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 &lt;/button&gt;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D1DB92-8A60-046A-6057-9886E1BC683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메뉴 삭제</a:t>
            </a:r>
            <a:endParaRPr lang="ko-KR" altLang="en-US" sz="32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9322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3511F-0932-209F-36E2-48CF4F72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2970D-F5B3-C252-D140-B4698159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4B35E1FB-8595-F59B-89B3-3ACDF449D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485687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실손보험청구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사진으로 청구하기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94FF7EB-D6DC-C68D-1339-CF6332D925B4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0CF3C9E-87B6-62A4-9715-7AE8802255B2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D8F3D9-7977-CDAA-CF43-4846D044F2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등록한 사진 삭제 버튼에 스크린 리더 초점이 접근하지 않고</a:t>
            </a:r>
            <a:r>
              <a:rPr lang="en-US" altLang="ko-KR" dirty="0"/>
              <a:t>, </a:t>
            </a:r>
            <a:r>
              <a:rPr lang="ko-KR" altLang="en-US" dirty="0"/>
              <a:t>버튼을 실행할 수 없음</a:t>
            </a:r>
            <a:endParaRPr lang="en-US" altLang="ko-KR" dirty="0"/>
          </a:p>
          <a:p>
            <a:r>
              <a:rPr lang="ko-KR" altLang="en-US" dirty="0"/>
              <a:t>초점이 정상적으로 삭제 버튼에 접근하고</a:t>
            </a:r>
            <a:r>
              <a:rPr lang="en-US" altLang="ko-KR" dirty="0"/>
              <a:t>, </a:t>
            </a:r>
            <a:r>
              <a:rPr lang="ko-KR" altLang="en-US" dirty="0"/>
              <a:t>실행 가능하도록 수정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00E319-AC93-EADB-3E97-1C45A9ED1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157" y="2470710"/>
            <a:ext cx="2536384" cy="378982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A11E6C8-E079-5615-D519-05BF4534B27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메뉴 삭제</a:t>
            </a:r>
            <a:endParaRPr lang="ko-KR" altLang="en-US" sz="32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1799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2C581-2CCE-FBC6-E3FB-D4D6DF986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F6069-EEA8-6779-C6FE-FFDBCD95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BA24823C-7CDF-C8F8-D368-6EF264F05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69020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금융하기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보험관리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실손보험청구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사진으로 청구하기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전체단계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12.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 도움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입력서식 이용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 오류를 방지하거나 정정할 수 있는 방법을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12.1.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입력서식에는 용도와 목적을 알 수 있는 대체정보를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3FFFF36-B236-E77B-B157-0BE504974096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6AB014F-A127-3C66-2CAC-E3E76373DB06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D73829-DDFE-CA16-4F54-6F06418FA7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입력 서식에 용도를 알 수 있는 레이블을 제공해야 함</a:t>
            </a:r>
            <a:endParaRPr lang="en-US" altLang="ko-KR" dirty="0"/>
          </a:p>
          <a:p>
            <a:r>
              <a:rPr lang="ko-KR" altLang="en-US" dirty="0"/>
              <a:t>스크린 리더 사용자가 입력 서식의 용도를 알 수 있도록 </a:t>
            </a:r>
            <a:r>
              <a:rPr lang="en-US" altLang="ko-KR" dirty="0"/>
              <a:t>&lt;label&gt;, title, aria-label </a:t>
            </a:r>
            <a:r>
              <a:rPr lang="ko-KR" altLang="en-US" dirty="0"/>
              <a:t>중 한 가지 방식을 이용하여 설명을 제공해야 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DCB869-CFD6-9A20-4294-BE42C6E66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11" y="2803590"/>
            <a:ext cx="2456330" cy="312407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779DC18C-2FD5-F6CA-EBE8-1B90801FCDE6}"/>
              </a:ext>
            </a:extLst>
          </p:cNvPr>
          <p:cNvGrpSpPr/>
          <p:nvPr/>
        </p:nvGrpSpPr>
        <p:grpSpPr>
          <a:xfrm>
            <a:off x="631825" y="3830058"/>
            <a:ext cx="4104304" cy="963561"/>
            <a:chOff x="631825" y="4319397"/>
            <a:chExt cx="4104304" cy="96356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B5BFA8-1D21-EACF-EFD7-8C31DAC3711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E1F7AE6-2315-BA96-1B2C-D7394A41BD92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&lt;label for="id1"&gt;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동의하지 않음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type="checkbox" id="id1"&gt;</a:t>
              </a:r>
            </a:p>
            <a:p>
              <a:pPr defTabSz="144000">
                <a:lnSpc>
                  <a:spcPct val="11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혹은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type="checkbox"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동의하지 않음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A9B540-9965-1381-19F3-FC322D410DBD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3200" b="1">
                <a:solidFill>
                  <a:srgbClr val="FFFF00"/>
                </a:solidFill>
                <a:latin typeface="Consolas" panose="020B0609020204030204" pitchFamily="49" charset="0"/>
              </a:rPr>
              <a:t>메뉴 삭제</a:t>
            </a:r>
            <a:endParaRPr lang="ko-KR" altLang="en-US" sz="32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8127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41EE-DEDC-FC23-29D8-987E8AEF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C450E-C334-5CCB-2EF7-6DE83826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A8763D97-9A4D-8711-25F5-6C00BDB42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04054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A8B3094-BC06-D98D-3282-FAA281B8B6A6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A95A164-E483-9420-90D0-8BEE7B731F05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Android, iOS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41A440-2D6E-C893-DE77-3242DD7EB6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815140"/>
          </a:xfrm>
        </p:spPr>
        <p:txBody>
          <a:bodyPr/>
          <a:lstStyle/>
          <a:p>
            <a:r>
              <a:rPr lang="ko-KR" altLang="en-US" dirty="0"/>
              <a:t>스크린 리더로 표시한 영역에 초점이 접근하지만</a:t>
            </a:r>
            <a:r>
              <a:rPr lang="en-US" altLang="ko-KR" dirty="0"/>
              <a:t>, </a:t>
            </a:r>
            <a:r>
              <a:rPr lang="ko-KR" altLang="en-US" dirty="0"/>
              <a:t>더블 탭으로 실행할 수 없음</a:t>
            </a:r>
            <a:endParaRPr lang="en-US" altLang="ko-KR" dirty="0"/>
          </a:p>
          <a:p>
            <a:r>
              <a:rPr lang="ko-KR" altLang="en-US" dirty="0"/>
              <a:t>스크린 리더로 표시한 버튼을 정상 실행 가능하도록 수정</a:t>
            </a:r>
            <a:endParaRPr lang="en-US" altLang="ko-KR" dirty="0"/>
          </a:p>
          <a:p>
            <a:r>
              <a:rPr lang="en-US" altLang="ko-KR" dirty="0"/>
              <a:t>"</a:t>
            </a:r>
            <a:r>
              <a:rPr lang="ko-KR" altLang="en-US" dirty="0" err="1"/>
              <a:t>공동인증서관리</a:t>
            </a:r>
            <a:r>
              <a:rPr lang="en-US" altLang="ko-KR" dirty="0"/>
              <a:t>, </a:t>
            </a:r>
            <a:r>
              <a:rPr lang="ko-KR" altLang="en-US" dirty="0" err="1"/>
              <a:t>다른방식으로</a:t>
            </a:r>
            <a:r>
              <a:rPr lang="ko-KR" altLang="en-US" dirty="0"/>
              <a:t> 로그인</a:t>
            </a:r>
            <a:r>
              <a:rPr lang="en-US" altLang="ko-KR" dirty="0"/>
              <a:t>"</a:t>
            </a:r>
            <a:r>
              <a:rPr lang="ko-KR" altLang="en-US" dirty="0"/>
              <a:t>은 정상 실행됨을 확인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20240215 iOS)</a:t>
            </a:r>
            <a:r>
              <a:rPr lang="en-US" altLang="ko-KR" dirty="0"/>
              <a:t> </a:t>
            </a:r>
            <a:r>
              <a:rPr lang="ko-KR" altLang="en-US" dirty="0"/>
              <a:t>인디케이터 버튼에 스크린 리더 초점이 접근하지 않음</a:t>
            </a:r>
            <a:endParaRPr lang="en-US" altLang="ko-KR" dirty="0"/>
          </a:p>
          <a:p>
            <a:r>
              <a:rPr lang="ko-KR" altLang="en-US" dirty="0"/>
              <a:t>스크린 리더로 정상 접근 및 실행 가능하도록 수정이 필요함</a:t>
            </a:r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20240215 Android)</a:t>
            </a:r>
            <a:r>
              <a:rPr lang="en-US" altLang="ko-KR" dirty="0"/>
              <a:t> </a:t>
            </a:r>
            <a:r>
              <a:rPr lang="ko-KR" altLang="en-US" dirty="0"/>
              <a:t>인디케이터 버튼을 더블 탭으로 실행 가능하지만</a:t>
            </a:r>
            <a:r>
              <a:rPr lang="en-US" altLang="ko-KR" dirty="0"/>
              <a:t>, </a:t>
            </a:r>
            <a:r>
              <a:rPr lang="ko-KR" altLang="en-US" dirty="0"/>
              <a:t>버튼에 적절한 레이블이 제공되지 않음</a:t>
            </a:r>
            <a:endParaRPr lang="en-US" altLang="ko-KR" dirty="0"/>
          </a:p>
          <a:p>
            <a:r>
              <a:rPr lang="ko-KR" altLang="en-US" dirty="0"/>
              <a:t>각 버튼에 적절한 텍스트를 제공하고</a:t>
            </a:r>
            <a:r>
              <a:rPr lang="en-US" altLang="ko-KR" dirty="0"/>
              <a:t>, </a:t>
            </a:r>
            <a:r>
              <a:rPr lang="ko-KR" altLang="en-US" dirty="0"/>
              <a:t>현재 선택된 버튼에 선택 정보를 추가로 제공해야 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EB258F-3072-107C-E411-C0B2FFFA6F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" r="44"/>
          <a:stretch/>
        </p:blipFill>
        <p:spPr>
          <a:xfrm>
            <a:off x="6174143" y="2339512"/>
            <a:ext cx="1915086" cy="40999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D008DA7-A291-0E08-F245-380A0BE12FE2}"/>
              </a:ext>
            </a:extLst>
          </p:cNvPr>
          <p:cNvSpPr/>
          <p:nvPr/>
        </p:nvSpPr>
        <p:spPr>
          <a:xfrm>
            <a:off x="6861810" y="4053840"/>
            <a:ext cx="529591" cy="198120"/>
          </a:xfrm>
          <a:prstGeom prst="rect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C359167-A192-ED1D-4768-05E7B39E322E}"/>
              </a:ext>
            </a:extLst>
          </p:cNvPr>
          <p:cNvGrpSpPr/>
          <p:nvPr/>
        </p:nvGrpSpPr>
        <p:grpSpPr>
          <a:xfrm>
            <a:off x="631825" y="4875719"/>
            <a:ext cx="4104304" cy="829165"/>
            <a:chOff x="631825" y="4319397"/>
            <a:chExt cx="4104304" cy="8291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7319A1-83AD-EC01-7514-AC7167F42FF9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코드 예시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E43F7A6-F227-DB03-61CC-F0236BD26145}"/>
                </a:ext>
              </a:extLst>
            </p:cNvPr>
            <p:cNvSpPr/>
            <p:nvPr/>
          </p:nvSpPr>
          <p:spPr>
            <a:xfrm>
              <a:off x="631825" y="4530600"/>
              <a:ext cx="4104000" cy="61796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공동인증서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1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공동인증서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2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type="button"&gt;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공동인증서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3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71660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6C8B-4154-E79E-D835-80894072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009BC-B884-080B-F83D-DC206C5F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BF9CF752-DC31-E54E-30DD-14B449DEE790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의미나 기능을 갖는 모든 사용자 인터페이스 컴포넌트에는 초점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(focus)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적용되고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논리적인 순서로 이동되어야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7.1.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초점은 사용자가 예측할 수 있도록 논리적인 순서로 이동해야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AA3DC2E-2FCA-DA3D-6C58-1AEEE3482E0B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F20B33-E6E3-7FB0-1AD1-46801BF49203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CF3006-B7E0-838B-2E90-EA7A9A521A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4074"/>
          </a:xfrm>
        </p:spPr>
        <p:txBody>
          <a:bodyPr/>
          <a:lstStyle/>
          <a:p>
            <a:r>
              <a:rPr lang="ko-KR" altLang="en-US" dirty="0"/>
              <a:t>자동로그인 </a:t>
            </a:r>
            <a:r>
              <a:rPr lang="ko-KR" altLang="en-US" dirty="0" err="1"/>
              <a:t>툴팁</a:t>
            </a:r>
            <a:r>
              <a:rPr lang="ko-KR" altLang="en-US" dirty="0"/>
              <a:t> 버튼을 실행하여 </a:t>
            </a:r>
            <a:r>
              <a:rPr lang="ko-KR" altLang="en-US" dirty="0" err="1"/>
              <a:t>툴팁이</a:t>
            </a:r>
            <a:r>
              <a:rPr lang="ko-KR" altLang="en-US" dirty="0"/>
              <a:t> 발생하는 경우</a:t>
            </a:r>
            <a:r>
              <a:rPr lang="en-US" altLang="ko-KR" dirty="0"/>
              <a:t>, </a:t>
            </a:r>
            <a:r>
              <a:rPr lang="ko-KR" altLang="en-US" dirty="0"/>
              <a:t>초점이 </a:t>
            </a:r>
            <a:r>
              <a:rPr lang="ko-KR" altLang="en-US" dirty="0" err="1"/>
              <a:t>툴팁으로</a:t>
            </a:r>
            <a:r>
              <a:rPr lang="ko-KR" altLang="en-US" dirty="0"/>
              <a:t> 이동하여 탐색할 수 있어야 함 </a:t>
            </a:r>
            <a:r>
              <a:rPr lang="en-US" altLang="ko-KR" dirty="0"/>
              <a:t>(</a:t>
            </a:r>
            <a:r>
              <a:rPr lang="ko-KR" altLang="en-US" dirty="0"/>
              <a:t>현재 </a:t>
            </a:r>
            <a:r>
              <a:rPr lang="en-US" altLang="ko-KR" dirty="0"/>
              <a:t>'</a:t>
            </a:r>
            <a:r>
              <a:rPr lang="ko-KR" altLang="en-US" dirty="0" err="1"/>
              <a:t>툴팁</a:t>
            </a:r>
            <a:r>
              <a:rPr lang="en-US" altLang="ko-KR" dirty="0"/>
              <a:t>' </a:t>
            </a:r>
            <a:r>
              <a:rPr lang="ko-KR" altLang="en-US" dirty="0"/>
              <a:t>실행 후 </a:t>
            </a:r>
            <a:r>
              <a:rPr lang="en-US" altLang="ko-KR" dirty="0"/>
              <a:t>' </a:t>
            </a:r>
            <a:r>
              <a:rPr lang="ko-KR" altLang="en-US" dirty="0"/>
              <a:t>메뉴</a:t>
            </a:r>
            <a:r>
              <a:rPr lang="en-US" altLang="ko-KR" dirty="0"/>
              <a:t>' </a:t>
            </a:r>
            <a:r>
              <a:rPr lang="ko-KR" altLang="en-US" dirty="0"/>
              <a:t>버튼으로 이동함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1DA250-8F78-D795-6032-D28760A57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904" y="2913670"/>
            <a:ext cx="2751268" cy="279057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55CA3ED-789F-C556-19DC-E8DEE54648E5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17988278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389D0-1719-ECC8-29CF-F3B3E1361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D0C82-02C7-10B0-6FD8-FF67055EC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10" y="444892"/>
            <a:ext cx="6436800" cy="26321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결과 및 개선 방안</a:t>
            </a:r>
            <a:endParaRPr lang="ko-KR" altLang="en-US" b="0" dirty="0"/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3F7674E-8562-CB67-2E95-3C627F473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90346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대체 텍스트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콘텐츠는 대체 가능한 텍스트와 함께 제공되어야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텍스트 아닌 콘텐츠에 대한 대체 텍스트는 그 의미나 기능을 동등한 수준으로 짧고 명확하게 제공해야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27C9844-7784-0DFC-21FA-F882D409F29C}"/>
              </a:ext>
            </a:extLst>
          </p:cNvPr>
          <p:cNvSpPr/>
          <p:nvPr/>
        </p:nvSpPr>
        <p:spPr>
          <a:xfrm>
            <a:off x="851154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2024-02-02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9DB76B5-E4A4-0335-68A2-BB2D3FAC76C1}"/>
              </a:ext>
            </a:extLst>
          </p:cNvPr>
          <p:cNvSpPr/>
          <p:nvPr/>
        </p:nvSpPr>
        <p:spPr>
          <a:xfrm>
            <a:off x="7391401" y="405777"/>
            <a:ext cx="969450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Android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430C9D-E128-ECCC-4156-F6A7C410AE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5370"/>
          </a:xfrm>
        </p:spPr>
        <p:txBody>
          <a:bodyPr/>
          <a:lstStyle/>
          <a:p>
            <a:r>
              <a:rPr lang="ko-KR" altLang="en-US" dirty="0"/>
              <a:t>자동로그인 활성화 버튼에 선택 정보가 제공되지 않음</a:t>
            </a:r>
            <a:endParaRPr lang="en-US" altLang="ko-KR" dirty="0"/>
          </a:p>
          <a:p>
            <a:r>
              <a:rPr lang="en-US" altLang="ko-KR" dirty="0"/>
              <a:t>title </a:t>
            </a:r>
            <a:r>
              <a:rPr lang="ko-KR" altLang="en-US" dirty="0"/>
              <a:t>속성을 사용해 동적으로 버튼의 선택 정보를 제공해야 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E11EE8-7559-CE3A-60B0-36DA1E18F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982" y="2875337"/>
            <a:ext cx="2588559" cy="2980576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E07FE410-C530-FC2C-F518-D6EDAFFB51F9}"/>
              </a:ext>
            </a:extLst>
          </p:cNvPr>
          <p:cNvGrpSpPr/>
          <p:nvPr/>
        </p:nvGrpSpPr>
        <p:grpSpPr>
          <a:xfrm>
            <a:off x="631825" y="3830058"/>
            <a:ext cx="4104304" cy="558322"/>
            <a:chOff x="631825" y="4319397"/>
            <a:chExt cx="4104304" cy="55832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30B9FF-9B5F-1448-49BD-4EA14352F7C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r>
                <a:rPr lang="en-US" altLang="ko-KR" sz="900"/>
                <a:t>(</a:t>
              </a:r>
              <a:r>
                <a:rPr lang="ko-KR" altLang="en-US" sz="900"/>
                <a:t>코드 예시</a:t>
              </a:r>
              <a:r>
                <a:rPr lang="en-US" altLang="ko-KR" sz="900"/>
                <a:t>)</a:t>
              </a:r>
              <a:endParaRPr lang="ko-KR" altLang="en-US" sz="9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F985DCC-4E9E-28C1-9A2E-98FABC664151}"/>
                </a:ext>
              </a:extLst>
            </p:cNvPr>
            <p:cNvSpPr/>
            <p:nvPr/>
          </p:nvSpPr>
          <p:spPr>
            <a:xfrm>
              <a:off x="631825" y="4530600"/>
              <a:ext cx="4104000" cy="347119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자동로그인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button&gt;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2AFDCB-2668-3E88-CBDC-32EF52B9E8A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15</a:t>
            </a:r>
            <a:r>
              <a:rPr lang="ko-KR" altLang="en-US" sz="3200" b="1" dirty="0">
                <a:solidFill>
                  <a:srgbClr val="FFFF00"/>
                </a:solidFill>
                <a:latin typeface="Consolas" panose="020B0609020204030204" pitchFamily="49" charset="0"/>
              </a:rPr>
              <a:t>일 개선 확인</a:t>
            </a:r>
          </a:p>
        </p:txBody>
      </p:sp>
    </p:spTree>
    <p:extLst>
      <p:ext uri="{BB962C8B-B14F-4D97-AF65-F5344CB8AC3E}">
        <p14:creationId xmlns:p14="http://schemas.microsoft.com/office/powerpoint/2010/main" val="34107552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C54CF6D-D48E-4896-AAC0-AD83561D2272}"/>
              </a:ext>
            </a:extLst>
          </p:cNvPr>
          <p:cNvSpPr txBox="1"/>
          <p:nvPr/>
        </p:nvSpPr>
        <p:spPr>
          <a:xfrm>
            <a:off x="3462849" y="2705725"/>
            <a:ext cx="29803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800">
                <a:solidFill>
                  <a:schemeClr val="bg1">
                    <a:lumMod val="65000"/>
                  </a:schemeClr>
                </a:solidFill>
              </a:rPr>
              <a:t>E.O.D</a:t>
            </a:r>
            <a:endParaRPr lang="ko-KR" altLang="en-US" sz="88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612445"/>
      </p:ext>
    </p:extLst>
  </p:cSld>
  <p:clrMapOvr>
    <a:masterClrMapping/>
  </p:clrMapOvr>
</p:sld>
</file>

<file path=ppt/theme/theme1.xml><?xml version="1.0" encoding="utf-8"?>
<a:theme xmlns:a="http://schemas.openxmlformats.org/drawingml/2006/main" name="웹 접근성 컨설팅_part2">
  <a:themeElements>
    <a:clrScheme name="SNC LAB">
      <a:dk1>
        <a:srgbClr val="000000"/>
      </a:dk1>
      <a:lt1>
        <a:srgbClr val="FFFFFF"/>
      </a:lt1>
      <a:dk2>
        <a:srgbClr val="003764"/>
      </a:dk2>
      <a:lt2>
        <a:srgbClr val="F2F2F2"/>
      </a:lt2>
      <a:accent1>
        <a:srgbClr val="0061B0"/>
      </a:accent1>
      <a:accent2>
        <a:srgbClr val="00B0F0"/>
      </a:accent2>
      <a:accent3>
        <a:srgbClr val="F37321"/>
      </a:accent3>
      <a:accent4>
        <a:srgbClr val="B06B00"/>
      </a:accent4>
      <a:accent5>
        <a:srgbClr val="D83933"/>
      </a:accent5>
      <a:accent6>
        <a:srgbClr val="067067"/>
      </a:accent6>
      <a:hlink>
        <a:srgbClr val="000080"/>
      </a:hlink>
      <a:folHlink>
        <a:srgbClr val="954F72"/>
      </a:folHlink>
    </a:clrScheme>
    <a:fontScheme name="Spoqa Han Sans Neo">
      <a:majorFont>
        <a:latin typeface="Spoqa Han Sans Neo Bold"/>
        <a:ea typeface="Spoqa Han Sans Neo Bold"/>
        <a:cs typeface=""/>
      </a:majorFont>
      <a:minorFont>
        <a:latin typeface="Spoqa Han Sans Neo Regular"/>
        <a:ea typeface="Spoqa Han Sans Neo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accent5"/>
          </a:solidFill>
          <a:prstDash val="solid"/>
        </a:ln>
      </a:spPr>
      <a:bodyPr wrap="square" lIns="0" tIns="0" rIns="0" bIns="0" rtlCol="0" anchor="t">
        <a:noAutofit/>
      </a:bodyPr>
      <a:lstStyle>
        <a:defPPr algn="l" defTabSz="144000">
          <a:lnSpc>
            <a:spcPct val="110000"/>
          </a:lnSpc>
          <a:defRPr sz="800">
            <a:solidFill>
              <a:schemeClr val="tx1">
                <a:lumMod val="95000"/>
                <a:lumOff val="5000"/>
              </a:schemeClr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5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72000" rtlCol="0">
        <a:spAutoFit/>
      </a:bodyPr>
      <a:lstStyle>
        <a:defPPr algn="l">
          <a:defRPr sz="9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9724</TotalTime>
  <Words>7333</Words>
  <Application>Microsoft Office PowerPoint</Application>
  <PresentationFormat>A4 용지(210x297mm)</PresentationFormat>
  <Paragraphs>952</Paragraphs>
  <Slides>56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Arial</vt:lpstr>
      <vt:lpstr>consolas</vt:lpstr>
      <vt:lpstr>맑은 고딕</vt:lpstr>
      <vt:lpstr>Spoqa Han Sans Neo Regular</vt:lpstr>
      <vt:lpstr>웹 접근성 컨설팅_part2</vt:lpstr>
      <vt:lpstr>PowerPoint 프레젠테이션</vt:lpstr>
      <vt:lpstr>PowerPoint 프레젠테이션</vt:lpstr>
      <vt:lpstr>PowerPoint 프레젠테이션</vt:lpstr>
      <vt:lpstr>1. 진단 개요</vt:lpstr>
      <vt:lpstr>2. 진단 기준</vt:lpstr>
      <vt:lpstr>2. 진단 기준</vt:lpstr>
      <vt:lpstr>3. 진단 방법</vt:lpstr>
      <vt:lpstr>PowerPoint 프레젠테이션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2. 진단 결과 및 개선 방안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Giyeon</dc:creator>
  <cp:lastModifiedBy>김명호</cp:lastModifiedBy>
  <cp:revision>494</cp:revision>
  <cp:lastPrinted>2021-01-31T23:42:00Z</cp:lastPrinted>
  <dcterms:created xsi:type="dcterms:W3CDTF">2020-06-17T00:04:22Z</dcterms:created>
  <dcterms:modified xsi:type="dcterms:W3CDTF">2024-02-15T08:14:05Z</dcterms:modified>
</cp:coreProperties>
</file>