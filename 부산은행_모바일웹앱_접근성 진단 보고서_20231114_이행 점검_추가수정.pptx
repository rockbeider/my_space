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00" r:id="rId1"/>
  </p:sldMasterIdLst>
  <p:notesMasterIdLst>
    <p:notesMasterId r:id="rId159"/>
  </p:notesMasterIdLst>
  <p:handoutMasterIdLst>
    <p:handoutMasterId r:id="rId160"/>
  </p:handoutMasterIdLst>
  <p:sldIdLst>
    <p:sldId id="259" r:id="rId2"/>
    <p:sldId id="344" r:id="rId3"/>
    <p:sldId id="262" r:id="rId4"/>
    <p:sldId id="362" r:id="rId5"/>
    <p:sldId id="889" r:id="rId6"/>
    <p:sldId id="890" r:id="rId7"/>
    <p:sldId id="895" r:id="rId8"/>
    <p:sldId id="365" r:id="rId9"/>
    <p:sldId id="367" r:id="rId10"/>
    <p:sldId id="1216" r:id="rId11"/>
    <p:sldId id="1214" r:id="rId12"/>
    <p:sldId id="1215" r:id="rId13"/>
    <p:sldId id="1229" r:id="rId14"/>
    <p:sldId id="1218" r:id="rId15"/>
    <p:sldId id="1230" r:id="rId16"/>
    <p:sldId id="1217" r:id="rId17"/>
    <p:sldId id="1219" r:id="rId18"/>
    <p:sldId id="1220" r:id="rId19"/>
    <p:sldId id="1221" r:id="rId20"/>
    <p:sldId id="1222" r:id="rId21"/>
    <p:sldId id="1223" r:id="rId22"/>
    <p:sldId id="1224" r:id="rId23"/>
    <p:sldId id="1225" r:id="rId24"/>
    <p:sldId id="1226" r:id="rId25"/>
    <p:sldId id="1237" r:id="rId26"/>
    <p:sldId id="1228" r:id="rId27"/>
    <p:sldId id="1227" r:id="rId28"/>
    <p:sldId id="1231" r:id="rId29"/>
    <p:sldId id="1232" r:id="rId30"/>
    <p:sldId id="1233" r:id="rId31"/>
    <p:sldId id="1234" r:id="rId32"/>
    <p:sldId id="1235" r:id="rId33"/>
    <p:sldId id="1236" r:id="rId34"/>
    <p:sldId id="1239" r:id="rId35"/>
    <p:sldId id="1248" r:id="rId36"/>
    <p:sldId id="1241" r:id="rId37"/>
    <p:sldId id="1262" r:id="rId38"/>
    <p:sldId id="1243" r:id="rId39"/>
    <p:sldId id="1264" r:id="rId40"/>
    <p:sldId id="1250" r:id="rId41"/>
    <p:sldId id="1249" r:id="rId42"/>
    <p:sldId id="1252" r:id="rId43"/>
    <p:sldId id="1253" r:id="rId44"/>
    <p:sldId id="1255" r:id="rId45"/>
    <p:sldId id="1263" r:id="rId46"/>
    <p:sldId id="1254" r:id="rId47"/>
    <p:sldId id="1245" r:id="rId48"/>
    <p:sldId id="1246" r:id="rId49"/>
    <p:sldId id="1247" r:id="rId50"/>
    <p:sldId id="1256" r:id="rId51"/>
    <p:sldId id="1265" r:id="rId52"/>
    <p:sldId id="1266" r:id="rId53"/>
    <p:sldId id="1268" r:id="rId54"/>
    <p:sldId id="1271" r:id="rId55"/>
    <p:sldId id="1269" r:id="rId56"/>
    <p:sldId id="1270" r:id="rId57"/>
    <p:sldId id="1267" r:id="rId58"/>
    <p:sldId id="1274" r:id="rId59"/>
    <p:sldId id="1273" r:id="rId60"/>
    <p:sldId id="1272" r:id="rId61"/>
    <p:sldId id="1276" r:id="rId62"/>
    <p:sldId id="1275" r:id="rId63"/>
    <p:sldId id="1278" r:id="rId64"/>
    <p:sldId id="1279" r:id="rId65"/>
    <p:sldId id="1281" r:id="rId66"/>
    <p:sldId id="1282" r:id="rId67"/>
    <p:sldId id="1280" r:id="rId68"/>
    <p:sldId id="1283" r:id="rId69"/>
    <p:sldId id="1284" r:id="rId70"/>
    <p:sldId id="1285" r:id="rId71"/>
    <p:sldId id="1286" r:id="rId72"/>
    <p:sldId id="1287" r:id="rId73"/>
    <p:sldId id="1288" r:id="rId74"/>
    <p:sldId id="1290" r:id="rId75"/>
    <p:sldId id="1289" r:id="rId76"/>
    <p:sldId id="1292" r:id="rId77"/>
    <p:sldId id="1291" r:id="rId78"/>
    <p:sldId id="1293" r:id="rId79"/>
    <p:sldId id="1295" r:id="rId80"/>
    <p:sldId id="1297" r:id="rId81"/>
    <p:sldId id="1298" r:id="rId82"/>
    <p:sldId id="1299" r:id="rId83"/>
    <p:sldId id="1300" r:id="rId84"/>
    <p:sldId id="1301" r:id="rId85"/>
    <p:sldId id="1303" r:id="rId86"/>
    <p:sldId id="1305" r:id="rId87"/>
    <p:sldId id="1311" r:id="rId88"/>
    <p:sldId id="1312" r:id="rId89"/>
    <p:sldId id="1314" r:id="rId90"/>
    <p:sldId id="1313" r:id="rId91"/>
    <p:sldId id="1315" r:id="rId92"/>
    <p:sldId id="1316" r:id="rId93"/>
    <p:sldId id="1317" r:id="rId94"/>
    <p:sldId id="1318" r:id="rId95"/>
    <p:sldId id="1310" r:id="rId96"/>
    <p:sldId id="1319" r:id="rId97"/>
    <p:sldId id="1320" r:id="rId98"/>
    <p:sldId id="1326" r:id="rId99"/>
    <p:sldId id="1327" r:id="rId100"/>
    <p:sldId id="1328" r:id="rId101"/>
    <p:sldId id="1329" r:id="rId102"/>
    <p:sldId id="1332" r:id="rId103"/>
    <p:sldId id="1322" r:id="rId104"/>
    <p:sldId id="1323" r:id="rId105"/>
    <p:sldId id="1324" r:id="rId106"/>
    <p:sldId id="1325" r:id="rId107"/>
    <p:sldId id="1331" r:id="rId108"/>
    <p:sldId id="1337" r:id="rId109"/>
    <p:sldId id="1333" r:id="rId110"/>
    <p:sldId id="1335" r:id="rId111"/>
    <p:sldId id="1334" r:id="rId112"/>
    <p:sldId id="1336" r:id="rId113"/>
    <p:sldId id="1338" r:id="rId114"/>
    <p:sldId id="1339" r:id="rId115"/>
    <p:sldId id="1340" r:id="rId116"/>
    <p:sldId id="1342" r:id="rId117"/>
    <p:sldId id="1343" r:id="rId118"/>
    <p:sldId id="1344" r:id="rId119"/>
    <p:sldId id="1345" r:id="rId120"/>
    <p:sldId id="1346" r:id="rId121"/>
    <p:sldId id="1347" r:id="rId122"/>
    <p:sldId id="1349" r:id="rId123"/>
    <p:sldId id="1351" r:id="rId124"/>
    <p:sldId id="1348" r:id="rId125"/>
    <p:sldId id="1350" r:id="rId126"/>
    <p:sldId id="1352" r:id="rId127"/>
    <p:sldId id="1353" r:id="rId128"/>
    <p:sldId id="1354" r:id="rId129"/>
    <p:sldId id="1355" r:id="rId130"/>
    <p:sldId id="1356" r:id="rId131"/>
    <p:sldId id="1357" r:id="rId132"/>
    <p:sldId id="1358" r:id="rId133"/>
    <p:sldId id="1361" r:id="rId134"/>
    <p:sldId id="1359" r:id="rId135"/>
    <p:sldId id="1360" r:id="rId136"/>
    <p:sldId id="1363" r:id="rId137"/>
    <p:sldId id="1362" r:id="rId138"/>
    <p:sldId id="1365" r:id="rId139"/>
    <p:sldId id="1366" r:id="rId140"/>
    <p:sldId id="1367" r:id="rId141"/>
    <p:sldId id="1364" r:id="rId142"/>
    <p:sldId id="1368" r:id="rId143"/>
    <p:sldId id="1369" r:id="rId144"/>
    <p:sldId id="1370" r:id="rId145"/>
    <p:sldId id="1371" r:id="rId146"/>
    <p:sldId id="1372" r:id="rId147"/>
    <p:sldId id="1373" r:id="rId148"/>
    <p:sldId id="1374" r:id="rId149"/>
    <p:sldId id="1375" r:id="rId150"/>
    <p:sldId id="1377" r:id="rId151"/>
    <p:sldId id="1378" r:id="rId152"/>
    <p:sldId id="1376" r:id="rId153"/>
    <p:sldId id="1379" r:id="rId154"/>
    <p:sldId id="1380" r:id="rId155"/>
    <p:sldId id="1381" r:id="rId156"/>
    <p:sldId id="1382" r:id="rId157"/>
    <p:sldId id="885" r:id="rId158"/>
  </p:sldIdLst>
  <p:sldSz cx="9906000" cy="6858000" type="A4"/>
  <p:notesSz cx="6807200" cy="9939338"/>
  <p:embeddedFontLst>
    <p:embeddedFont>
      <p:font typeface="맑은 고딕" panose="020B0503020000020004" pitchFamily="50" charset="-127"/>
      <p:regular r:id="rId161"/>
      <p:bold r:id="rId162"/>
    </p:embeddedFont>
    <p:embeddedFont>
      <p:font typeface="Consolas" panose="020B0609020204030204" pitchFamily="49" charset="0"/>
      <p:regular r:id="rId163"/>
      <p:bold r:id="rId164"/>
      <p:italic r:id="rId165"/>
      <p:boldItalic r:id="rId16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72217F3-4C96-475D-9D19-F9D7188355C9}">
          <p14:sldIdLst>
            <p14:sldId id="259"/>
            <p14:sldId id="344"/>
          </p14:sldIdLst>
        </p14:section>
        <p14:section name="개요" id="{A3B9DA6D-75BD-4B17-A0FC-59DED6E9F45A}">
          <p14:sldIdLst>
            <p14:sldId id="262"/>
            <p14:sldId id="362"/>
            <p14:sldId id="889"/>
            <p14:sldId id="890"/>
            <p14:sldId id="895"/>
          </p14:sldIdLst>
        </p14:section>
        <p14:section name="진단 결과 요약" id="{85BA93E5-6E72-4177-A141-A61FBB8E3DB2}">
          <p14:sldIdLst>
            <p14:sldId id="365"/>
            <p14:sldId id="367"/>
          </p14:sldIdLst>
        </p14:section>
        <p14:section name="공지사항" id="{D2C7D8F7-7B16-4363-963C-B5F8FE590393}">
          <p14:sldIdLst>
            <p14:sldId id="1216"/>
          </p14:sldIdLst>
        </p14:section>
        <p14:section name="이벤트 &gt; 진행중이벤트" id="{424291CE-AFFE-4FA5-B6EE-7A10DC376AF2}">
          <p14:sldIdLst>
            <p14:sldId id="1214"/>
            <p14:sldId id="1215"/>
            <p14:sldId id="1229"/>
          </p14:sldIdLst>
        </p14:section>
        <p14:section name="이벤트 &gt; 당첨자확인" id="{487A9A63-73D1-4647-A647-557C9F3D4581}">
          <p14:sldIdLst>
            <p14:sldId id="1218"/>
            <p14:sldId id="1230"/>
          </p14:sldIdLst>
        </p14:section>
        <p14:section name="이벤트 &gt; 룰렛이벤트" id="{D7CB51B4-5EF1-461C-8A4B-A5E29F86C02E}">
          <p14:sldIdLst>
            <p14:sldId id="1217"/>
          </p14:sldIdLst>
        </p14:section>
        <p14:section name="FAQ" id="{F67BBD16-DF5B-43C0-B4F6-73B5F02ECCB1}">
          <p14:sldIdLst>
            <p14:sldId id="1219"/>
            <p14:sldId id="1220"/>
          </p14:sldIdLst>
        </p14:section>
        <p14:section name="고객상담 &gt; 고객상담 &gt; 챗봇상담" id="{1902E060-E1C9-4345-940A-DA30C675BE62}">
          <p14:sldIdLst>
            <p14:sldId id="1221"/>
            <p14:sldId id="1222"/>
            <p14:sldId id="1223"/>
            <p14:sldId id="1224"/>
            <p14:sldId id="1225"/>
          </p14:sldIdLst>
        </p14:section>
        <p14:section name="고객상담 &gt; 고객상담 &gt; Talk상담" id="{8EBB8F5E-AA0F-4E85-BD6A-F44AC94292CB}">
          <p14:sldIdLst>
            <p14:sldId id="1226"/>
            <p14:sldId id="1237"/>
            <p14:sldId id="1228"/>
            <p14:sldId id="1227"/>
            <p14:sldId id="1231"/>
            <p14:sldId id="1232"/>
            <p14:sldId id="1233"/>
            <p14:sldId id="1234"/>
            <p14:sldId id="1235"/>
            <p14:sldId id="1236"/>
          </p14:sldIdLst>
        </p14:section>
        <p14:section name="고객상담 &gt; 고객상담 &gt; 전화상담" id="{8398444D-C93A-4B12-9320-A61C5509AEBC}">
          <p14:sldIdLst>
            <p14:sldId id="1239"/>
          </p14:sldIdLst>
        </p14:section>
        <p14:section name="고객상담 &gt; 고객상담 &gt; 이메일상담" id="{3F256EA2-3E2E-4550-AF86-2DE2602EFFEB}">
          <p14:sldIdLst/>
        </p14:section>
        <p14:section name="고객상담 &gt; 상담내역" id="{115A2FB1-2265-4001-A543-098FBA383B61}">
          <p14:sldIdLst>
            <p14:sldId id="1248"/>
          </p14:sldIdLst>
        </p14:section>
        <p14:section name="고객상담 &gt; 원케어서비스상담내역" id="{6E829B63-D19C-4D57-9074-26CD3AAD8692}">
          <p14:sldIdLst>
            <p14:sldId id="1241"/>
            <p14:sldId id="1262"/>
            <p14:sldId id="1243"/>
          </p14:sldIdLst>
        </p14:section>
        <p14:section name="사고신고 &gt; 계좌관련분실신고" id="{A7E001DD-068A-4D56-8D4B-00F09D08C4A3}">
          <p14:sldIdLst>
            <p14:sldId id="1264"/>
            <p14:sldId id="1250"/>
            <p14:sldId id="1249"/>
          </p14:sldIdLst>
        </p14:section>
        <p14:section name="사고신고 &gt; 계좌관련분실해제(통장,인감)" id="{DAE99E85-93EC-4B97-A0D1-744858CF91A0}">
          <p14:sldIdLst>
            <p14:sldId id="1252"/>
            <p14:sldId id="1253"/>
          </p14:sldIdLst>
        </p14:section>
        <p14:section name="사고신고 &gt; 자기앞수표분실신고" id="{5C5B8FCD-2C03-4773-8A35-B5B95E4E28AC}">
          <p14:sldIdLst/>
        </p14:section>
        <p14:section name="사고신고 &gt; 카드분실신고" id="{CD462C4D-B2AF-494C-891B-C43800F38CEC}">
          <p14:sldIdLst>
            <p14:sldId id="1255"/>
            <p14:sldId id="1263"/>
          </p14:sldIdLst>
        </p14:section>
        <p14:section name="방문판매인력조회" id="{28A6BA19-813A-4631-9BDD-2CA04D1C8C76}">
          <p14:sldIdLst>
            <p14:sldId id="1254"/>
          </p14:sldIdLst>
        </p14:section>
        <p14:section name="모바일번호표" id="{318B827A-2AF6-466E-A011-31772E743B93}">
          <p14:sldIdLst>
            <p14:sldId id="1245"/>
          </p14:sldIdLst>
        </p14:section>
        <p14:section name="영업점ATM찾기" id="{8DC81EDB-6974-444E-87FB-6EE700282B44}">
          <p14:sldIdLst>
            <p14:sldId id="1246"/>
            <p14:sldId id="1247"/>
          </p14:sldIdLst>
        </p14:section>
        <p14:section name="디지털데스크안내" id="{7984FDAB-438E-4504-A09A-DCE12F397219}">
          <p14:sldIdLst/>
        </p14:section>
        <p14:section name="고객확인제도/본인확인서등록 &gt; 고객확인제도등록" id="{7358EE0D-88E6-482D-B5E6-6CF8D55007B1}">
          <p14:sldIdLst>
            <p14:sldId id="1256"/>
          </p14:sldIdLst>
        </p14:section>
        <p14:section name="고객확인제도/본인확인서등록 &gt; 본인확인서등록" id="{73588A2D-4A76-4061-99D6-D79071A0F530}">
          <p14:sldIdLst/>
        </p14:section>
        <p14:section name="본인정보이용조회 &gt; 본인정보이용제공조회" id="{3FDB6405-C4DA-47F9-A950-7444B489755D}">
          <p14:sldIdLst/>
        </p14:section>
        <p14:section name="본인정보이용조회 &gt; 본인정보이용제공 공통지관리" id="{E26CFFF8-2259-428D-B787-8CA22F5F2160}">
          <p14:sldIdLst/>
        </p14:section>
        <p14:section name="본인정보이용조회 &gt; 개인신용정보이용동의및철회" id="{B1373A7E-D3B9-46F3-9126-7BE2E19AB636}">
          <p14:sldIdLst/>
        </p14:section>
        <p14:section name="본인정보이용조회 &gt; 내신용정보열람조회" id="{972982FB-945E-4D8F-8C3F-B38E9B36A5F0}">
          <p14:sldIdLst/>
        </p14:section>
        <p14:section name="해피콜(완전판매모니터링)" id="{57344BF4-7960-4249-AF13-5A400441B5AD}">
          <p14:sldIdLst/>
        </p14:section>
        <p14:section name="개인정보처리방침" id="{A5B003A9-FBAA-4071-819B-86AFCA9785DE}">
          <p14:sldIdLst/>
        </p14:section>
        <p14:section name="행태정보처리방침" id="{71F3A444-50C9-4F99-A837-6545040B8C8A}">
          <p14:sldIdLst/>
        </p14:section>
        <p14:section name="은행거래필요서류안내" id="{E23E8BEA-8BF5-4EAE-8CDF-268B4006C618}">
          <p14:sldIdLst/>
        </p14:section>
        <p14:section name="외국인유학생금융거래가이드" id="{8627C873-F86A-4694-9011-8CD5AE6FB349}">
          <p14:sldIdLst/>
        </p14:section>
        <p14:section name="약관안내" id="{CEE016A3-35CB-4660-938E-125771858EA3}">
          <p14:sldIdLst/>
        </p14:section>
        <p14:section name="신용정보활용체제" id="{7823EDD6-D281-419C-8B82-3B862053F757}">
          <p14:sldIdLst/>
        </p14:section>
        <p14:section name="숙려콜" id="{C50D9811-F4FD-49ED-A7D4-C3ABB66CEC52}">
          <p14:sldIdLst/>
        </p14:section>
        <p14:section name="위임장작성" id="{C4B14A66-092F-44F5-AD14-D336619DAC5C}">
          <p14:sldIdLst/>
        </p14:section>
        <p14:section name="오늘의 운세" id="{7A4A1C3D-6A47-4372-AEC0-6DE9674EF824}">
          <p14:sldIdLst>
            <p14:sldId id="1265"/>
            <p14:sldId id="1266"/>
            <p14:sldId id="1268"/>
            <p14:sldId id="1271"/>
            <p14:sldId id="1269"/>
            <p14:sldId id="1270"/>
            <p14:sldId id="1267"/>
          </p14:sldIdLst>
        </p14:section>
        <p14:section name="전담매니저신청" id="{B88B9402-7BC9-4234-AF8E-BFD71AEFC674}">
          <p14:sldIdLst>
            <p14:sldId id="1274"/>
          </p14:sldIdLst>
        </p14:section>
        <p14:section name="디지털가이드북" id="{59EB25B4-DA5A-4CF3-8A25-24AB478AC215}">
          <p14:sldIdLst>
            <p14:sldId id="1273"/>
            <p14:sldId id="1272"/>
            <p14:sldId id="1276"/>
            <p14:sldId id="1275"/>
            <p14:sldId id="1278"/>
            <p14:sldId id="1279"/>
          </p14:sldIdLst>
        </p14:section>
        <p14:section name="고객의 소리" id="{5BA2F348-C9C3-4205-8CDE-54F50905BD0B}">
          <p14:sldIdLst>
            <p14:sldId id="1281"/>
            <p14:sldId id="1282"/>
            <p14:sldId id="1280"/>
            <p14:sldId id="1283"/>
            <p14:sldId id="1284"/>
          </p14:sldIdLst>
        </p14:section>
        <p14:section name="민원신청" id="{DF24262A-0BD7-4379-BD13-F1899261CE1D}">
          <p14:sldIdLst>
            <p14:sldId id="1285"/>
            <p14:sldId id="1286"/>
            <p14:sldId id="1287"/>
          </p14:sldIdLst>
        </p14:section>
        <p14:section name="민원이란" id="{C12446A8-C1CC-4CA7-B51E-C538747FAEA8}">
          <p14:sldIdLst/>
        </p14:section>
        <p14:section name="민원접수및처리프로세스" id="{788BD732-EBEC-45A7-91FC-A593250A8BA7}">
          <p14:sldIdLst>
            <p14:sldId id="1288"/>
          </p14:sldIdLst>
        </p14:section>
        <p14:section name="민원접수안내" id="{C6C2B59A-092C-4251-9DBC-73A9ED960EDC}">
          <p14:sldIdLst/>
        </p14:section>
        <p14:section name="민원처리절차" id="{17B08CE0-1FB1-4687-9203-13303A604CF8}">
          <p14:sldIdLst/>
        </p14:section>
        <p14:section name="금융소비자보호헌장" id="{20475A41-CA2C-436F-A135-13BFA50C3590}">
          <p14:sldIdLst/>
        </p14:section>
        <p14:section name="소비자보호조직도" id="{C2A2959B-FDD7-433D-AF8B-69CDA2117DF1}">
          <p14:sldIdLst/>
        </p14:section>
        <p14:section name="상품개발프로세스" id="{DD1A6454-3BC5-44F9-BB10-4F431087A227}">
          <p14:sldIdLst/>
        </p14:section>
        <p14:section name="상품판매준칙" id="{1B755A9B-6BDF-4F8F-8211-A0F6272CE596}">
          <p14:sldIdLst/>
        </p14:section>
        <p14:section name="고령금융소비자보호준칙" id="{125E3FA0-2861-443F-921A-6E1674E26E72}">
          <p14:sldIdLst/>
        </p14:section>
        <p14:section name="금융소비자보호공시" id="{D9F7FB10-410E-42C9-A309-7B2F02F208B9}">
          <p14:sldIdLst>
            <p14:sldId id="1290"/>
            <p14:sldId id="1289"/>
          </p14:sldIdLst>
        </p14:section>
        <p14:section name="뱅킹 &gt; 웰스타로보B &gt; My웰스타로보B" id="{202FC439-B042-46D1-886F-D3ECDBBFCEE3}">
          <p14:sldIdLst>
            <p14:sldId id="1292"/>
            <p14:sldId id="1291"/>
          </p14:sldIdLst>
        </p14:section>
        <p14:section name="뱅킹 &gt; 웰스타로보B &gt; 포트폴리오 가입 &gt; 로보포트폴리오가입" id="{B534EC69-C0C5-4CA1-9C66-6EAF5FD6E20B}">
          <p14:sldIdLst>
            <p14:sldId id="1293"/>
            <p14:sldId id="1295"/>
            <p14:sldId id="1297"/>
            <p14:sldId id="1298"/>
            <p14:sldId id="1299"/>
            <p14:sldId id="1300"/>
            <p14:sldId id="1301"/>
            <p14:sldId id="1303"/>
            <p14:sldId id="1305"/>
          </p14:sldIdLst>
        </p14:section>
        <p14:section name="뱅킹 &gt; 웰스타로보B &gt; 포트폴리오 가입 &gt; 전문가포트폴리오가입" id="{103EA67B-039E-472E-BBF6-30B42980CACE}">
          <p14:sldIdLst>
            <p14:sldId id="1311"/>
            <p14:sldId id="1312"/>
            <p14:sldId id="1314"/>
            <p14:sldId id="1313"/>
            <p14:sldId id="1315"/>
            <p14:sldId id="1316"/>
            <p14:sldId id="1317"/>
            <p14:sldId id="1318"/>
          </p14:sldIdLst>
        </p14:section>
        <p14:section name="뱅킹 &gt; 웰스타로보B &gt; 포트폴리오 진단/리밸런싱" id="{B73A6B69-57FC-41D1-A108-230C473F2B65}">
          <p14:sldIdLst/>
        </p14:section>
        <p14:section name="뱅킹 &gt; 웰스타로보B &gt; 포트폴리오 추가투자/환매 &gt; 포트폴리오환매" id="{65C18152-1136-4DDC-A547-CA85EFBDF6A2}">
          <p14:sldIdLst/>
        </p14:section>
        <p14:section name="뱅킹 &gt; 웰스타로보B &gt; 포트폴리오 자동이체" id="{E5953517-B57F-410C-AC58-88C16D41BBAC}">
          <p14:sldIdLst/>
        </p14:section>
        <p14:section name="뱅킹 &gt; 웰스타로보B &gt; 서비스안내 &gt; 서비스안내" id="{969EEF05-ECB8-49EA-8655-5F5CA5905AE4}">
          <p14:sldIdLst>
            <p14:sldId id="1310"/>
          </p14:sldIdLst>
        </p14:section>
        <p14:section name="뱅킹 &gt; 웰스타로보B &gt; 서비스안내 &gt; 자주하는질문" id="{1EF1AEAD-7649-43AA-8E16-9916762A43CC}">
          <p14:sldIdLst/>
        </p14:section>
        <p14:section name="뱅킹 &gt; 웰스타로보B &gt; 실질수익율조회" id="{0263E8B5-F2C5-44C9-85DA-4FF4A56E725B}">
          <p14:sldIdLst/>
        </p14:section>
        <p14:section name="뱅킹 &gt; 간편결제 &gt; 썸패스" id="{15C4CCC0-434A-4C01-B9F7-E778FF0F1CB0}">
          <p14:sldIdLst>
            <p14:sldId id="1319"/>
            <p14:sldId id="1320"/>
            <p14:sldId id="1326"/>
            <p14:sldId id="1327"/>
            <p14:sldId id="1328"/>
            <p14:sldId id="1329"/>
          </p14:sldIdLst>
        </p14:section>
        <p14:section name="뱅킹 &gt; 간편결제 &gt; 개인제로페이" id="{5ED3FB61-28A2-4D15-8BBF-65B2A17E4DAA}">
          <p14:sldIdLst>
            <p14:sldId id="1332"/>
          </p14:sldIdLst>
        </p14:section>
        <p14:section name="뱅킹 &gt; 간편결제 &gt; 이용내역조회" id="{82FF85B5-0846-4966-A3DF-3804005185F8}">
          <p14:sldIdLst>
            <p14:sldId id="1322"/>
            <p14:sldId id="1323"/>
            <p14:sldId id="1324"/>
          </p14:sldIdLst>
        </p14:section>
        <p14:section name="뱅킹 &gt; 간편결제 &gt; 기업제로페이" id="{911B60D3-94E3-4483-8A3E-8D0D3B2B0A92}">
          <p14:sldIdLst>
            <p14:sldId id="1325"/>
          </p14:sldIdLst>
        </p14:section>
        <p14:section name="뱅킹 &gt; 간편결제 &gt; 제로페이 모바일상품권" id="{477B5736-E612-49A3-8A3D-AB21F39662B7}">
          <p14:sldIdLst/>
        </p14:section>
        <p14:section name="뱅킹 &gt; 간편결제 &gt; 설정" id="{C24ED5AA-735A-4DD2-9E02-8FB3EF1BDAFC}">
          <p14:sldIdLst>
            <p14:sldId id="1331"/>
          </p14:sldIdLst>
        </p14:section>
        <p14:section name="뱅킹 &gt; 전자증명서 &gt; 전자증명서 안내" id="{03801812-0F9C-4A9E-9CB7-4BA59A0E9094}">
          <p14:sldIdLst>
            <p14:sldId id="1337"/>
          </p14:sldIdLst>
        </p14:section>
        <p14:section name="뱅킹 &gt; 전자증명서 &gt; 전자증명서 발급신청" id="{6D4DC0D2-F312-463D-BCE1-91CED4720CCE}">
          <p14:sldIdLst>
            <p14:sldId id="1333"/>
            <p14:sldId id="1335"/>
            <p14:sldId id="1334"/>
            <p14:sldId id="1336"/>
          </p14:sldIdLst>
        </p14:section>
        <p14:section name="뱅킹 &gt; 전자증명서 &gt; 내전자증명서" id="{F53FC2BE-75BF-4C30-94A5-C40C9B14C94C}">
          <p14:sldIdLst>
            <p14:sldId id="1338"/>
          </p14:sldIdLst>
        </p14:section>
        <p14:section name="뱅킹 &gt; 전자증명서 &gt; 알림함" id="{60811E7D-E3F2-4F76-9E49-67D4DBBCAF08}">
          <p14:sldIdLst>
            <p14:sldId id="1339"/>
          </p14:sldIdLst>
        </p14:section>
        <p14:section name="뱅킹 &gt; 재무설계 &gt; 은퇴설계" id="{3669DB47-FDA5-487B-AD99-8C557F4E8D2A}">
          <p14:sldIdLst>
            <p14:sldId id="1340"/>
            <p14:sldId id="1342"/>
            <p14:sldId id="1343"/>
            <p14:sldId id="1344"/>
            <p14:sldId id="1345"/>
          </p14:sldIdLst>
        </p14:section>
        <p14:section name="뱅킹 &gt; 재무설계 &gt; 교육설계" id="{69DB0D1A-B0AB-4C22-A0F8-9EA36A792CBF}">
          <p14:sldIdLst>
            <p14:sldId id="1346"/>
            <p14:sldId id="1347"/>
            <p14:sldId id="1349"/>
          </p14:sldIdLst>
        </p14:section>
        <p14:section name="뱅킹 &gt; 재무설계 &gt; 결혼설계" id="{D6FBB712-C79C-4B14-9292-B561B66FCA5B}">
          <p14:sldIdLst>
            <p14:sldId id="1351"/>
            <p14:sldId id="1348"/>
            <p14:sldId id="1350"/>
          </p14:sldIdLst>
        </p14:section>
        <p14:section name="뱅킹 &gt; 재무설계 &gt; 주택설계" id="{56C8A60A-657C-4643-AE25-15F0F50EEFA8}">
          <p14:sldIdLst>
            <p14:sldId id="1352"/>
            <p14:sldId id="1353"/>
          </p14:sldIdLst>
        </p14:section>
        <p14:section name="뱅킹 &gt; 재무설계 &gt; 이벤트설계" id="{31FDCDB3-B387-4B6E-B6C7-33FAAF358BA5}">
          <p14:sldIdLst>
            <p14:sldId id="1354"/>
            <p14:sldId id="1355"/>
          </p14:sldIdLst>
        </p14:section>
        <p14:section name="뱅킹 &gt; 라이프 &gt; 공연예매" id="{007F5155-D976-46FD-B3ED-110BB8719CFF}">
          <p14:sldIdLst>
            <p14:sldId id="1356"/>
          </p14:sldIdLst>
        </p14:section>
        <p14:section name="뱅킹 &gt; 라이프 &gt; 공연검색" id="{5F32807C-189A-4CAB-995E-84AD3CF2931E}">
          <p14:sldIdLst>
            <p14:sldId id="1357"/>
          </p14:sldIdLst>
        </p14:section>
        <p14:section name="뱅킹 &gt; 라이프 &gt; 예매내역" id="{18624666-91BD-4563-91E2-2DD78795986F}">
          <p14:sldIdLst>
            <p14:sldId id="1358"/>
          </p14:sldIdLst>
        </p14:section>
        <p14:section name="뱅킹 &gt; 라이프 &gt; 숨은정부보조금찾기" id="{4C105225-5915-4E0B-8D37-752EAB52B0D1}">
          <p14:sldIdLst>
            <p14:sldId id="1361"/>
            <p14:sldId id="1359"/>
            <p14:sldId id="1360"/>
          </p14:sldIdLst>
        </p14:section>
        <p14:section name="뱅킹 &gt; 라이프 &gt; 선물하기" id="{04034484-F596-43DA-A41A-17372085F659}">
          <p14:sldIdLst>
            <p14:sldId id="1363"/>
            <p14:sldId id="1362"/>
            <p14:sldId id="1365"/>
            <p14:sldId id="1366"/>
            <p14:sldId id="1367"/>
            <p14:sldId id="1364"/>
          </p14:sldIdLst>
        </p14:section>
        <p14:section name="뱅킹 &gt; 라이프 &gt; 초대이벤트" id="{B8622327-D182-4D3A-8D27-4FA1ADCED08F}">
          <p14:sldIdLst>
            <p14:sldId id="1368"/>
          </p14:sldIdLst>
        </p14:section>
        <p14:section name="뱅킹 &gt; 라이프 &gt; 공지사항" id="{8D8F5FE8-6325-4A84-B502-B0FB69DD30A9}">
          <p14:sldIdLst>
            <p14:sldId id="1369"/>
          </p14:sldIdLst>
        </p14:section>
        <p14:section name="뱅킹 &gt; 라이프 &gt; FAQ" id="{52E71A07-E188-43ED-A3E5-A6C81531A52E}">
          <p14:sldIdLst>
            <p14:sldId id="1370"/>
          </p14:sldIdLst>
        </p14:section>
        <p14:section name="뱅킹 &gt; 라이프 &gt; 예매내역" id="{C6B78135-95BC-474F-944F-E1D9A26D2561}">
          <p14:sldIdLst>
            <p14:sldId id="1371"/>
          </p14:sldIdLst>
        </p14:section>
        <p14:section name="뱅킹 &gt; 라이프 &gt; 꿀티켓" id="{762E4F35-6749-446D-B02F-43DA9D5A4CC9}">
          <p14:sldIdLst>
            <p14:sldId id="1372"/>
          </p14:sldIdLst>
        </p14:section>
        <p14:section name="뱅킹 &gt; 라이프 &gt; 고메부산" id="{B9D95395-A7B1-4119-8A80-4A5519D92C92}">
          <p14:sldIdLst>
            <p14:sldId id="1373"/>
            <p14:sldId id="1374"/>
            <p14:sldId id="1375"/>
            <p14:sldId id="1377"/>
          </p14:sldIdLst>
        </p14:section>
        <p14:section name="뱅킹 &gt; 라이프 &gt; CGV" id="{7AB33FEB-0A06-468E-8268-D93759E805F6}">
          <p14:sldIdLst>
            <p14:sldId id="1378"/>
            <p14:sldId id="1376"/>
          </p14:sldIdLst>
        </p14:section>
        <p14:section name="뱅킹 &gt; 라이프 &gt; 먼데이클럽" id="{A7692D2F-50C3-4877-9773-90BC0954B726}">
          <p14:sldIdLst>
            <p14:sldId id="1379"/>
            <p14:sldId id="1380"/>
          </p14:sldIdLst>
        </p14:section>
        <p14:section name="뱅킹 &gt; 라이프 &gt; 하티즘" id="{E3BD0FB4-B02C-41FB-B4D6-E7C1D22CD680}">
          <p14:sldIdLst>
            <p14:sldId id="1381"/>
          </p14:sldIdLst>
        </p14:section>
        <p14:section name="뱅킹 &gt; 라이프 &gt; 환전 Da모아" id="{07F0DA11-C29C-4143-AD1C-BA859F2A9228}">
          <p14:sldIdLst>
            <p14:sldId id="1382"/>
          </p14:sldIdLst>
        </p14:section>
        <p14:section name="끝표지" id="{AF4D44C7-8EE4-4CED-9324-36A442E5D3CF}">
          <p14:sldIdLst>
            <p14:sldId id="885"/>
          </p14:sldIdLst>
        </p14:section>
      </p14:sectionLst>
    </p:ext>
    <p:ext uri="{EFAFB233-063F-42B5-8137-9DF3F51BA10A}">
      <p15:sldGuideLst xmlns:p15="http://schemas.microsoft.com/office/powerpoint/2012/main" xmlns="">
        <p15:guide id="1" pos="3120" userDrawn="1">
          <p15:clr>
            <a:srgbClr val="A4A3A4"/>
          </p15:clr>
        </p15:guide>
        <p15:guide id="2" orient="horz" pos="2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D57D48-4098-80A9-8E46-617B0BCEC2EB}" name="김명호" initials="김" userId="S::kmh@snclabcorp.onmicrosoft.com::e0d603aa-548e-418b-a070-918475337925" providerId="AD"/>
  <p188:author id="{AF8592BB-C5DA-106F-E914-F463DEC1D66C}" name="전영진" initials="전" userId="S::ipinid613@snclabcorp.onmicrosoft.com::98df63d1-9780-4548-bf83-53aea51edba3" providerId="AD"/>
  <p188:author id="{C8F505D2-A12F-A76D-3D6D-4D3823031CD9}" name="강다혜" initials="강" userId="S::dahyek@snclabcorp.onmicrosoft.com::76862be5-6459-46bc-b30d-20a8f5161c9e" providerId="AD"/>
  <p188:author id="{1FC4C5EF-20EF-214B-903A-961831A3A026}" name="인턴" initials="인에" userId="S::intern@snclabcorp.onmicrosoft.com::fe511475-37af-4df2-9265-8c8ca6edbf0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m Giyeon" initials="KG" lastIdx="7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2C14"/>
    <a:srgbClr val="E67261"/>
    <a:srgbClr val="F2F2F2"/>
    <a:srgbClr val="D83933"/>
    <a:srgbClr val="F03B20"/>
    <a:srgbClr val="9F9F9F"/>
    <a:srgbClr val="A0B3A5"/>
    <a:srgbClr val="C9D1CD"/>
    <a:srgbClr val="F5F6F8"/>
    <a:srgbClr val="F0F2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D328CA-5486-4EEB-813F-9A5FB28906E1}" v="359" dt="2023-11-14T03:22:49.5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32" autoAdjust="0"/>
    <p:restoredTop sz="96445" autoAdjust="0"/>
  </p:normalViewPr>
  <p:slideViewPr>
    <p:cSldViewPr snapToGrid="0">
      <p:cViewPr varScale="1">
        <p:scale>
          <a:sx n="87" d="100"/>
          <a:sy n="87" d="100"/>
        </p:scale>
        <p:origin x="-1488" y="-82"/>
      </p:cViewPr>
      <p:guideLst>
        <p:guide orient="horz" pos="2228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3776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notesMaster" Target="notesMasters/notesMaster1.xml"/><Relationship Id="rId170" Type="http://schemas.openxmlformats.org/officeDocument/2006/relationships/theme" Target="theme/theme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handoutMaster" Target="handoutMasters/handoutMaster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tableStyles" Target="tableStyle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microsoft.com/office/2018/10/relationships/authors" Target="author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font" Target="fonts/font2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font" Target="fonts/font3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font" Target="fonts/font4.fntdata"/><Relationship Id="rId16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microsoft.com/office/2016/11/relationships/changesInfo" Target="changesInfos/changesInfo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font" Target="fonts/font5.fntdata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microsoft.com/office/2015/10/relationships/revisionInfo" Target="revisionInfo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명호" userId="e0d603aa-548e-418b-a070-918475337925" providerId="ADAL" clId="{EDCDCF4F-54F9-4D68-A6FA-31D0F7A0F381}"/>
    <pc:docChg chg="undo custSel addSld delSld modSld sldOrd modMainMaster modSection">
      <pc:chgData name="김명호" userId="e0d603aa-548e-418b-a070-918475337925" providerId="ADAL" clId="{EDCDCF4F-54F9-4D68-A6FA-31D0F7A0F381}" dt="2023-11-03T09:55:45.722" v="5873" actId="6549"/>
      <pc:docMkLst>
        <pc:docMk/>
      </pc:docMkLst>
      <pc:sldChg chg="modSp mod">
        <pc:chgData name="김명호" userId="e0d603aa-548e-418b-a070-918475337925" providerId="ADAL" clId="{EDCDCF4F-54F9-4D68-A6FA-31D0F7A0F381}" dt="2023-10-30T10:06:33.786" v="6" actId="20577"/>
        <pc:sldMkLst>
          <pc:docMk/>
          <pc:sldMk cId="663090028" sldId="259"/>
        </pc:sldMkLst>
        <pc:spChg chg="mod">
          <ac:chgData name="김명호" userId="e0d603aa-548e-418b-a070-918475337925" providerId="ADAL" clId="{EDCDCF4F-54F9-4D68-A6FA-31D0F7A0F381}" dt="2023-10-30T10:06:33.786" v="6" actId="20577"/>
          <ac:spMkLst>
            <pc:docMk/>
            <pc:sldMk cId="663090028" sldId="259"/>
            <ac:spMk id="3" creationId="{95F57DC9-C93A-4186-A70B-EE25477B45C9}"/>
          </ac:spMkLst>
        </pc:spChg>
      </pc:sldChg>
      <pc:sldChg chg="modSp mod">
        <pc:chgData name="김명호" userId="e0d603aa-548e-418b-a070-918475337925" providerId="ADAL" clId="{EDCDCF4F-54F9-4D68-A6FA-31D0F7A0F381}" dt="2023-10-30T11:48:17.695" v="5656" actId="20577"/>
        <pc:sldMkLst>
          <pc:docMk/>
          <pc:sldMk cId="936676672" sldId="344"/>
        </pc:sldMkLst>
        <pc:graphicFrameChg chg="mod modGraphic">
          <ac:chgData name="김명호" userId="e0d603aa-548e-418b-a070-918475337925" providerId="ADAL" clId="{EDCDCF4F-54F9-4D68-A6FA-31D0F7A0F381}" dt="2023-10-30T11:48:17.695" v="5656" actId="20577"/>
          <ac:graphicFrameMkLst>
            <pc:docMk/>
            <pc:sldMk cId="936676672" sldId="344"/>
            <ac:graphicFrameMk id="7" creationId="{978119AB-B35B-4D30-BA38-8140FAF453A1}"/>
          </ac:graphicFrameMkLst>
        </pc:graphicFrameChg>
      </pc:sldChg>
      <pc:sldChg chg="modSp mod">
        <pc:chgData name="김명호" userId="e0d603aa-548e-418b-a070-918475337925" providerId="ADAL" clId="{EDCDCF4F-54F9-4D68-A6FA-31D0F7A0F381}" dt="2023-10-30T10:08:07.115" v="227" actId="20577"/>
        <pc:sldMkLst>
          <pc:docMk/>
          <pc:sldMk cId="1687266130" sldId="362"/>
        </pc:sldMkLst>
        <pc:spChg chg="mod">
          <ac:chgData name="김명호" userId="e0d603aa-548e-418b-a070-918475337925" providerId="ADAL" clId="{EDCDCF4F-54F9-4D68-A6FA-31D0F7A0F381}" dt="2023-10-30T10:08:07.115" v="227" actId="20577"/>
          <ac:spMkLst>
            <pc:docMk/>
            <pc:sldMk cId="1687266130" sldId="362"/>
            <ac:spMk id="19" creationId="{49EB61F0-5091-4064-AF83-C21077B61AEB}"/>
          </ac:spMkLst>
        </pc:spChg>
      </pc:sldChg>
      <pc:sldChg chg="del">
        <pc:chgData name="김명호" userId="e0d603aa-548e-418b-a070-918475337925" providerId="ADAL" clId="{EDCDCF4F-54F9-4D68-A6FA-31D0F7A0F381}" dt="2023-10-30T10:08:47.108" v="245" actId="47"/>
        <pc:sldMkLst>
          <pc:docMk/>
          <pc:sldMk cId="438729540" sldId="390"/>
        </pc:sldMkLst>
      </pc:sldChg>
      <pc:sldChg chg="del">
        <pc:chgData name="김명호" userId="e0d603aa-548e-418b-a070-918475337925" providerId="ADAL" clId="{EDCDCF4F-54F9-4D68-A6FA-31D0F7A0F381}" dt="2023-10-30T10:08:47.319" v="249" actId="47"/>
        <pc:sldMkLst>
          <pc:docMk/>
          <pc:sldMk cId="3034943958" sldId="1056"/>
        </pc:sldMkLst>
      </pc:sldChg>
      <pc:sldChg chg="del">
        <pc:chgData name="김명호" userId="e0d603aa-548e-418b-a070-918475337925" providerId="ADAL" clId="{EDCDCF4F-54F9-4D68-A6FA-31D0F7A0F381}" dt="2023-10-30T10:08:47.264" v="248" actId="47"/>
        <pc:sldMkLst>
          <pc:docMk/>
          <pc:sldMk cId="55996155" sldId="1059"/>
        </pc:sldMkLst>
      </pc:sldChg>
      <pc:sldChg chg="del">
        <pc:chgData name="김명호" userId="e0d603aa-548e-418b-a070-918475337925" providerId="ADAL" clId="{EDCDCF4F-54F9-4D68-A6FA-31D0F7A0F381}" dt="2023-10-30T10:08:47.437" v="251" actId="47"/>
        <pc:sldMkLst>
          <pc:docMk/>
          <pc:sldMk cId="643738955" sldId="1060"/>
        </pc:sldMkLst>
      </pc:sldChg>
      <pc:sldChg chg="del">
        <pc:chgData name="김명호" userId="e0d603aa-548e-418b-a070-918475337925" providerId="ADAL" clId="{EDCDCF4F-54F9-4D68-A6FA-31D0F7A0F381}" dt="2023-10-30T10:08:47.541" v="253" actId="47"/>
        <pc:sldMkLst>
          <pc:docMk/>
          <pc:sldMk cId="1181143746" sldId="1061"/>
        </pc:sldMkLst>
      </pc:sldChg>
      <pc:sldChg chg="del">
        <pc:chgData name="김명호" userId="e0d603aa-548e-418b-a070-918475337925" providerId="ADAL" clId="{EDCDCF4F-54F9-4D68-A6FA-31D0F7A0F381}" dt="2023-10-30T10:08:47.664" v="255" actId="47"/>
        <pc:sldMkLst>
          <pc:docMk/>
          <pc:sldMk cId="1854393400" sldId="1062"/>
        </pc:sldMkLst>
      </pc:sldChg>
      <pc:sldChg chg="del">
        <pc:chgData name="김명호" userId="e0d603aa-548e-418b-a070-918475337925" providerId="ADAL" clId="{EDCDCF4F-54F9-4D68-A6FA-31D0F7A0F381}" dt="2023-10-30T10:08:47.214" v="247" actId="47"/>
        <pc:sldMkLst>
          <pc:docMk/>
          <pc:sldMk cId="3674794683" sldId="1063"/>
        </pc:sldMkLst>
      </pc:sldChg>
      <pc:sldChg chg="del">
        <pc:chgData name="김명호" userId="e0d603aa-548e-418b-a070-918475337925" providerId="ADAL" clId="{EDCDCF4F-54F9-4D68-A6FA-31D0F7A0F381}" dt="2023-10-30T10:08:47.159" v="246" actId="47"/>
        <pc:sldMkLst>
          <pc:docMk/>
          <pc:sldMk cId="22172442" sldId="1064"/>
        </pc:sldMkLst>
      </pc:sldChg>
      <pc:sldChg chg="del">
        <pc:chgData name="김명호" userId="e0d603aa-548e-418b-a070-918475337925" providerId="ADAL" clId="{EDCDCF4F-54F9-4D68-A6FA-31D0F7A0F381}" dt="2023-10-30T10:08:43.490" v="230" actId="47"/>
        <pc:sldMkLst>
          <pc:docMk/>
          <pc:sldMk cId="2387242006" sldId="1065"/>
        </pc:sldMkLst>
      </pc:sldChg>
      <pc:sldChg chg="del">
        <pc:chgData name="김명호" userId="e0d603aa-548e-418b-a070-918475337925" providerId="ADAL" clId="{EDCDCF4F-54F9-4D68-A6FA-31D0F7A0F381}" dt="2023-10-30T10:08:47.594" v="254" actId="47"/>
        <pc:sldMkLst>
          <pc:docMk/>
          <pc:sldMk cId="2045569043" sldId="1066"/>
        </pc:sldMkLst>
      </pc:sldChg>
      <pc:sldChg chg="del">
        <pc:chgData name="김명호" userId="e0d603aa-548e-418b-a070-918475337925" providerId="ADAL" clId="{EDCDCF4F-54F9-4D68-A6FA-31D0F7A0F381}" dt="2023-10-30T10:08:47.722" v="256" actId="47"/>
        <pc:sldMkLst>
          <pc:docMk/>
          <pc:sldMk cId="1439191056" sldId="1068"/>
        </pc:sldMkLst>
      </pc:sldChg>
      <pc:sldChg chg="del">
        <pc:chgData name="김명호" userId="e0d603aa-548e-418b-a070-918475337925" providerId="ADAL" clId="{EDCDCF4F-54F9-4D68-A6FA-31D0F7A0F381}" dt="2023-10-30T10:08:43.016" v="229" actId="47"/>
        <pc:sldMkLst>
          <pc:docMk/>
          <pc:sldMk cId="2939735492" sldId="1069"/>
        </pc:sldMkLst>
      </pc:sldChg>
      <pc:sldChg chg="del">
        <pc:chgData name="김명호" userId="e0d603aa-548e-418b-a070-918475337925" providerId="ADAL" clId="{EDCDCF4F-54F9-4D68-A6FA-31D0F7A0F381}" dt="2023-10-30T10:08:47.373" v="250" actId="47"/>
        <pc:sldMkLst>
          <pc:docMk/>
          <pc:sldMk cId="1849704483" sldId="1070"/>
        </pc:sldMkLst>
      </pc:sldChg>
      <pc:sldChg chg="del">
        <pc:chgData name="김명호" userId="e0d603aa-548e-418b-a070-918475337925" providerId="ADAL" clId="{EDCDCF4F-54F9-4D68-A6FA-31D0F7A0F381}" dt="2023-10-30T10:08:45.062" v="233" actId="47"/>
        <pc:sldMkLst>
          <pc:docMk/>
          <pc:sldMk cId="1120424626" sldId="1071"/>
        </pc:sldMkLst>
      </pc:sldChg>
      <pc:sldChg chg="del">
        <pc:chgData name="김명호" userId="e0d603aa-548e-418b-a070-918475337925" providerId="ADAL" clId="{EDCDCF4F-54F9-4D68-A6FA-31D0F7A0F381}" dt="2023-10-30T10:08:47.819" v="258" actId="47"/>
        <pc:sldMkLst>
          <pc:docMk/>
          <pc:sldMk cId="692896232" sldId="1072"/>
        </pc:sldMkLst>
      </pc:sldChg>
      <pc:sldChg chg="del">
        <pc:chgData name="김명호" userId="e0d603aa-548e-418b-a070-918475337925" providerId="ADAL" clId="{EDCDCF4F-54F9-4D68-A6FA-31D0F7A0F381}" dt="2023-10-30T10:08:47.865" v="259" actId="47"/>
        <pc:sldMkLst>
          <pc:docMk/>
          <pc:sldMk cId="735861782" sldId="1073"/>
        </pc:sldMkLst>
      </pc:sldChg>
      <pc:sldChg chg="del">
        <pc:chgData name="김명호" userId="e0d603aa-548e-418b-a070-918475337925" providerId="ADAL" clId="{EDCDCF4F-54F9-4D68-A6FA-31D0F7A0F381}" dt="2023-10-30T10:08:47.912" v="260" actId="47"/>
        <pc:sldMkLst>
          <pc:docMk/>
          <pc:sldMk cId="3290195256" sldId="1074"/>
        </pc:sldMkLst>
      </pc:sldChg>
      <pc:sldChg chg="del">
        <pc:chgData name="김명호" userId="e0d603aa-548e-418b-a070-918475337925" providerId="ADAL" clId="{EDCDCF4F-54F9-4D68-A6FA-31D0F7A0F381}" dt="2023-10-30T10:08:48.397" v="269" actId="47"/>
        <pc:sldMkLst>
          <pc:docMk/>
          <pc:sldMk cId="3513050030" sldId="1075"/>
        </pc:sldMkLst>
      </pc:sldChg>
      <pc:sldChg chg="del">
        <pc:chgData name="김명호" userId="e0d603aa-548e-418b-a070-918475337925" providerId="ADAL" clId="{EDCDCF4F-54F9-4D68-A6FA-31D0F7A0F381}" dt="2023-10-30T10:08:47.962" v="261" actId="47"/>
        <pc:sldMkLst>
          <pc:docMk/>
          <pc:sldMk cId="760539002" sldId="1076"/>
        </pc:sldMkLst>
      </pc:sldChg>
      <pc:sldChg chg="del">
        <pc:chgData name="김명호" userId="e0d603aa-548e-418b-a070-918475337925" providerId="ADAL" clId="{EDCDCF4F-54F9-4D68-A6FA-31D0F7A0F381}" dt="2023-10-30T10:08:48.458" v="270" actId="47"/>
        <pc:sldMkLst>
          <pc:docMk/>
          <pc:sldMk cId="550163239" sldId="1077"/>
        </pc:sldMkLst>
      </pc:sldChg>
      <pc:sldChg chg="del">
        <pc:chgData name="김명호" userId="e0d603aa-548e-418b-a070-918475337925" providerId="ADAL" clId="{EDCDCF4F-54F9-4D68-A6FA-31D0F7A0F381}" dt="2023-10-30T10:08:48.339" v="268" actId="47"/>
        <pc:sldMkLst>
          <pc:docMk/>
          <pc:sldMk cId="1344861977" sldId="1078"/>
        </pc:sldMkLst>
      </pc:sldChg>
      <pc:sldChg chg="del">
        <pc:chgData name="김명호" userId="e0d603aa-548e-418b-a070-918475337925" providerId="ADAL" clId="{EDCDCF4F-54F9-4D68-A6FA-31D0F7A0F381}" dt="2023-10-30T10:08:44.864" v="232" actId="47"/>
        <pc:sldMkLst>
          <pc:docMk/>
          <pc:sldMk cId="2605139840" sldId="1079"/>
        </pc:sldMkLst>
      </pc:sldChg>
      <pc:sldChg chg="del">
        <pc:chgData name="김명호" userId="e0d603aa-548e-418b-a070-918475337925" providerId="ADAL" clId="{EDCDCF4F-54F9-4D68-A6FA-31D0F7A0F381}" dt="2023-10-30T10:08:47.769" v="257" actId="47"/>
        <pc:sldMkLst>
          <pc:docMk/>
          <pc:sldMk cId="2494264132" sldId="1080"/>
        </pc:sldMkLst>
      </pc:sldChg>
      <pc:sldChg chg="del">
        <pc:chgData name="김명호" userId="e0d603aa-548e-418b-a070-918475337925" providerId="ADAL" clId="{EDCDCF4F-54F9-4D68-A6FA-31D0F7A0F381}" dt="2023-10-30T10:08:48.616" v="273" actId="47"/>
        <pc:sldMkLst>
          <pc:docMk/>
          <pc:sldMk cId="173854185" sldId="1081"/>
        </pc:sldMkLst>
      </pc:sldChg>
      <pc:sldChg chg="del">
        <pc:chgData name="김명호" userId="e0d603aa-548e-418b-a070-918475337925" providerId="ADAL" clId="{EDCDCF4F-54F9-4D68-A6FA-31D0F7A0F381}" dt="2023-10-30T10:08:48.672" v="274" actId="47"/>
        <pc:sldMkLst>
          <pc:docMk/>
          <pc:sldMk cId="500867156" sldId="1082"/>
        </pc:sldMkLst>
      </pc:sldChg>
      <pc:sldChg chg="del">
        <pc:chgData name="김명호" userId="e0d603aa-548e-418b-a070-918475337925" providerId="ADAL" clId="{EDCDCF4F-54F9-4D68-A6FA-31D0F7A0F381}" dt="2023-10-30T10:08:48.730" v="275" actId="47"/>
        <pc:sldMkLst>
          <pc:docMk/>
          <pc:sldMk cId="998022627" sldId="1083"/>
        </pc:sldMkLst>
      </pc:sldChg>
      <pc:sldChg chg="del">
        <pc:chgData name="김명호" userId="e0d603aa-548e-418b-a070-918475337925" providerId="ADAL" clId="{EDCDCF4F-54F9-4D68-A6FA-31D0F7A0F381}" dt="2023-10-30T10:08:44.163" v="231" actId="47"/>
        <pc:sldMkLst>
          <pc:docMk/>
          <pc:sldMk cId="2710496063" sldId="1084"/>
        </pc:sldMkLst>
      </pc:sldChg>
      <pc:sldChg chg="del">
        <pc:chgData name="김명호" userId="e0d603aa-548e-418b-a070-918475337925" providerId="ADAL" clId="{EDCDCF4F-54F9-4D68-A6FA-31D0F7A0F381}" dt="2023-10-30T10:08:48.791" v="276" actId="47"/>
        <pc:sldMkLst>
          <pc:docMk/>
          <pc:sldMk cId="2805759500" sldId="1085"/>
        </pc:sldMkLst>
      </pc:sldChg>
      <pc:sldChg chg="del">
        <pc:chgData name="김명호" userId="e0d603aa-548e-418b-a070-918475337925" providerId="ADAL" clId="{EDCDCF4F-54F9-4D68-A6FA-31D0F7A0F381}" dt="2023-10-30T10:08:48.838" v="277" actId="47"/>
        <pc:sldMkLst>
          <pc:docMk/>
          <pc:sldMk cId="1082786262" sldId="1086"/>
        </pc:sldMkLst>
      </pc:sldChg>
      <pc:sldChg chg="del">
        <pc:chgData name="김명호" userId="e0d603aa-548e-418b-a070-918475337925" providerId="ADAL" clId="{EDCDCF4F-54F9-4D68-A6FA-31D0F7A0F381}" dt="2023-10-30T10:08:48.882" v="278" actId="47"/>
        <pc:sldMkLst>
          <pc:docMk/>
          <pc:sldMk cId="309779243" sldId="1087"/>
        </pc:sldMkLst>
      </pc:sldChg>
      <pc:sldChg chg="del">
        <pc:chgData name="김명호" userId="e0d603aa-548e-418b-a070-918475337925" providerId="ADAL" clId="{EDCDCF4F-54F9-4D68-A6FA-31D0F7A0F381}" dt="2023-10-30T10:08:48.950" v="279" actId="47"/>
        <pc:sldMkLst>
          <pc:docMk/>
          <pc:sldMk cId="1526902029" sldId="1088"/>
        </pc:sldMkLst>
      </pc:sldChg>
      <pc:sldChg chg="del">
        <pc:chgData name="김명호" userId="e0d603aa-548e-418b-a070-918475337925" providerId="ADAL" clId="{EDCDCF4F-54F9-4D68-A6FA-31D0F7A0F381}" dt="2023-10-30T10:08:48.114" v="264" actId="47"/>
        <pc:sldMkLst>
          <pc:docMk/>
          <pc:sldMk cId="978558195" sldId="1089"/>
        </pc:sldMkLst>
      </pc:sldChg>
      <pc:sldChg chg="del">
        <pc:chgData name="김명호" userId="e0d603aa-548e-418b-a070-918475337925" providerId="ADAL" clId="{EDCDCF4F-54F9-4D68-A6FA-31D0F7A0F381}" dt="2023-10-30T10:08:48.164" v="265" actId="47"/>
        <pc:sldMkLst>
          <pc:docMk/>
          <pc:sldMk cId="1724458030" sldId="1090"/>
        </pc:sldMkLst>
      </pc:sldChg>
      <pc:sldChg chg="del">
        <pc:chgData name="김명호" userId="e0d603aa-548e-418b-a070-918475337925" providerId="ADAL" clId="{EDCDCF4F-54F9-4D68-A6FA-31D0F7A0F381}" dt="2023-10-30T10:08:49" v="280" actId="47"/>
        <pc:sldMkLst>
          <pc:docMk/>
          <pc:sldMk cId="2637197114" sldId="1091"/>
        </pc:sldMkLst>
      </pc:sldChg>
      <pc:sldChg chg="del">
        <pc:chgData name="김명호" userId="e0d603aa-548e-418b-a070-918475337925" providerId="ADAL" clId="{EDCDCF4F-54F9-4D68-A6FA-31D0F7A0F381}" dt="2023-10-30T10:08:49.051" v="281" actId="47"/>
        <pc:sldMkLst>
          <pc:docMk/>
          <pc:sldMk cId="2275974184" sldId="1092"/>
        </pc:sldMkLst>
      </pc:sldChg>
      <pc:sldChg chg="del">
        <pc:chgData name="김명호" userId="e0d603aa-548e-418b-a070-918475337925" providerId="ADAL" clId="{EDCDCF4F-54F9-4D68-A6FA-31D0F7A0F381}" dt="2023-10-30T10:08:49.105" v="282" actId="47"/>
        <pc:sldMkLst>
          <pc:docMk/>
          <pc:sldMk cId="206796772" sldId="1093"/>
        </pc:sldMkLst>
      </pc:sldChg>
      <pc:sldChg chg="del">
        <pc:chgData name="김명호" userId="e0d603aa-548e-418b-a070-918475337925" providerId="ADAL" clId="{EDCDCF4F-54F9-4D68-A6FA-31D0F7A0F381}" dt="2023-10-30T10:08:49.152" v="283" actId="47"/>
        <pc:sldMkLst>
          <pc:docMk/>
          <pc:sldMk cId="3410698562" sldId="1094"/>
        </pc:sldMkLst>
      </pc:sldChg>
      <pc:sldChg chg="del">
        <pc:chgData name="김명호" userId="e0d603aa-548e-418b-a070-918475337925" providerId="ADAL" clId="{EDCDCF4F-54F9-4D68-A6FA-31D0F7A0F381}" dt="2023-10-30T10:08:49.217" v="284" actId="47"/>
        <pc:sldMkLst>
          <pc:docMk/>
          <pc:sldMk cId="3165795266" sldId="1095"/>
        </pc:sldMkLst>
      </pc:sldChg>
      <pc:sldChg chg="del">
        <pc:chgData name="김명호" userId="e0d603aa-548e-418b-a070-918475337925" providerId="ADAL" clId="{EDCDCF4F-54F9-4D68-A6FA-31D0F7A0F381}" dt="2023-10-30T10:08:49.276" v="285" actId="47"/>
        <pc:sldMkLst>
          <pc:docMk/>
          <pc:sldMk cId="3102810174" sldId="1096"/>
        </pc:sldMkLst>
      </pc:sldChg>
      <pc:sldChg chg="del">
        <pc:chgData name="김명호" userId="e0d603aa-548e-418b-a070-918475337925" providerId="ADAL" clId="{EDCDCF4F-54F9-4D68-A6FA-31D0F7A0F381}" dt="2023-10-30T10:08:49.323" v="286" actId="47"/>
        <pc:sldMkLst>
          <pc:docMk/>
          <pc:sldMk cId="682782998" sldId="1098"/>
        </pc:sldMkLst>
      </pc:sldChg>
      <pc:sldChg chg="del">
        <pc:chgData name="김명호" userId="e0d603aa-548e-418b-a070-918475337925" providerId="ADAL" clId="{EDCDCF4F-54F9-4D68-A6FA-31D0F7A0F381}" dt="2023-10-30T10:08:49.371" v="287" actId="47"/>
        <pc:sldMkLst>
          <pc:docMk/>
          <pc:sldMk cId="3017765659" sldId="1099"/>
        </pc:sldMkLst>
      </pc:sldChg>
      <pc:sldChg chg="del">
        <pc:chgData name="김명호" userId="e0d603aa-548e-418b-a070-918475337925" providerId="ADAL" clId="{EDCDCF4F-54F9-4D68-A6FA-31D0F7A0F381}" dt="2023-10-30T10:08:49.421" v="288" actId="47"/>
        <pc:sldMkLst>
          <pc:docMk/>
          <pc:sldMk cId="245432311" sldId="1100"/>
        </pc:sldMkLst>
      </pc:sldChg>
      <pc:sldChg chg="del">
        <pc:chgData name="김명호" userId="e0d603aa-548e-418b-a070-918475337925" providerId="ADAL" clId="{EDCDCF4F-54F9-4D68-A6FA-31D0F7A0F381}" dt="2023-10-30T10:08:49.464" v="289" actId="47"/>
        <pc:sldMkLst>
          <pc:docMk/>
          <pc:sldMk cId="2712517793" sldId="1101"/>
        </pc:sldMkLst>
      </pc:sldChg>
      <pc:sldChg chg="del">
        <pc:chgData name="김명호" userId="e0d603aa-548e-418b-a070-918475337925" providerId="ADAL" clId="{EDCDCF4F-54F9-4D68-A6FA-31D0F7A0F381}" dt="2023-10-30T10:08:49.509" v="290" actId="47"/>
        <pc:sldMkLst>
          <pc:docMk/>
          <pc:sldMk cId="125764734" sldId="1102"/>
        </pc:sldMkLst>
      </pc:sldChg>
      <pc:sldChg chg="del">
        <pc:chgData name="김명호" userId="e0d603aa-548e-418b-a070-918475337925" providerId="ADAL" clId="{EDCDCF4F-54F9-4D68-A6FA-31D0F7A0F381}" dt="2023-10-30T10:08:50.343" v="291" actId="47"/>
        <pc:sldMkLst>
          <pc:docMk/>
          <pc:sldMk cId="3977313246" sldId="1103"/>
        </pc:sldMkLst>
      </pc:sldChg>
      <pc:sldChg chg="del">
        <pc:chgData name="김명호" userId="e0d603aa-548e-418b-a070-918475337925" providerId="ADAL" clId="{EDCDCF4F-54F9-4D68-A6FA-31D0F7A0F381}" dt="2023-10-30T10:08:50.660" v="292" actId="47"/>
        <pc:sldMkLst>
          <pc:docMk/>
          <pc:sldMk cId="3807508914" sldId="1104"/>
        </pc:sldMkLst>
      </pc:sldChg>
      <pc:sldChg chg="del">
        <pc:chgData name="김명호" userId="e0d603aa-548e-418b-a070-918475337925" providerId="ADAL" clId="{EDCDCF4F-54F9-4D68-A6FA-31D0F7A0F381}" dt="2023-10-30T10:08:50.737" v="293" actId="47"/>
        <pc:sldMkLst>
          <pc:docMk/>
          <pc:sldMk cId="2600244244" sldId="1105"/>
        </pc:sldMkLst>
      </pc:sldChg>
      <pc:sldChg chg="del">
        <pc:chgData name="김명호" userId="e0d603aa-548e-418b-a070-918475337925" providerId="ADAL" clId="{EDCDCF4F-54F9-4D68-A6FA-31D0F7A0F381}" dt="2023-10-30T10:08:50.792" v="294" actId="47"/>
        <pc:sldMkLst>
          <pc:docMk/>
          <pc:sldMk cId="2700786403" sldId="1106"/>
        </pc:sldMkLst>
      </pc:sldChg>
      <pc:sldChg chg="del">
        <pc:chgData name="김명호" userId="e0d603aa-548e-418b-a070-918475337925" providerId="ADAL" clId="{EDCDCF4F-54F9-4D68-A6FA-31D0F7A0F381}" dt="2023-10-30T10:08:50.889" v="295" actId="47"/>
        <pc:sldMkLst>
          <pc:docMk/>
          <pc:sldMk cId="1936214501" sldId="1107"/>
        </pc:sldMkLst>
      </pc:sldChg>
      <pc:sldChg chg="del">
        <pc:chgData name="김명호" userId="e0d603aa-548e-418b-a070-918475337925" providerId="ADAL" clId="{EDCDCF4F-54F9-4D68-A6FA-31D0F7A0F381}" dt="2023-10-30T10:08:50.980" v="296" actId="47"/>
        <pc:sldMkLst>
          <pc:docMk/>
          <pc:sldMk cId="3312114022" sldId="1108"/>
        </pc:sldMkLst>
      </pc:sldChg>
      <pc:sldChg chg="del">
        <pc:chgData name="김명호" userId="e0d603aa-548e-418b-a070-918475337925" providerId="ADAL" clId="{EDCDCF4F-54F9-4D68-A6FA-31D0F7A0F381}" dt="2023-10-30T10:08:51.048" v="297" actId="47"/>
        <pc:sldMkLst>
          <pc:docMk/>
          <pc:sldMk cId="2655692448" sldId="1109"/>
        </pc:sldMkLst>
      </pc:sldChg>
      <pc:sldChg chg="del">
        <pc:chgData name="김명호" userId="e0d603aa-548e-418b-a070-918475337925" providerId="ADAL" clId="{EDCDCF4F-54F9-4D68-A6FA-31D0F7A0F381}" dt="2023-10-30T10:08:48.216" v="266" actId="47"/>
        <pc:sldMkLst>
          <pc:docMk/>
          <pc:sldMk cId="4142125621" sldId="1110"/>
        </pc:sldMkLst>
      </pc:sldChg>
      <pc:sldChg chg="del">
        <pc:chgData name="김명호" userId="e0d603aa-548e-418b-a070-918475337925" providerId="ADAL" clId="{EDCDCF4F-54F9-4D68-A6FA-31D0F7A0F381}" dt="2023-10-30T10:08:48.283" v="267" actId="47"/>
        <pc:sldMkLst>
          <pc:docMk/>
          <pc:sldMk cId="787417576" sldId="1111"/>
        </pc:sldMkLst>
      </pc:sldChg>
      <pc:sldChg chg="del">
        <pc:chgData name="김명호" userId="e0d603aa-548e-418b-a070-918475337925" providerId="ADAL" clId="{EDCDCF4F-54F9-4D68-A6FA-31D0F7A0F381}" dt="2023-10-30T10:08:51.160" v="299" actId="47"/>
        <pc:sldMkLst>
          <pc:docMk/>
          <pc:sldMk cId="976008353" sldId="1112"/>
        </pc:sldMkLst>
      </pc:sldChg>
      <pc:sldChg chg="del">
        <pc:chgData name="김명호" userId="e0d603aa-548e-418b-a070-918475337925" providerId="ADAL" clId="{EDCDCF4F-54F9-4D68-A6FA-31D0F7A0F381}" dt="2023-10-30T10:08:51.099" v="298" actId="47"/>
        <pc:sldMkLst>
          <pc:docMk/>
          <pc:sldMk cId="2778841007" sldId="1113"/>
        </pc:sldMkLst>
      </pc:sldChg>
      <pc:sldChg chg="del">
        <pc:chgData name="김명호" userId="e0d603aa-548e-418b-a070-918475337925" providerId="ADAL" clId="{EDCDCF4F-54F9-4D68-A6FA-31D0F7A0F381}" dt="2023-10-30T10:08:51.214" v="300" actId="47"/>
        <pc:sldMkLst>
          <pc:docMk/>
          <pc:sldMk cId="2534469432" sldId="1114"/>
        </pc:sldMkLst>
      </pc:sldChg>
      <pc:sldChg chg="del">
        <pc:chgData name="김명호" userId="e0d603aa-548e-418b-a070-918475337925" providerId="ADAL" clId="{EDCDCF4F-54F9-4D68-A6FA-31D0F7A0F381}" dt="2023-10-30T10:08:51.367" v="303" actId="47"/>
        <pc:sldMkLst>
          <pc:docMk/>
          <pc:sldMk cId="2338931314" sldId="1115"/>
        </pc:sldMkLst>
      </pc:sldChg>
      <pc:sldChg chg="del">
        <pc:chgData name="김명호" userId="e0d603aa-548e-418b-a070-918475337925" providerId="ADAL" clId="{EDCDCF4F-54F9-4D68-A6FA-31D0F7A0F381}" dt="2023-10-30T10:08:51.417" v="304" actId="47"/>
        <pc:sldMkLst>
          <pc:docMk/>
          <pc:sldMk cId="3052116131" sldId="1116"/>
        </pc:sldMkLst>
      </pc:sldChg>
      <pc:sldChg chg="del">
        <pc:chgData name="김명호" userId="e0d603aa-548e-418b-a070-918475337925" providerId="ADAL" clId="{EDCDCF4F-54F9-4D68-A6FA-31D0F7A0F381}" dt="2023-10-30T10:08:51.313" v="302" actId="47"/>
        <pc:sldMkLst>
          <pc:docMk/>
          <pc:sldMk cId="108431585" sldId="1117"/>
        </pc:sldMkLst>
      </pc:sldChg>
      <pc:sldChg chg="del">
        <pc:chgData name="김명호" userId="e0d603aa-548e-418b-a070-918475337925" providerId="ADAL" clId="{EDCDCF4F-54F9-4D68-A6FA-31D0F7A0F381}" dt="2023-10-30T10:08:51.528" v="306" actId="47"/>
        <pc:sldMkLst>
          <pc:docMk/>
          <pc:sldMk cId="385010898" sldId="1118"/>
        </pc:sldMkLst>
      </pc:sldChg>
      <pc:sldChg chg="del">
        <pc:chgData name="김명호" userId="e0d603aa-548e-418b-a070-918475337925" providerId="ADAL" clId="{EDCDCF4F-54F9-4D68-A6FA-31D0F7A0F381}" dt="2023-10-30T10:08:51.487" v="305" actId="47"/>
        <pc:sldMkLst>
          <pc:docMk/>
          <pc:sldMk cId="632467668" sldId="1119"/>
        </pc:sldMkLst>
      </pc:sldChg>
      <pc:sldChg chg="del">
        <pc:chgData name="김명호" userId="e0d603aa-548e-418b-a070-918475337925" providerId="ADAL" clId="{EDCDCF4F-54F9-4D68-A6FA-31D0F7A0F381}" dt="2023-10-30T10:08:47.490" v="252" actId="47"/>
        <pc:sldMkLst>
          <pc:docMk/>
          <pc:sldMk cId="3344446772" sldId="1121"/>
        </pc:sldMkLst>
      </pc:sldChg>
      <pc:sldChg chg="del">
        <pc:chgData name="김명호" userId="e0d603aa-548e-418b-a070-918475337925" providerId="ADAL" clId="{EDCDCF4F-54F9-4D68-A6FA-31D0F7A0F381}" dt="2023-10-30T10:08:48.010" v="262" actId="47"/>
        <pc:sldMkLst>
          <pc:docMk/>
          <pc:sldMk cId="2243285411" sldId="1122"/>
        </pc:sldMkLst>
      </pc:sldChg>
      <pc:sldChg chg="del">
        <pc:chgData name="김명호" userId="e0d603aa-548e-418b-a070-918475337925" providerId="ADAL" clId="{EDCDCF4F-54F9-4D68-A6FA-31D0F7A0F381}" dt="2023-10-30T10:08:48.062" v="263" actId="47"/>
        <pc:sldMkLst>
          <pc:docMk/>
          <pc:sldMk cId="3745357050" sldId="1123"/>
        </pc:sldMkLst>
      </pc:sldChg>
      <pc:sldChg chg="del">
        <pc:chgData name="김명호" userId="e0d603aa-548e-418b-a070-918475337925" providerId="ADAL" clId="{EDCDCF4F-54F9-4D68-A6FA-31D0F7A0F381}" dt="2023-10-30T10:08:51.581" v="307" actId="47"/>
        <pc:sldMkLst>
          <pc:docMk/>
          <pc:sldMk cId="885389110" sldId="1124"/>
        </pc:sldMkLst>
      </pc:sldChg>
      <pc:sldChg chg="del">
        <pc:chgData name="김명호" userId="e0d603aa-548e-418b-a070-918475337925" providerId="ADAL" clId="{EDCDCF4F-54F9-4D68-A6FA-31D0F7A0F381}" dt="2023-10-30T10:08:51.632" v="308" actId="47"/>
        <pc:sldMkLst>
          <pc:docMk/>
          <pc:sldMk cId="2508009420" sldId="1125"/>
        </pc:sldMkLst>
      </pc:sldChg>
      <pc:sldChg chg="del">
        <pc:chgData name="김명호" userId="e0d603aa-548e-418b-a070-918475337925" providerId="ADAL" clId="{EDCDCF4F-54F9-4D68-A6FA-31D0F7A0F381}" dt="2023-10-30T10:08:51.682" v="309" actId="47"/>
        <pc:sldMkLst>
          <pc:docMk/>
          <pc:sldMk cId="3903104015" sldId="1126"/>
        </pc:sldMkLst>
      </pc:sldChg>
      <pc:sldChg chg="del">
        <pc:chgData name="김명호" userId="e0d603aa-548e-418b-a070-918475337925" providerId="ADAL" clId="{EDCDCF4F-54F9-4D68-A6FA-31D0F7A0F381}" dt="2023-10-30T10:08:51.731" v="310" actId="47"/>
        <pc:sldMkLst>
          <pc:docMk/>
          <pc:sldMk cId="2786277468" sldId="1127"/>
        </pc:sldMkLst>
      </pc:sldChg>
      <pc:sldChg chg="del">
        <pc:chgData name="김명호" userId="e0d603aa-548e-418b-a070-918475337925" providerId="ADAL" clId="{EDCDCF4F-54F9-4D68-A6FA-31D0F7A0F381}" dt="2023-10-30T10:08:51.880" v="313" actId="47"/>
        <pc:sldMkLst>
          <pc:docMk/>
          <pc:sldMk cId="1495178737" sldId="1128"/>
        </pc:sldMkLst>
      </pc:sldChg>
      <pc:sldChg chg="del">
        <pc:chgData name="김명호" userId="e0d603aa-548e-418b-a070-918475337925" providerId="ADAL" clId="{EDCDCF4F-54F9-4D68-A6FA-31D0F7A0F381}" dt="2023-10-30T10:08:51.934" v="314" actId="47"/>
        <pc:sldMkLst>
          <pc:docMk/>
          <pc:sldMk cId="4049400095" sldId="1129"/>
        </pc:sldMkLst>
      </pc:sldChg>
      <pc:sldChg chg="del">
        <pc:chgData name="김명호" userId="e0d603aa-548e-418b-a070-918475337925" providerId="ADAL" clId="{EDCDCF4F-54F9-4D68-A6FA-31D0F7A0F381}" dt="2023-10-30T10:08:51.976" v="315" actId="47"/>
        <pc:sldMkLst>
          <pc:docMk/>
          <pc:sldMk cId="2744063411" sldId="1130"/>
        </pc:sldMkLst>
      </pc:sldChg>
      <pc:sldChg chg="del">
        <pc:chgData name="김명호" userId="e0d603aa-548e-418b-a070-918475337925" providerId="ADAL" clId="{EDCDCF4F-54F9-4D68-A6FA-31D0F7A0F381}" dt="2023-10-30T10:08:52.022" v="316" actId="47"/>
        <pc:sldMkLst>
          <pc:docMk/>
          <pc:sldMk cId="3835187243" sldId="1131"/>
        </pc:sldMkLst>
      </pc:sldChg>
      <pc:sldChg chg="del">
        <pc:chgData name="김명호" userId="e0d603aa-548e-418b-a070-918475337925" providerId="ADAL" clId="{EDCDCF4F-54F9-4D68-A6FA-31D0F7A0F381}" dt="2023-10-30T10:08:52.076" v="317" actId="47"/>
        <pc:sldMkLst>
          <pc:docMk/>
          <pc:sldMk cId="416966234" sldId="1132"/>
        </pc:sldMkLst>
      </pc:sldChg>
      <pc:sldChg chg="del">
        <pc:chgData name="김명호" userId="e0d603aa-548e-418b-a070-918475337925" providerId="ADAL" clId="{EDCDCF4F-54F9-4D68-A6FA-31D0F7A0F381}" dt="2023-10-30T10:08:52.119" v="318" actId="47"/>
        <pc:sldMkLst>
          <pc:docMk/>
          <pc:sldMk cId="3841271299" sldId="1133"/>
        </pc:sldMkLst>
      </pc:sldChg>
      <pc:sldChg chg="del">
        <pc:chgData name="김명호" userId="e0d603aa-548e-418b-a070-918475337925" providerId="ADAL" clId="{EDCDCF4F-54F9-4D68-A6FA-31D0F7A0F381}" dt="2023-10-30T10:08:52.167" v="319" actId="47"/>
        <pc:sldMkLst>
          <pc:docMk/>
          <pc:sldMk cId="2619552070" sldId="1134"/>
        </pc:sldMkLst>
      </pc:sldChg>
      <pc:sldChg chg="del">
        <pc:chgData name="김명호" userId="e0d603aa-548e-418b-a070-918475337925" providerId="ADAL" clId="{EDCDCF4F-54F9-4D68-A6FA-31D0F7A0F381}" dt="2023-10-30T10:08:52.219" v="320" actId="47"/>
        <pc:sldMkLst>
          <pc:docMk/>
          <pc:sldMk cId="3000986245" sldId="1135"/>
        </pc:sldMkLst>
      </pc:sldChg>
      <pc:sldChg chg="del">
        <pc:chgData name="김명호" userId="e0d603aa-548e-418b-a070-918475337925" providerId="ADAL" clId="{EDCDCF4F-54F9-4D68-A6FA-31D0F7A0F381}" dt="2023-10-30T10:08:52.267" v="321" actId="47"/>
        <pc:sldMkLst>
          <pc:docMk/>
          <pc:sldMk cId="3265394745" sldId="1136"/>
        </pc:sldMkLst>
      </pc:sldChg>
      <pc:sldChg chg="del">
        <pc:chgData name="김명호" userId="e0d603aa-548e-418b-a070-918475337925" providerId="ADAL" clId="{EDCDCF4F-54F9-4D68-A6FA-31D0F7A0F381}" dt="2023-10-30T10:08:51.779" v="311" actId="47"/>
        <pc:sldMkLst>
          <pc:docMk/>
          <pc:sldMk cId="1771219071" sldId="1137"/>
        </pc:sldMkLst>
      </pc:sldChg>
      <pc:sldChg chg="del">
        <pc:chgData name="김명호" userId="e0d603aa-548e-418b-a070-918475337925" providerId="ADAL" clId="{EDCDCF4F-54F9-4D68-A6FA-31D0F7A0F381}" dt="2023-10-30T10:08:51.830" v="312" actId="47"/>
        <pc:sldMkLst>
          <pc:docMk/>
          <pc:sldMk cId="1362683018" sldId="1138"/>
        </pc:sldMkLst>
      </pc:sldChg>
      <pc:sldChg chg="del">
        <pc:chgData name="김명호" userId="e0d603aa-548e-418b-a070-918475337925" providerId="ADAL" clId="{EDCDCF4F-54F9-4D68-A6FA-31D0F7A0F381}" dt="2023-10-30T10:08:52.325" v="322" actId="47"/>
        <pc:sldMkLst>
          <pc:docMk/>
          <pc:sldMk cId="2948035056" sldId="1139"/>
        </pc:sldMkLst>
      </pc:sldChg>
      <pc:sldChg chg="del">
        <pc:chgData name="김명호" userId="e0d603aa-548e-418b-a070-918475337925" providerId="ADAL" clId="{EDCDCF4F-54F9-4D68-A6FA-31D0F7A0F381}" dt="2023-10-30T10:08:52.941" v="323" actId="47"/>
        <pc:sldMkLst>
          <pc:docMk/>
          <pc:sldMk cId="462165194" sldId="1140"/>
        </pc:sldMkLst>
      </pc:sldChg>
      <pc:sldChg chg="del">
        <pc:chgData name="김명호" userId="e0d603aa-548e-418b-a070-918475337925" providerId="ADAL" clId="{EDCDCF4F-54F9-4D68-A6FA-31D0F7A0F381}" dt="2023-10-30T10:08:53.203" v="324" actId="47"/>
        <pc:sldMkLst>
          <pc:docMk/>
          <pc:sldMk cId="576696506" sldId="1141"/>
        </pc:sldMkLst>
      </pc:sldChg>
      <pc:sldChg chg="del">
        <pc:chgData name="김명호" userId="e0d603aa-548e-418b-a070-918475337925" providerId="ADAL" clId="{EDCDCF4F-54F9-4D68-A6FA-31D0F7A0F381}" dt="2023-10-30T10:08:53.248" v="325" actId="47"/>
        <pc:sldMkLst>
          <pc:docMk/>
          <pc:sldMk cId="7236352" sldId="1142"/>
        </pc:sldMkLst>
      </pc:sldChg>
      <pc:sldChg chg="del">
        <pc:chgData name="김명호" userId="e0d603aa-548e-418b-a070-918475337925" providerId="ADAL" clId="{EDCDCF4F-54F9-4D68-A6FA-31D0F7A0F381}" dt="2023-10-30T10:08:55.228" v="346" actId="47"/>
        <pc:sldMkLst>
          <pc:docMk/>
          <pc:sldMk cId="262892030" sldId="1143"/>
        </pc:sldMkLst>
      </pc:sldChg>
      <pc:sldChg chg="del">
        <pc:chgData name="김명호" userId="e0d603aa-548e-418b-a070-918475337925" providerId="ADAL" clId="{EDCDCF4F-54F9-4D68-A6FA-31D0F7A0F381}" dt="2023-10-30T10:08:53.312" v="326" actId="47"/>
        <pc:sldMkLst>
          <pc:docMk/>
          <pc:sldMk cId="4166470731" sldId="1144"/>
        </pc:sldMkLst>
      </pc:sldChg>
      <pc:sldChg chg="del">
        <pc:chgData name="김명호" userId="e0d603aa-548e-418b-a070-918475337925" providerId="ADAL" clId="{EDCDCF4F-54F9-4D68-A6FA-31D0F7A0F381}" dt="2023-10-30T10:08:53.361" v="327" actId="47"/>
        <pc:sldMkLst>
          <pc:docMk/>
          <pc:sldMk cId="4047204083" sldId="1145"/>
        </pc:sldMkLst>
      </pc:sldChg>
      <pc:sldChg chg="del">
        <pc:chgData name="김명호" userId="e0d603aa-548e-418b-a070-918475337925" providerId="ADAL" clId="{EDCDCF4F-54F9-4D68-A6FA-31D0F7A0F381}" dt="2023-10-30T10:08:53.407" v="328" actId="47"/>
        <pc:sldMkLst>
          <pc:docMk/>
          <pc:sldMk cId="4198338603" sldId="1146"/>
        </pc:sldMkLst>
      </pc:sldChg>
      <pc:sldChg chg="del">
        <pc:chgData name="김명호" userId="e0d603aa-548e-418b-a070-918475337925" providerId="ADAL" clId="{EDCDCF4F-54F9-4D68-A6FA-31D0F7A0F381}" dt="2023-10-30T10:08:53.461" v="329" actId="47"/>
        <pc:sldMkLst>
          <pc:docMk/>
          <pc:sldMk cId="2315634560" sldId="1149"/>
        </pc:sldMkLst>
      </pc:sldChg>
      <pc:sldChg chg="del">
        <pc:chgData name="김명호" userId="e0d603aa-548e-418b-a070-918475337925" providerId="ADAL" clId="{EDCDCF4F-54F9-4D68-A6FA-31D0F7A0F381}" dt="2023-10-30T10:08:51.260" v="301" actId="47"/>
        <pc:sldMkLst>
          <pc:docMk/>
          <pc:sldMk cId="932599177" sldId="1150"/>
        </pc:sldMkLst>
      </pc:sldChg>
      <pc:sldChg chg="del">
        <pc:chgData name="김명호" userId="e0d603aa-548e-418b-a070-918475337925" providerId="ADAL" clId="{EDCDCF4F-54F9-4D68-A6FA-31D0F7A0F381}" dt="2023-10-30T10:08:53.508" v="330" actId="47"/>
        <pc:sldMkLst>
          <pc:docMk/>
          <pc:sldMk cId="554251326" sldId="1151"/>
        </pc:sldMkLst>
      </pc:sldChg>
      <pc:sldChg chg="del">
        <pc:chgData name="김명호" userId="e0d603aa-548e-418b-a070-918475337925" providerId="ADAL" clId="{EDCDCF4F-54F9-4D68-A6FA-31D0F7A0F381}" dt="2023-10-30T10:08:53.567" v="331" actId="47"/>
        <pc:sldMkLst>
          <pc:docMk/>
          <pc:sldMk cId="1591431822" sldId="1152"/>
        </pc:sldMkLst>
      </pc:sldChg>
      <pc:sldChg chg="del">
        <pc:chgData name="김명호" userId="e0d603aa-548e-418b-a070-918475337925" providerId="ADAL" clId="{EDCDCF4F-54F9-4D68-A6FA-31D0F7A0F381}" dt="2023-10-30T10:08:53.626" v="332" actId="47"/>
        <pc:sldMkLst>
          <pc:docMk/>
          <pc:sldMk cId="2999841464" sldId="1153"/>
        </pc:sldMkLst>
      </pc:sldChg>
      <pc:sldChg chg="del">
        <pc:chgData name="김명호" userId="e0d603aa-548e-418b-a070-918475337925" providerId="ADAL" clId="{EDCDCF4F-54F9-4D68-A6FA-31D0F7A0F381}" dt="2023-10-30T10:08:53.669" v="333" actId="47"/>
        <pc:sldMkLst>
          <pc:docMk/>
          <pc:sldMk cId="1773800060" sldId="1154"/>
        </pc:sldMkLst>
      </pc:sldChg>
      <pc:sldChg chg="del">
        <pc:chgData name="김명호" userId="e0d603aa-548e-418b-a070-918475337925" providerId="ADAL" clId="{EDCDCF4F-54F9-4D68-A6FA-31D0F7A0F381}" dt="2023-10-30T10:08:53.714" v="334" actId="47"/>
        <pc:sldMkLst>
          <pc:docMk/>
          <pc:sldMk cId="1085824141" sldId="1155"/>
        </pc:sldMkLst>
      </pc:sldChg>
      <pc:sldChg chg="del">
        <pc:chgData name="김명호" userId="e0d603aa-548e-418b-a070-918475337925" providerId="ADAL" clId="{EDCDCF4F-54F9-4D68-A6FA-31D0F7A0F381}" dt="2023-10-30T10:08:53.757" v="335" actId="47"/>
        <pc:sldMkLst>
          <pc:docMk/>
          <pc:sldMk cId="4270986488" sldId="1157"/>
        </pc:sldMkLst>
      </pc:sldChg>
      <pc:sldChg chg="del">
        <pc:chgData name="김명호" userId="e0d603aa-548e-418b-a070-918475337925" providerId="ADAL" clId="{EDCDCF4F-54F9-4D68-A6FA-31D0F7A0F381}" dt="2023-10-30T10:08:53.809" v="336" actId="47"/>
        <pc:sldMkLst>
          <pc:docMk/>
          <pc:sldMk cId="1891453540" sldId="1160"/>
        </pc:sldMkLst>
      </pc:sldChg>
      <pc:sldChg chg="del">
        <pc:chgData name="김명호" userId="e0d603aa-548e-418b-a070-918475337925" providerId="ADAL" clId="{EDCDCF4F-54F9-4D68-A6FA-31D0F7A0F381}" dt="2023-10-30T10:08:53.862" v="337" actId="47"/>
        <pc:sldMkLst>
          <pc:docMk/>
          <pc:sldMk cId="1781071530" sldId="1162"/>
        </pc:sldMkLst>
      </pc:sldChg>
      <pc:sldChg chg="del">
        <pc:chgData name="김명호" userId="e0d603aa-548e-418b-a070-918475337925" providerId="ADAL" clId="{EDCDCF4F-54F9-4D68-A6FA-31D0F7A0F381}" dt="2023-10-30T10:08:53.902" v="338" actId="47"/>
        <pc:sldMkLst>
          <pc:docMk/>
          <pc:sldMk cId="2119426144" sldId="1164"/>
        </pc:sldMkLst>
      </pc:sldChg>
      <pc:sldChg chg="del">
        <pc:chgData name="김명호" userId="e0d603aa-548e-418b-a070-918475337925" providerId="ADAL" clId="{EDCDCF4F-54F9-4D68-A6FA-31D0F7A0F381}" dt="2023-10-30T10:08:53.952" v="339" actId="47"/>
        <pc:sldMkLst>
          <pc:docMk/>
          <pc:sldMk cId="757751180" sldId="1166"/>
        </pc:sldMkLst>
      </pc:sldChg>
      <pc:sldChg chg="del">
        <pc:chgData name="김명호" userId="e0d603aa-548e-418b-a070-918475337925" providerId="ADAL" clId="{EDCDCF4F-54F9-4D68-A6FA-31D0F7A0F381}" dt="2023-10-30T10:08:53.999" v="340" actId="47"/>
        <pc:sldMkLst>
          <pc:docMk/>
          <pc:sldMk cId="2662672518" sldId="1167"/>
        </pc:sldMkLst>
      </pc:sldChg>
      <pc:sldChg chg="del">
        <pc:chgData name="김명호" userId="e0d603aa-548e-418b-a070-918475337925" providerId="ADAL" clId="{EDCDCF4F-54F9-4D68-A6FA-31D0F7A0F381}" dt="2023-10-30T10:08:54.051" v="341" actId="47"/>
        <pc:sldMkLst>
          <pc:docMk/>
          <pc:sldMk cId="32048056" sldId="1169"/>
        </pc:sldMkLst>
      </pc:sldChg>
      <pc:sldChg chg="del">
        <pc:chgData name="김명호" userId="e0d603aa-548e-418b-a070-918475337925" providerId="ADAL" clId="{EDCDCF4F-54F9-4D68-A6FA-31D0F7A0F381}" dt="2023-10-30T10:08:54.105" v="342" actId="47"/>
        <pc:sldMkLst>
          <pc:docMk/>
          <pc:sldMk cId="533174973" sldId="1170"/>
        </pc:sldMkLst>
      </pc:sldChg>
      <pc:sldChg chg="del">
        <pc:chgData name="김명호" userId="e0d603aa-548e-418b-a070-918475337925" providerId="ADAL" clId="{EDCDCF4F-54F9-4D68-A6FA-31D0F7A0F381}" dt="2023-10-30T10:08:54.733" v="343" actId="47"/>
        <pc:sldMkLst>
          <pc:docMk/>
          <pc:sldMk cId="3657053107" sldId="1172"/>
        </pc:sldMkLst>
      </pc:sldChg>
      <pc:sldChg chg="del">
        <pc:chgData name="김명호" userId="e0d603aa-548e-418b-a070-918475337925" providerId="ADAL" clId="{EDCDCF4F-54F9-4D68-A6FA-31D0F7A0F381}" dt="2023-10-30T10:08:54.907" v="344" actId="47"/>
        <pc:sldMkLst>
          <pc:docMk/>
          <pc:sldMk cId="1520453298" sldId="1173"/>
        </pc:sldMkLst>
      </pc:sldChg>
      <pc:sldChg chg="del">
        <pc:chgData name="김명호" userId="e0d603aa-548e-418b-a070-918475337925" providerId="ADAL" clId="{EDCDCF4F-54F9-4D68-A6FA-31D0F7A0F381}" dt="2023-10-30T10:08:55.075" v="345" actId="47"/>
        <pc:sldMkLst>
          <pc:docMk/>
          <pc:sldMk cId="398178429" sldId="1174"/>
        </pc:sldMkLst>
      </pc:sldChg>
      <pc:sldChg chg="del">
        <pc:chgData name="김명호" userId="e0d603aa-548e-418b-a070-918475337925" providerId="ADAL" clId="{EDCDCF4F-54F9-4D68-A6FA-31D0F7A0F381}" dt="2023-10-30T10:08:55.494" v="347" actId="47"/>
        <pc:sldMkLst>
          <pc:docMk/>
          <pc:sldMk cId="3119948362" sldId="1175"/>
        </pc:sldMkLst>
      </pc:sldChg>
      <pc:sldChg chg="del">
        <pc:chgData name="김명호" userId="e0d603aa-548e-418b-a070-918475337925" providerId="ADAL" clId="{EDCDCF4F-54F9-4D68-A6FA-31D0F7A0F381}" dt="2023-10-30T10:08:45.437" v="235" actId="47"/>
        <pc:sldMkLst>
          <pc:docMk/>
          <pc:sldMk cId="1487641908" sldId="1176"/>
        </pc:sldMkLst>
      </pc:sldChg>
      <pc:sldChg chg="del">
        <pc:chgData name="김명호" userId="e0d603aa-548e-418b-a070-918475337925" providerId="ADAL" clId="{EDCDCF4F-54F9-4D68-A6FA-31D0F7A0F381}" dt="2023-10-30T10:08:47.010" v="243" actId="47"/>
        <pc:sldMkLst>
          <pc:docMk/>
          <pc:sldMk cId="4161560037" sldId="1177"/>
        </pc:sldMkLst>
      </pc:sldChg>
      <pc:sldChg chg="del">
        <pc:chgData name="김명호" userId="e0d603aa-548e-418b-a070-918475337925" providerId="ADAL" clId="{EDCDCF4F-54F9-4D68-A6FA-31D0F7A0F381}" dt="2023-10-30T10:08:46.916" v="241" actId="47"/>
        <pc:sldMkLst>
          <pc:docMk/>
          <pc:sldMk cId="1179632296" sldId="1178"/>
        </pc:sldMkLst>
      </pc:sldChg>
      <pc:sldChg chg="del">
        <pc:chgData name="김명호" userId="e0d603aa-548e-418b-a070-918475337925" providerId="ADAL" clId="{EDCDCF4F-54F9-4D68-A6FA-31D0F7A0F381}" dt="2023-10-30T10:08:45.846" v="236" actId="47"/>
        <pc:sldMkLst>
          <pc:docMk/>
          <pc:sldMk cId="4068891760" sldId="1179"/>
        </pc:sldMkLst>
      </pc:sldChg>
      <pc:sldChg chg="del">
        <pc:chgData name="김명호" userId="e0d603aa-548e-418b-a070-918475337925" providerId="ADAL" clId="{EDCDCF4F-54F9-4D68-A6FA-31D0F7A0F381}" dt="2023-10-30T10:08:46.586" v="239" actId="47"/>
        <pc:sldMkLst>
          <pc:docMk/>
          <pc:sldMk cId="4096287963" sldId="1180"/>
        </pc:sldMkLst>
      </pc:sldChg>
      <pc:sldChg chg="del">
        <pc:chgData name="김명호" userId="e0d603aa-548e-418b-a070-918475337925" providerId="ADAL" clId="{EDCDCF4F-54F9-4D68-A6FA-31D0F7A0F381}" dt="2023-10-30T10:08:46.847" v="240" actId="47"/>
        <pc:sldMkLst>
          <pc:docMk/>
          <pc:sldMk cId="122310330" sldId="1181"/>
        </pc:sldMkLst>
      </pc:sldChg>
      <pc:sldChg chg="del">
        <pc:chgData name="김명호" userId="e0d603aa-548e-418b-a070-918475337925" providerId="ADAL" clId="{EDCDCF4F-54F9-4D68-A6FA-31D0F7A0F381}" dt="2023-10-30T10:08:46.421" v="238" actId="47"/>
        <pc:sldMkLst>
          <pc:docMk/>
          <pc:sldMk cId="1972890853" sldId="1182"/>
        </pc:sldMkLst>
      </pc:sldChg>
      <pc:sldChg chg="del">
        <pc:chgData name="김명호" userId="e0d603aa-548e-418b-a070-918475337925" providerId="ADAL" clId="{EDCDCF4F-54F9-4D68-A6FA-31D0F7A0F381}" dt="2023-10-30T10:08:46.047" v="237" actId="47"/>
        <pc:sldMkLst>
          <pc:docMk/>
          <pc:sldMk cId="4074949468" sldId="1183"/>
        </pc:sldMkLst>
      </pc:sldChg>
      <pc:sldChg chg="del">
        <pc:chgData name="김명호" userId="e0d603aa-548e-418b-a070-918475337925" providerId="ADAL" clId="{EDCDCF4F-54F9-4D68-A6FA-31D0F7A0F381}" dt="2023-10-30T10:08:46.964" v="242" actId="47"/>
        <pc:sldMkLst>
          <pc:docMk/>
          <pc:sldMk cId="300186909" sldId="1184"/>
        </pc:sldMkLst>
      </pc:sldChg>
      <pc:sldChg chg="del">
        <pc:chgData name="김명호" userId="e0d603aa-548e-418b-a070-918475337925" providerId="ADAL" clId="{EDCDCF4F-54F9-4D68-A6FA-31D0F7A0F381}" dt="2023-10-30T10:08:47.058" v="244" actId="47"/>
        <pc:sldMkLst>
          <pc:docMk/>
          <pc:sldMk cId="751343494" sldId="1185"/>
        </pc:sldMkLst>
      </pc:sldChg>
      <pc:sldChg chg="del">
        <pc:chgData name="김명호" userId="e0d603aa-548e-418b-a070-918475337925" providerId="ADAL" clId="{EDCDCF4F-54F9-4D68-A6FA-31D0F7A0F381}" dt="2023-10-30T10:08:48.506" v="271" actId="47"/>
        <pc:sldMkLst>
          <pc:docMk/>
          <pc:sldMk cId="1239789670" sldId="1186"/>
        </pc:sldMkLst>
      </pc:sldChg>
      <pc:sldChg chg="del">
        <pc:chgData name="김명호" userId="e0d603aa-548e-418b-a070-918475337925" providerId="ADAL" clId="{EDCDCF4F-54F9-4D68-A6FA-31D0F7A0F381}" dt="2023-10-30T10:08:48.556" v="272" actId="47"/>
        <pc:sldMkLst>
          <pc:docMk/>
          <pc:sldMk cId="245378461" sldId="1187"/>
        </pc:sldMkLst>
      </pc:sldChg>
      <pc:sldChg chg="del">
        <pc:chgData name="김명호" userId="e0d603aa-548e-418b-a070-918475337925" providerId="ADAL" clId="{EDCDCF4F-54F9-4D68-A6FA-31D0F7A0F381}" dt="2023-10-30T10:08:45.230" v="234" actId="47"/>
        <pc:sldMkLst>
          <pc:docMk/>
          <pc:sldMk cId="2231798850" sldId="1188"/>
        </pc:sldMkLst>
      </pc:sldChg>
      <pc:sldChg chg="del">
        <pc:chgData name="김명호" userId="e0d603aa-548e-418b-a070-918475337925" providerId="ADAL" clId="{EDCDCF4F-54F9-4D68-A6FA-31D0F7A0F381}" dt="2023-10-30T10:08:55.618" v="348" actId="47"/>
        <pc:sldMkLst>
          <pc:docMk/>
          <pc:sldMk cId="312591085" sldId="1189"/>
        </pc:sldMkLst>
      </pc:sldChg>
      <pc:sldChg chg="del">
        <pc:chgData name="김명호" userId="e0d603aa-548e-418b-a070-918475337925" providerId="ADAL" clId="{EDCDCF4F-54F9-4D68-A6FA-31D0F7A0F381}" dt="2023-10-30T10:08:55.727" v="349" actId="47"/>
        <pc:sldMkLst>
          <pc:docMk/>
          <pc:sldMk cId="1696748411" sldId="1190"/>
        </pc:sldMkLst>
      </pc:sldChg>
      <pc:sldChg chg="del">
        <pc:chgData name="김명호" userId="e0d603aa-548e-418b-a070-918475337925" providerId="ADAL" clId="{EDCDCF4F-54F9-4D68-A6FA-31D0F7A0F381}" dt="2023-10-30T10:08:56.895" v="351" actId="47"/>
        <pc:sldMkLst>
          <pc:docMk/>
          <pc:sldMk cId="3928681946" sldId="1191"/>
        </pc:sldMkLst>
      </pc:sldChg>
      <pc:sldChg chg="del">
        <pc:chgData name="김명호" userId="e0d603aa-548e-418b-a070-918475337925" providerId="ADAL" clId="{EDCDCF4F-54F9-4D68-A6FA-31D0F7A0F381}" dt="2023-10-30T10:08:56.960" v="352" actId="47"/>
        <pc:sldMkLst>
          <pc:docMk/>
          <pc:sldMk cId="486394068" sldId="1192"/>
        </pc:sldMkLst>
      </pc:sldChg>
      <pc:sldChg chg="del">
        <pc:chgData name="김명호" userId="e0d603aa-548e-418b-a070-918475337925" providerId="ADAL" clId="{EDCDCF4F-54F9-4D68-A6FA-31D0F7A0F381}" dt="2023-10-30T10:08:57.021" v="353" actId="47"/>
        <pc:sldMkLst>
          <pc:docMk/>
          <pc:sldMk cId="2791645169" sldId="1193"/>
        </pc:sldMkLst>
      </pc:sldChg>
      <pc:sldChg chg="del">
        <pc:chgData name="김명호" userId="e0d603aa-548e-418b-a070-918475337925" providerId="ADAL" clId="{EDCDCF4F-54F9-4D68-A6FA-31D0F7A0F381}" dt="2023-10-30T10:08:57.086" v="354" actId="47"/>
        <pc:sldMkLst>
          <pc:docMk/>
          <pc:sldMk cId="3155236758" sldId="1194"/>
        </pc:sldMkLst>
      </pc:sldChg>
      <pc:sldChg chg="del">
        <pc:chgData name="김명호" userId="e0d603aa-548e-418b-a070-918475337925" providerId="ADAL" clId="{EDCDCF4F-54F9-4D68-A6FA-31D0F7A0F381}" dt="2023-10-30T10:08:57.142" v="355" actId="47"/>
        <pc:sldMkLst>
          <pc:docMk/>
          <pc:sldMk cId="1141357868" sldId="1195"/>
        </pc:sldMkLst>
      </pc:sldChg>
      <pc:sldChg chg="del">
        <pc:chgData name="김명호" userId="e0d603aa-548e-418b-a070-918475337925" providerId="ADAL" clId="{EDCDCF4F-54F9-4D68-A6FA-31D0F7A0F381}" dt="2023-10-30T10:08:57.208" v="356" actId="47"/>
        <pc:sldMkLst>
          <pc:docMk/>
          <pc:sldMk cId="3686340170" sldId="1196"/>
        </pc:sldMkLst>
      </pc:sldChg>
      <pc:sldChg chg="del">
        <pc:chgData name="김명호" userId="e0d603aa-548e-418b-a070-918475337925" providerId="ADAL" clId="{EDCDCF4F-54F9-4D68-A6FA-31D0F7A0F381}" dt="2023-10-30T10:08:57.272" v="357" actId="47"/>
        <pc:sldMkLst>
          <pc:docMk/>
          <pc:sldMk cId="3104916877" sldId="1197"/>
        </pc:sldMkLst>
      </pc:sldChg>
      <pc:sldChg chg="del">
        <pc:chgData name="김명호" userId="e0d603aa-548e-418b-a070-918475337925" providerId="ADAL" clId="{EDCDCF4F-54F9-4D68-A6FA-31D0F7A0F381}" dt="2023-10-30T10:08:57.876" v="358" actId="47"/>
        <pc:sldMkLst>
          <pc:docMk/>
          <pc:sldMk cId="2208764183" sldId="1198"/>
        </pc:sldMkLst>
      </pc:sldChg>
      <pc:sldChg chg="del">
        <pc:chgData name="김명호" userId="e0d603aa-548e-418b-a070-918475337925" providerId="ADAL" clId="{EDCDCF4F-54F9-4D68-A6FA-31D0F7A0F381}" dt="2023-10-30T10:08:58.191" v="360" actId="47"/>
        <pc:sldMkLst>
          <pc:docMk/>
          <pc:sldMk cId="525485834" sldId="1199"/>
        </pc:sldMkLst>
      </pc:sldChg>
      <pc:sldChg chg="del">
        <pc:chgData name="김명호" userId="e0d603aa-548e-418b-a070-918475337925" providerId="ADAL" clId="{EDCDCF4F-54F9-4D68-A6FA-31D0F7A0F381}" dt="2023-10-30T10:08:58.143" v="359" actId="47"/>
        <pc:sldMkLst>
          <pc:docMk/>
          <pc:sldMk cId="2623743297" sldId="1200"/>
        </pc:sldMkLst>
      </pc:sldChg>
      <pc:sldChg chg="del">
        <pc:chgData name="김명호" userId="e0d603aa-548e-418b-a070-918475337925" providerId="ADAL" clId="{EDCDCF4F-54F9-4D68-A6FA-31D0F7A0F381}" dt="2023-10-30T10:08:58.238" v="361" actId="47"/>
        <pc:sldMkLst>
          <pc:docMk/>
          <pc:sldMk cId="3519454422" sldId="1201"/>
        </pc:sldMkLst>
      </pc:sldChg>
      <pc:sldChg chg="del">
        <pc:chgData name="김명호" userId="e0d603aa-548e-418b-a070-918475337925" providerId="ADAL" clId="{EDCDCF4F-54F9-4D68-A6FA-31D0F7A0F381}" dt="2023-10-30T10:08:58.291" v="362" actId="47"/>
        <pc:sldMkLst>
          <pc:docMk/>
          <pc:sldMk cId="4167480621" sldId="1202"/>
        </pc:sldMkLst>
      </pc:sldChg>
      <pc:sldChg chg="del">
        <pc:chgData name="김명호" userId="e0d603aa-548e-418b-a070-918475337925" providerId="ADAL" clId="{EDCDCF4F-54F9-4D68-A6FA-31D0F7A0F381}" dt="2023-10-30T10:08:58.340" v="363" actId="47"/>
        <pc:sldMkLst>
          <pc:docMk/>
          <pc:sldMk cId="2746945390" sldId="1203"/>
        </pc:sldMkLst>
      </pc:sldChg>
      <pc:sldChg chg="del">
        <pc:chgData name="김명호" userId="e0d603aa-548e-418b-a070-918475337925" providerId="ADAL" clId="{EDCDCF4F-54F9-4D68-A6FA-31D0F7A0F381}" dt="2023-10-30T10:08:56.638" v="350" actId="47"/>
        <pc:sldMkLst>
          <pc:docMk/>
          <pc:sldMk cId="1214191695" sldId="1204"/>
        </pc:sldMkLst>
      </pc:sldChg>
      <pc:sldChg chg="del">
        <pc:chgData name="김명호" userId="e0d603aa-548e-418b-a070-918475337925" providerId="ADAL" clId="{EDCDCF4F-54F9-4D68-A6FA-31D0F7A0F381}" dt="2023-10-30T10:08:58.983" v="364" actId="47"/>
        <pc:sldMkLst>
          <pc:docMk/>
          <pc:sldMk cId="961694256" sldId="1205"/>
        </pc:sldMkLst>
      </pc:sldChg>
      <pc:sldChg chg="del">
        <pc:chgData name="김명호" userId="e0d603aa-548e-418b-a070-918475337925" providerId="ADAL" clId="{EDCDCF4F-54F9-4D68-A6FA-31D0F7A0F381}" dt="2023-10-30T10:08:59.230" v="365" actId="47"/>
        <pc:sldMkLst>
          <pc:docMk/>
          <pc:sldMk cId="1334758684" sldId="1206"/>
        </pc:sldMkLst>
      </pc:sldChg>
      <pc:sldChg chg="del">
        <pc:chgData name="김명호" userId="e0d603aa-548e-418b-a070-918475337925" providerId="ADAL" clId="{EDCDCF4F-54F9-4D68-A6FA-31D0F7A0F381}" dt="2023-10-30T10:08:59.357" v="368" actId="47"/>
        <pc:sldMkLst>
          <pc:docMk/>
          <pc:sldMk cId="3956060797" sldId="1207"/>
        </pc:sldMkLst>
      </pc:sldChg>
      <pc:sldChg chg="del">
        <pc:chgData name="김명호" userId="e0d603aa-548e-418b-a070-918475337925" providerId="ADAL" clId="{EDCDCF4F-54F9-4D68-A6FA-31D0F7A0F381}" dt="2023-10-30T10:08:59.313" v="367" actId="47"/>
        <pc:sldMkLst>
          <pc:docMk/>
          <pc:sldMk cId="2393158706" sldId="1208"/>
        </pc:sldMkLst>
      </pc:sldChg>
      <pc:sldChg chg="del">
        <pc:chgData name="김명호" userId="e0d603aa-548e-418b-a070-918475337925" providerId="ADAL" clId="{EDCDCF4F-54F9-4D68-A6FA-31D0F7A0F381}" dt="2023-10-30T10:08:59.399" v="369" actId="47"/>
        <pc:sldMkLst>
          <pc:docMk/>
          <pc:sldMk cId="2737632750" sldId="1209"/>
        </pc:sldMkLst>
      </pc:sldChg>
      <pc:sldChg chg="del">
        <pc:chgData name="김명호" userId="e0d603aa-548e-418b-a070-918475337925" providerId="ADAL" clId="{EDCDCF4F-54F9-4D68-A6FA-31D0F7A0F381}" dt="2023-10-30T10:09:00.028" v="370" actId="47"/>
        <pc:sldMkLst>
          <pc:docMk/>
          <pc:sldMk cId="1353469379" sldId="1210"/>
        </pc:sldMkLst>
      </pc:sldChg>
      <pc:sldChg chg="del">
        <pc:chgData name="김명호" userId="e0d603aa-548e-418b-a070-918475337925" providerId="ADAL" clId="{EDCDCF4F-54F9-4D68-A6FA-31D0F7A0F381}" dt="2023-10-30T10:08:59.271" v="366" actId="47"/>
        <pc:sldMkLst>
          <pc:docMk/>
          <pc:sldMk cId="249514258" sldId="1211"/>
        </pc:sldMkLst>
      </pc:sldChg>
      <pc:sldChg chg="del">
        <pc:chgData name="김명호" userId="e0d603aa-548e-418b-a070-918475337925" providerId="ADAL" clId="{EDCDCF4F-54F9-4D68-A6FA-31D0F7A0F381}" dt="2023-10-30T10:09:00.195" v="371" actId="47"/>
        <pc:sldMkLst>
          <pc:docMk/>
          <pc:sldMk cId="4179414439" sldId="1212"/>
        </pc:sldMkLst>
      </pc:sldChg>
      <pc:sldChg chg="del">
        <pc:chgData name="김명호" userId="e0d603aa-548e-418b-a070-918475337925" providerId="ADAL" clId="{EDCDCF4F-54F9-4D68-A6FA-31D0F7A0F381}" dt="2023-10-30T10:09:00.812" v="372" actId="47"/>
        <pc:sldMkLst>
          <pc:docMk/>
          <pc:sldMk cId="2275319169" sldId="1213"/>
        </pc:sldMkLst>
      </pc:sldChg>
      <pc:sldChg chg="addSp delSp modSp add mod">
        <pc:chgData name="김명호" userId="e0d603aa-548e-418b-a070-918475337925" providerId="ADAL" clId="{EDCDCF4F-54F9-4D68-A6FA-31D0F7A0F381}" dt="2023-10-30T10:20:23.237" v="587" actId="20577"/>
        <pc:sldMkLst>
          <pc:docMk/>
          <pc:sldMk cId="3137720663" sldId="1214"/>
        </pc:sldMkLst>
        <pc:spChg chg="mod">
          <ac:chgData name="김명호" userId="e0d603aa-548e-418b-a070-918475337925" providerId="ADAL" clId="{EDCDCF4F-54F9-4D68-A6FA-31D0F7A0F381}" dt="2023-10-30T10:18:30.477" v="399" actId="14100"/>
          <ac:spMkLst>
            <pc:docMk/>
            <pc:sldMk cId="3137720663" sldId="1214"/>
            <ac:spMk id="6" creationId="{3FE12E65-DEF0-6E44-1ECC-436D7D88C3EB}"/>
          </ac:spMkLst>
        </pc:spChg>
        <pc:spChg chg="mod">
          <ac:chgData name="김명호" userId="e0d603aa-548e-418b-a070-918475337925" providerId="ADAL" clId="{EDCDCF4F-54F9-4D68-A6FA-31D0F7A0F381}" dt="2023-10-30T10:20:23.237" v="587" actId="20577"/>
          <ac:spMkLst>
            <pc:docMk/>
            <pc:sldMk cId="3137720663" sldId="1214"/>
            <ac:spMk id="7" creationId="{0C81DD60-D84B-4D3C-8F3E-7D0E22E11300}"/>
          </ac:spMkLst>
        </pc:spChg>
        <pc:graphicFrameChg chg="mod">
          <ac:chgData name="김명호" userId="e0d603aa-548e-418b-a070-918475337925" providerId="ADAL" clId="{EDCDCF4F-54F9-4D68-A6FA-31D0F7A0F381}" dt="2023-10-30T10:19:19.339" v="402"/>
          <ac:graphicFrameMkLst>
            <pc:docMk/>
            <pc:sldMk cId="3137720663" sldId="1214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DCDCF4F-54F9-4D68-A6FA-31D0F7A0F381}" dt="2023-10-30T10:18:16.866" v="395" actId="167"/>
          <ac:picMkLst>
            <pc:docMk/>
            <pc:sldMk cId="3137720663" sldId="1214"/>
            <ac:picMk id="5" creationId="{9E2674F9-0D4D-72FC-E542-C79363D6125B}"/>
          </ac:picMkLst>
        </pc:picChg>
        <pc:picChg chg="add del">
          <ac:chgData name="김명호" userId="e0d603aa-548e-418b-a070-918475337925" providerId="ADAL" clId="{EDCDCF4F-54F9-4D68-A6FA-31D0F7A0F381}" dt="2023-10-30T10:17:54.876" v="388" actId="478"/>
          <ac:picMkLst>
            <pc:docMk/>
            <pc:sldMk cId="3137720663" sldId="1214"/>
            <ac:picMk id="10" creationId="{A5255EF2-2C29-113C-0D9B-77D57AEC1F6E}"/>
          </ac:picMkLst>
        </pc:picChg>
        <pc:cxnChg chg="mod">
          <ac:chgData name="김명호" userId="e0d603aa-548e-418b-a070-918475337925" providerId="ADAL" clId="{EDCDCF4F-54F9-4D68-A6FA-31D0F7A0F381}" dt="2023-10-30T10:18:32.540" v="400" actId="1076"/>
          <ac:cxnSpMkLst>
            <pc:docMk/>
            <pc:sldMk cId="3137720663" sldId="1214"/>
            <ac:cxnSpMk id="8" creationId="{C9D4C90C-E161-237D-F44A-67E89D7016A9}"/>
          </ac:cxnSpMkLst>
        </pc:cxnChg>
      </pc:sldChg>
      <pc:sldChg chg="add del">
        <pc:chgData name="김명호" userId="e0d603aa-548e-418b-a070-918475337925" providerId="ADAL" clId="{EDCDCF4F-54F9-4D68-A6FA-31D0F7A0F381}" dt="2023-10-30T10:17:08.658" v="375" actId="2696"/>
        <pc:sldMkLst>
          <pc:docMk/>
          <pc:sldMk cId="4249879355" sldId="1214"/>
        </pc:sldMkLst>
      </pc:sldChg>
      <pc:sldChg chg="modSp add mod">
        <pc:chgData name="김명호" userId="e0d603aa-548e-418b-a070-918475337925" providerId="ADAL" clId="{EDCDCF4F-54F9-4D68-A6FA-31D0F7A0F381}" dt="2023-10-30T11:25:46.793" v="4374" actId="20577"/>
        <pc:sldMkLst>
          <pc:docMk/>
          <pc:sldMk cId="3664927640" sldId="1215"/>
        </pc:sldMkLst>
        <pc:spChg chg="mod">
          <ac:chgData name="김명호" userId="e0d603aa-548e-418b-a070-918475337925" providerId="ADAL" clId="{EDCDCF4F-54F9-4D68-A6FA-31D0F7A0F381}" dt="2023-10-30T10:20:43.300" v="590" actId="14100"/>
          <ac:spMkLst>
            <pc:docMk/>
            <pc:sldMk cId="3664927640" sldId="1215"/>
            <ac:spMk id="6" creationId="{3FE12E65-DEF0-6E44-1ECC-436D7D88C3EB}"/>
          </ac:spMkLst>
        </pc:spChg>
        <pc:spChg chg="mod">
          <ac:chgData name="김명호" userId="e0d603aa-548e-418b-a070-918475337925" providerId="ADAL" clId="{EDCDCF4F-54F9-4D68-A6FA-31D0F7A0F381}" dt="2023-10-30T11:25:46.793" v="4374" actId="20577"/>
          <ac:spMkLst>
            <pc:docMk/>
            <pc:sldMk cId="3664927640" sldId="1215"/>
            <ac:spMk id="7" creationId="{0C81DD60-D84B-4D3C-8F3E-7D0E22E11300}"/>
          </ac:spMkLst>
        </pc:spChg>
        <pc:graphicFrameChg chg="mod modGraphic">
          <ac:chgData name="김명호" userId="e0d603aa-548e-418b-a070-918475337925" providerId="ADAL" clId="{EDCDCF4F-54F9-4D68-A6FA-31D0F7A0F381}" dt="2023-10-30T10:38:45.667" v="1628" actId="20577"/>
          <ac:graphicFrameMkLst>
            <pc:docMk/>
            <pc:sldMk cId="3664927640" sldId="1215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DCDCF4F-54F9-4D68-A6FA-31D0F7A0F381}" dt="2023-10-30T10:20:39.878" v="589" actId="1076"/>
          <ac:cxnSpMkLst>
            <pc:docMk/>
            <pc:sldMk cId="3664927640" sldId="1215"/>
            <ac:cxnSpMk id="8" creationId="{C9D4C90C-E161-237D-F44A-67E89D7016A9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0:38:40.707" v="1627" actId="20577"/>
        <pc:sldMkLst>
          <pc:docMk/>
          <pc:sldMk cId="664458459" sldId="1216"/>
        </pc:sldMkLst>
        <pc:spChg chg="mod">
          <ac:chgData name="김명호" userId="e0d603aa-548e-418b-a070-918475337925" providerId="ADAL" clId="{EDCDCF4F-54F9-4D68-A6FA-31D0F7A0F381}" dt="2023-10-30T10:23:08.563" v="783" actId="14100"/>
          <ac:spMkLst>
            <pc:docMk/>
            <pc:sldMk cId="664458459" sldId="1216"/>
            <ac:spMk id="6" creationId="{3FE12E65-DEF0-6E44-1ECC-436D7D88C3EB}"/>
          </ac:spMkLst>
        </pc:spChg>
        <pc:spChg chg="mod">
          <ac:chgData name="김명호" userId="e0d603aa-548e-418b-a070-918475337925" providerId="ADAL" clId="{EDCDCF4F-54F9-4D68-A6FA-31D0F7A0F381}" dt="2023-10-30T10:23:27.524" v="912" actId="20577"/>
          <ac:spMkLst>
            <pc:docMk/>
            <pc:sldMk cId="664458459" sldId="1216"/>
            <ac:spMk id="7" creationId="{0C81DD60-D84B-4D3C-8F3E-7D0E22E11300}"/>
          </ac:spMkLst>
        </pc:spChg>
        <pc:graphicFrameChg chg="mod modGraphic">
          <ac:chgData name="김명호" userId="e0d603aa-548e-418b-a070-918475337925" providerId="ADAL" clId="{EDCDCF4F-54F9-4D68-A6FA-31D0F7A0F381}" dt="2023-10-30T10:38:40.707" v="1627" actId="20577"/>
          <ac:graphicFrameMkLst>
            <pc:docMk/>
            <pc:sldMk cId="664458459" sldId="1216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DCDCF4F-54F9-4D68-A6FA-31D0F7A0F381}" dt="2023-10-30T10:22:30.804" v="774" actId="478"/>
          <ac:picMkLst>
            <pc:docMk/>
            <pc:sldMk cId="664458459" sldId="1216"/>
            <ac:picMk id="5" creationId="{9E2674F9-0D4D-72FC-E542-C79363D6125B}"/>
          </ac:picMkLst>
        </pc:picChg>
        <pc:picChg chg="add mod ord modCrop">
          <ac:chgData name="김명호" userId="e0d603aa-548e-418b-a070-918475337925" providerId="ADAL" clId="{EDCDCF4F-54F9-4D68-A6FA-31D0F7A0F381}" dt="2023-10-30T10:22:58.686" v="781" actId="167"/>
          <ac:picMkLst>
            <pc:docMk/>
            <pc:sldMk cId="664458459" sldId="1216"/>
            <ac:picMk id="9" creationId="{917BE813-828B-726C-28BC-EAF3C76C4890}"/>
          </ac:picMkLst>
        </pc:picChg>
        <pc:cxnChg chg="mod">
          <ac:chgData name="김명호" userId="e0d603aa-548e-418b-a070-918475337925" providerId="ADAL" clId="{EDCDCF4F-54F9-4D68-A6FA-31D0F7A0F381}" dt="2023-10-30T10:23:10.770" v="784" actId="1076"/>
          <ac:cxnSpMkLst>
            <pc:docMk/>
            <pc:sldMk cId="664458459" sldId="1216"/>
            <ac:cxnSpMk id="8" creationId="{C9D4C90C-E161-237D-F44A-67E89D7016A9}"/>
          </ac:cxnSpMkLst>
        </pc:cxnChg>
      </pc:sldChg>
      <pc:sldChg chg="addSp delSp modSp add mod ord">
        <pc:chgData name="김명호" userId="e0d603aa-548e-418b-a070-918475337925" providerId="ADAL" clId="{EDCDCF4F-54F9-4D68-A6FA-31D0F7A0F381}" dt="2023-10-30T10:38:34.229" v="1626" actId="20578"/>
        <pc:sldMkLst>
          <pc:docMk/>
          <pc:sldMk cId="1831111503" sldId="1217"/>
        </pc:sldMkLst>
        <pc:spChg chg="mod">
          <ac:chgData name="김명호" userId="e0d603aa-548e-418b-a070-918475337925" providerId="ADAL" clId="{EDCDCF4F-54F9-4D68-A6FA-31D0F7A0F381}" dt="2023-10-30T10:34:16.142" v="1344" actId="14100"/>
          <ac:spMkLst>
            <pc:docMk/>
            <pc:sldMk cId="1831111503" sldId="1217"/>
            <ac:spMk id="6" creationId="{3FE12E65-DEF0-6E44-1ECC-436D7D88C3EB}"/>
          </ac:spMkLst>
        </pc:spChg>
        <pc:spChg chg="mod">
          <ac:chgData name="김명호" userId="e0d603aa-548e-418b-a070-918475337925" providerId="ADAL" clId="{EDCDCF4F-54F9-4D68-A6FA-31D0F7A0F381}" dt="2023-10-30T10:35:49.007" v="1625" actId="20577"/>
          <ac:spMkLst>
            <pc:docMk/>
            <pc:sldMk cId="1831111503" sldId="1217"/>
            <ac:spMk id="7" creationId="{0C81DD60-D84B-4D3C-8F3E-7D0E22E11300}"/>
          </ac:spMkLst>
        </pc:spChg>
        <pc:graphicFrameChg chg="mod modGraphic">
          <ac:chgData name="김명호" userId="e0d603aa-548e-418b-a070-918475337925" providerId="ADAL" clId="{EDCDCF4F-54F9-4D68-A6FA-31D0F7A0F381}" dt="2023-10-30T10:32:56.265" v="1263"/>
          <ac:graphicFrameMkLst>
            <pc:docMk/>
            <pc:sldMk cId="1831111503" sldId="1217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DCDCF4F-54F9-4D68-A6FA-31D0F7A0F381}" dt="2023-10-30T10:28:54.760" v="1063" actId="478"/>
          <ac:picMkLst>
            <pc:docMk/>
            <pc:sldMk cId="1831111503" sldId="1217"/>
            <ac:picMk id="5" creationId="{9E2674F9-0D4D-72FC-E542-C79363D6125B}"/>
          </ac:picMkLst>
        </pc:picChg>
        <pc:picChg chg="add del mod ord modCrop">
          <ac:chgData name="김명호" userId="e0d603aa-548e-418b-a070-918475337925" providerId="ADAL" clId="{EDCDCF4F-54F9-4D68-A6FA-31D0F7A0F381}" dt="2023-10-30T10:33:42.006" v="1331" actId="478"/>
          <ac:picMkLst>
            <pc:docMk/>
            <pc:sldMk cId="1831111503" sldId="1217"/>
            <ac:picMk id="9" creationId="{58203C3C-7E42-9D36-2D4E-7DADA235FBC9}"/>
          </ac:picMkLst>
        </pc:picChg>
        <pc:picChg chg="add mod ord modCrop">
          <ac:chgData name="김명호" userId="e0d603aa-548e-418b-a070-918475337925" providerId="ADAL" clId="{EDCDCF4F-54F9-4D68-A6FA-31D0F7A0F381}" dt="2023-10-30T10:33:54.327" v="1336" actId="1076"/>
          <ac:picMkLst>
            <pc:docMk/>
            <pc:sldMk cId="1831111503" sldId="1217"/>
            <ac:picMk id="11" creationId="{85625B2B-B232-D517-1F9E-1358D808F9DE}"/>
          </ac:picMkLst>
        </pc:picChg>
        <pc:cxnChg chg="mod">
          <ac:chgData name="김명호" userId="e0d603aa-548e-418b-a070-918475337925" providerId="ADAL" clId="{EDCDCF4F-54F9-4D68-A6FA-31D0F7A0F381}" dt="2023-10-30T10:34:02.390" v="1338" actId="1076"/>
          <ac:cxnSpMkLst>
            <pc:docMk/>
            <pc:sldMk cId="1831111503" sldId="1217"/>
            <ac:cxnSpMk id="8" creationId="{C9D4C90C-E161-237D-F44A-67E89D7016A9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0:39:53.652" v="1769" actId="20577"/>
        <pc:sldMkLst>
          <pc:docMk/>
          <pc:sldMk cId="3572897638" sldId="1218"/>
        </pc:sldMkLst>
        <pc:spChg chg="mod">
          <ac:chgData name="김명호" userId="e0d603aa-548e-418b-a070-918475337925" providerId="ADAL" clId="{EDCDCF4F-54F9-4D68-A6FA-31D0F7A0F381}" dt="2023-10-30T10:39:25.994" v="1656" actId="14100"/>
          <ac:spMkLst>
            <pc:docMk/>
            <pc:sldMk cId="3572897638" sldId="1218"/>
            <ac:spMk id="6" creationId="{3FE12E65-DEF0-6E44-1ECC-436D7D88C3EB}"/>
          </ac:spMkLst>
        </pc:spChg>
        <pc:spChg chg="mod">
          <ac:chgData name="김명호" userId="e0d603aa-548e-418b-a070-918475337925" providerId="ADAL" clId="{EDCDCF4F-54F9-4D68-A6FA-31D0F7A0F381}" dt="2023-10-30T10:39:53.652" v="1769" actId="20577"/>
          <ac:spMkLst>
            <pc:docMk/>
            <pc:sldMk cId="3572897638" sldId="1218"/>
            <ac:spMk id="7" creationId="{0C81DD60-D84B-4D3C-8F3E-7D0E22E11300}"/>
          </ac:spMkLst>
        </pc:spChg>
        <pc:graphicFrameChg chg="mod modGraphic">
          <ac:chgData name="김명호" userId="e0d603aa-548e-418b-a070-918475337925" providerId="ADAL" clId="{EDCDCF4F-54F9-4D68-A6FA-31D0F7A0F381}" dt="2023-10-30T10:38:56.806" v="1646"/>
          <ac:graphicFrameMkLst>
            <pc:docMk/>
            <pc:sldMk cId="3572897638" sldId="1218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DCDCF4F-54F9-4D68-A6FA-31D0F7A0F381}" dt="2023-10-30T10:39:19.550" v="1654" actId="167"/>
          <ac:picMkLst>
            <pc:docMk/>
            <pc:sldMk cId="3572897638" sldId="1218"/>
            <ac:picMk id="5" creationId="{B74C2465-2A00-49B9-2958-A7E05904274B}"/>
          </ac:picMkLst>
        </pc:picChg>
        <pc:picChg chg="del">
          <ac:chgData name="김명호" userId="e0d603aa-548e-418b-a070-918475337925" providerId="ADAL" clId="{EDCDCF4F-54F9-4D68-A6FA-31D0F7A0F381}" dt="2023-10-30T10:38:56.955" v="1647" actId="478"/>
          <ac:picMkLst>
            <pc:docMk/>
            <pc:sldMk cId="3572897638" sldId="1218"/>
            <ac:picMk id="11" creationId="{85625B2B-B232-D517-1F9E-1358D808F9DE}"/>
          </ac:picMkLst>
        </pc:picChg>
        <pc:cxnChg chg="mod">
          <ac:chgData name="김명호" userId="e0d603aa-548e-418b-a070-918475337925" providerId="ADAL" clId="{EDCDCF4F-54F9-4D68-A6FA-31D0F7A0F381}" dt="2023-10-30T10:39:23.139" v="1655" actId="1076"/>
          <ac:cxnSpMkLst>
            <pc:docMk/>
            <pc:sldMk cId="3572897638" sldId="1218"/>
            <ac:cxnSpMk id="8" creationId="{C9D4C90C-E161-237D-F44A-67E89D7016A9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0:49:52.466" v="2294" actId="20577"/>
        <pc:sldMkLst>
          <pc:docMk/>
          <pc:sldMk cId="1550920389" sldId="1219"/>
        </pc:sldMkLst>
        <pc:spChg chg="mod">
          <ac:chgData name="김명호" userId="e0d603aa-548e-418b-a070-918475337925" providerId="ADAL" clId="{EDCDCF4F-54F9-4D68-A6FA-31D0F7A0F381}" dt="2023-10-30T10:45:09.807" v="2278" actId="14100"/>
          <ac:spMkLst>
            <pc:docMk/>
            <pc:sldMk cId="1550920389" sldId="1219"/>
            <ac:spMk id="6" creationId="{3FE12E65-DEF0-6E44-1ECC-436D7D88C3EB}"/>
          </ac:spMkLst>
        </pc:spChg>
        <pc:spChg chg="mod">
          <ac:chgData name="김명호" userId="e0d603aa-548e-418b-a070-918475337925" providerId="ADAL" clId="{EDCDCF4F-54F9-4D68-A6FA-31D0F7A0F381}" dt="2023-10-30T10:49:52.466" v="2294" actId="20577"/>
          <ac:spMkLst>
            <pc:docMk/>
            <pc:sldMk cId="1550920389" sldId="1219"/>
            <ac:spMk id="7" creationId="{0C81DD60-D84B-4D3C-8F3E-7D0E22E11300}"/>
          </ac:spMkLst>
        </pc:spChg>
        <pc:graphicFrameChg chg="mod modGraphic">
          <ac:chgData name="김명호" userId="e0d603aa-548e-418b-a070-918475337925" providerId="ADAL" clId="{EDCDCF4F-54F9-4D68-A6FA-31D0F7A0F381}" dt="2023-10-30T10:45:32.926" v="2288"/>
          <ac:graphicFrameMkLst>
            <pc:docMk/>
            <pc:sldMk cId="1550920389" sldId="1219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DCDCF4F-54F9-4D68-A6FA-31D0F7A0F381}" dt="2023-10-30T10:40:32.203" v="1785" actId="1076"/>
          <ac:picMkLst>
            <pc:docMk/>
            <pc:sldMk cId="1550920389" sldId="1219"/>
            <ac:picMk id="5" creationId="{0F58D939-BD12-5C90-4C16-E215AEACBD7B}"/>
          </ac:picMkLst>
        </pc:picChg>
        <pc:picChg chg="del">
          <ac:chgData name="김명호" userId="e0d603aa-548e-418b-a070-918475337925" providerId="ADAL" clId="{EDCDCF4F-54F9-4D68-A6FA-31D0F7A0F381}" dt="2023-10-30T10:40:23.490" v="1781" actId="478"/>
          <ac:picMkLst>
            <pc:docMk/>
            <pc:sldMk cId="1550920389" sldId="1219"/>
            <ac:picMk id="11" creationId="{85625B2B-B232-D517-1F9E-1358D808F9DE}"/>
          </ac:picMkLst>
        </pc:picChg>
        <pc:cxnChg chg="mod">
          <ac:chgData name="김명호" userId="e0d603aa-548e-418b-a070-918475337925" providerId="ADAL" clId="{EDCDCF4F-54F9-4D68-A6FA-31D0F7A0F381}" dt="2023-10-30T10:45:12.641" v="2279" actId="1076"/>
          <ac:cxnSpMkLst>
            <pc:docMk/>
            <pc:sldMk cId="1550920389" sldId="1219"/>
            <ac:cxnSpMk id="8" creationId="{C9D4C90C-E161-237D-F44A-67E89D7016A9}"/>
          </ac:cxnSpMkLst>
        </pc:cxnChg>
      </pc:sldChg>
      <pc:sldChg chg="modSp add mod">
        <pc:chgData name="김명호" userId="e0d603aa-548e-418b-a070-918475337925" providerId="ADAL" clId="{EDCDCF4F-54F9-4D68-A6FA-31D0F7A0F381}" dt="2023-10-30T10:47:22.227" v="2293"/>
        <pc:sldMkLst>
          <pc:docMk/>
          <pc:sldMk cId="1608992509" sldId="1220"/>
        </pc:sldMkLst>
        <pc:spChg chg="mod">
          <ac:chgData name="김명호" userId="e0d603aa-548e-418b-a070-918475337925" providerId="ADAL" clId="{EDCDCF4F-54F9-4D68-A6FA-31D0F7A0F381}" dt="2023-10-30T10:46:27.011" v="2290" actId="13926"/>
          <ac:spMkLst>
            <pc:docMk/>
            <pc:sldMk cId="1608992509" sldId="1220"/>
            <ac:spMk id="7" creationId="{0C81DD60-D84B-4D3C-8F3E-7D0E22E11300}"/>
          </ac:spMkLst>
        </pc:spChg>
        <pc:graphicFrameChg chg="mod">
          <ac:chgData name="김명호" userId="e0d603aa-548e-418b-a070-918475337925" providerId="ADAL" clId="{EDCDCF4F-54F9-4D68-A6FA-31D0F7A0F381}" dt="2023-10-30T10:47:22.227" v="2293"/>
          <ac:graphicFrameMkLst>
            <pc:docMk/>
            <pc:sldMk cId="1608992509" sldId="1220"/>
            <ac:graphicFrameMk id="3" creationId="{EB5E6BEF-7528-22F3-81D3-C88DBE43847E}"/>
          </ac:graphicFrameMkLst>
        </pc:graphicFrameChg>
      </pc:sldChg>
      <pc:sldChg chg="addSp delSp modSp add mod">
        <pc:chgData name="김명호" userId="e0d603aa-548e-418b-a070-918475337925" providerId="ADAL" clId="{EDCDCF4F-54F9-4D68-A6FA-31D0F7A0F381}" dt="2023-10-30T11:01:10.424" v="2747"/>
        <pc:sldMkLst>
          <pc:docMk/>
          <pc:sldMk cId="2851509905" sldId="1221"/>
        </pc:sldMkLst>
        <pc:spChg chg="mod">
          <ac:chgData name="김명호" userId="e0d603aa-548e-418b-a070-918475337925" providerId="ADAL" clId="{EDCDCF4F-54F9-4D68-A6FA-31D0F7A0F381}" dt="2023-10-30T10:54:14.317" v="2307" actId="14100"/>
          <ac:spMkLst>
            <pc:docMk/>
            <pc:sldMk cId="2851509905" sldId="1221"/>
            <ac:spMk id="6" creationId="{3FE12E65-DEF0-6E44-1ECC-436D7D88C3EB}"/>
          </ac:spMkLst>
        </pc:spChg>
        <pc:spChg chg="mod">
          <ac:chgData name="김명호" userId="e0d603aa-548e-418b-a070-918475337925" providerId="ADAL" clId="{EDCDCF4F-54F9-4D68-A6FA-31D0F7A0F381}" dt="2023-10-30T10:55:45.616" v="2656" actId="20577"/>
          <ac:spMkLst>
            <pc:docMk/>
            <pc:sldMk cId="2851509905" sldId="1221"/>
            <ac:spMk id="7" creationId="{0C81DD60-D84B-4D3C-8F3E-7D0E22E11300}"/>
          </ac:spMkLst>
        </pc:spChg>
        <pc:graphicFrameChg chg="mod">
          <ac:chgData name="김명호" userId="e0d603aa-548e-418b-a070-918475337925" providerId="ADAL" clId="{EDCDCF4F-54F9-4D68-A6FA-31D0F7A0F381}" dt="2023-10-30T11:01:10.424" v="2747"/>
          <ac:graphicFrameMkLst>
            <pc:docMk/>
            <pc:sldMk cId="2851509905" sldId="1221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DCDCF4F-54F9-4D68-A6FA-31D0F7A0F381}" dt="2023-10-30T10:53:54.700" v="2302" actId="478"/>
          <ac:picMkLst>
            <pc:docMk/>
            <pc:sldMk cId="2851509905" sldId="1221"/>
            <ac:picMk id="5" creationId="{0F58D939-BD12-5C90-4C16-E215AEACBD7B}"/>
          </ac:picMkLst>
        </pc:picChg>
        <pc:picChg chg="add mod ord modCrop">
          <ac:chgData name="김명호" userId="e0d603aa-548e-418b-a070-918475337925" providerId="ADAL" clId="{EDCDCF4F-54F9-4D68-A6FA-31D0F7A0F381}" dt="2023-10-30T10:54:05.700" v="2305" actId="167"/>
          <ac:picMkLst>
            <pc:docMk/>
            <pc:sldMk cId="2851509905" sldId="1221"/>
            <ac:picMk id="9" creationId="{8689E5DB-D23D-68D3-77F1-A107F48CC392}"/>
          </ac:picMkLst>
        </pc:picChg>
        <pc:cxnChg chg="mod">
          <ac:chgData name="김명호" userId="e0d603aa-548e-418b-a070-918475337925" providerId="ADAL" clId="{EDCDCF4F-54F9-4D68-A6FA-31D0F7A0F381}" dt="2023-10-30T10:54:20.476" v="2310" actId="1076"/>
          <ac:cxnSpMkLst>
            <pc:docMk/>
            <pc:sldMk cId="2851509905" sldId="1221"/>
            <ac:cxnSpMk id="8" creationId="{C9D4C90C-E161-237D-F44A-67E89D7016A9}"/>
          </ac:cxnSpMkLst>
        </pc:cxnChg>
      </pc:sldChg>
      <pc:sldChg chg="addSp modSp add mod ord">
        <pc:chgData name="김명호" userId="e0d603aa-548e-418b-a070-918475337925" providerId="ADAL" clId="{EDCDCF4F-54F9-4D68-A6FA-31D0F7A0F381}" dt="2023-10-30T11:00:50.940" v="2743"/>
        <pc:sldMkLst>
          <pc:docMk/>
          <pc:sldMk cId="2630208926" sldId="1222"/>
        </pc:sldMkLst>
        <pc:spChg chg="add mod">
          <ac:chgData name="김명호" userId="e0d603aa-548e-418b-a070-918475337925" providerId="ADAL" clId="{EDCDCF4F-54F9-4D68-A6FA-31D0F7A0F381}" dt="2023-10-30T10:59:42.218" v="2729" actId="14100"/>
          <ac:spMkLst>
            <pc:docMk/>
            <pc:sldMk cId="2630208926" sldId="1222"/>
            <ac:spMk id="4" creationId="{52C056DA-20E6-EAF8-9936-6DBE139EAA64}"/>
          </ac:spMkLst>
        </pc:spChg>
        <pc:spChg chg="mod">
          <ac:chgData name="김명호" userId="e0d603aa-548e-418b-a070-918475337925" providerId="ADAL" clId="{EDCDCF4F-54F9-4D68-A6FA-31D0F7A0F381}" dt="2023-10-30T10:56:03.534" v="2658" actId="14100"/>
          <ac:spMkLst>
            <pc:docMk/>
            <pc:sldMk cId="2630208926" sldId="1222"/>
            <ac:spMk id="6" creationId="{3FE12E65-DEF0-6E44-1ECC-436D7D88C3EB}"/>
          </ac:spMkLst>
        </pc:spChg>
        <pc:spChg chg="mod">
          <ac:chgData name="김명호" userId="e0d603aa-548e-418b-a070-918475337925" providerId="ADAL" clId="{EDCDCF4F-54F9-4D68-A6FA-31D0F7A0F381}" dt="2023-10-30T10:59:54.796" v="2741"/>
          <ac:spMkLst>
            <pc:docMk/>
            <pc:sldMk cId="2630208926" sldId="1222"/>
            <ac:spMk id="7" creationId="{0C81DD60-D84B-4D3C-8F3E-7D0E22E11300}"/>
          </ac:spMkLst>
        </pc:spChg>
        <pc:cxnChg chg="add mod">
          <ac:chgData name="김명호" userId="e0d603aa-548e-418b-a070-918475337925" providerId="ADAL" clId="{EDCDCF4F-54F9-4D68-A6FA-31D0F7A0F381}" dt="2023-10-30T10:59:46.330" v="2731" actId="1076"/>
          <ac:cxnSpMkLst>
            <pc:docMk/>
            <pc:sldMk cId="2630208926" sldId="1222"/>
            <ac:cxnSpMk id="5" creationId="{790EE594-23BC-0B56-54E2-156A7E4BB153}"/>
          </ac:cxnSpMkLst>
        </pc:cxnChg>
        <pc:cxnChg chg="mod">
          <ac:chgData name="김명호" userId="e0d603aa-548e-418b-a070-918475337925" providerId="ADAL" clId="{EDCDCF4F-54F9-4D68-A6FA-31D0F7A0F381}" dt="2023-10-30T10:56:07.523" v="2659" actId="1076"/>
          <ac:cxnSpMkLst>
            <pc:docMk/>
            <pc:sldMk cId="2630208926" sldId="1222"/>
            <ac:cxnSpMk id="8" creationId="{C9D4C90C-E161-237D-F44A-67E89D7016A9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1:12:41.246" v="3575"/>
        <pc:sldMkLst>
          <pc:docMk/>
          <pc:sldMk cId="3490138818" sldId="1223"/>
        </pc:sldMkLst>
        <pc:spChg chg="del">
          <ac:chgData name="김명호" userId="e0d603aa-548e-418b-a070-918475337925" providerId="ADAL" clId="{EDCDCF4F-54F9-4D68-A6FA-31D0F7A0F381}" dt="2023-10-30T11:01:17.707" v="2749" actId="478"/>
          <ac:spMkLst>
            <pc:docMk/>
            <pc:sldMk cId="3490138818" sldId="1223"/>
            <ac:spMk id="4" creationId="{52C056DA-20E6-EAF8-9936-6DBE139EAA64}"/>
          </ac:spMkLst>
        </pc:spChg>
        <pc:spChg chg="del">
          <ac:chgData name="김명호" userId="e0d603aa-548e-418b-a070-918475337925" providerId="ADAL" clId="{EDCDCF4F-54F9-4D68-A6FA-31D0F7A0F381}" dt="2023-10-30T11:01:25.257" v="2751" actId="478"/>
          <ac:spMkLst>
            <pc:docMk/>
            <pc:sldMk cId="3490138818" sldId="1223"/>
            <ac:spMk id="6" creationId="{3FE12E65-DEF0-6E44-1ECC-436D7D88C3EB}"/>
          </ac:spMkLst>
        </pc:spChg>
        <pc:spChg chg="mod">
          <ac:chgData name="김명호" userId="e0d603aa-548e-418b-a070-918475337925" providerId="ADAL" clId="{EDCDCF4F-54F9-4D68-A6FA-31D0F7A0F381}" dt="2023-10-30T11:01:59.392" v="2962" actId="20577"/>
          <ac:spMkLst>
            <pc:docMk/>
            <pc:sldMk cId="3490138818" sldId="1223"/>
            <ac:spMk id="7" creationId="{0C81DD60-D84B-4D3C-8F3E-7D0E22E11300}"/>
          </ac:spMkLst>
        </pc:spChg>
        <pc:spChg chg="add mod">
          <ac:chgData name="김명호" userId="e0d603aa-548e-418b-a070-918475337925" providerId="ADAL" clId="{EDCDCF4F-54F9-4D68-A6FA-31D0F7A0F381}" dt="2023-10-30T11:01:23.072" v="2750" actId="571"/>
          <ac:spMkLst>
            <pc:docMk/>
            <pc:sldMk cId="3490138818" sldId="1223"/>
            <ac:spMk id="10" creationId="{71F0F5AC-CBD1-F5B8-6F6D-926297B74232}"/>
          </ac:spMkLst>
        </pc:spChg>
        <pc:graphicFrameChg chg="mod">
          <ac:chgData name="김명호" userId="e0d603aa-548e-418b-a070-918475337925" providerId="ADAL" clId="{EDCDCF4F-54F9-4D68-A6FA-31D0F7A0F381}" dt="2023-10-30T11:12:41.246" v="3575"/>
          <ac:graphicFrameMkLst>
            <pc:docMk/>
            <pc:sldMk cId="3490138818" sldId="1223"/>
            <ac:graphicFrameMk id="3" creationId="{EB5E6BEF-7528-22F3-81D3-C88DBE43847E}"/>
          </ac:graphicFrameMkLst>
        </pc:graphicFrameChg>
        <pc:cxnChg chg="del">
          <ac:chgData name="김명호" userId="e0d603aa-548e-418b-a070-918475337925" providerId="ADAL" clId="{EDCDCF4F-54F9-4D68-A6FA-31D0F7A0F381}" dt="2023-10-30T11:01:17.707" v="2749" actId="478"/>
          <ac:cxnSpMkLst>
            <pc:docMk/>
            <pc:sldMk cId="3490138818" sldId="1223"/>
            <ac:cxnSpMk id="5" creationId="{790EE594-23BC-0B56-54E2-156A7E4BB153}"/>
          </ac:cxnSpMkLst>
        </pc:cxnChg>
        <pc:cxnChg chg="del">
          <ac:chgData name="김명호" userId="e0d603aa-548e-418b-a070-918475337925" providerId="ADAL" clId="{EDCDCF4F-54F9-4D68-A6FA-31D0F7A0F381}" dt="2023-10-30T11:01:25.257" v="2751" actId="478"/>
          <ac:cxnSpMkLst>
            <pc:docMk/>
            <pc:sldMk cId="3490138818" sldId="1223"/>
            <ac:cxnSpMk id="8" creationId="{C9D4C90C-E161-237D-F44A-67E89D7016A9}"/>
          </ac:cxnSpMkLst>
        </pc:cxnChg>
        <pc:cxnChg chg="add mod">
          <ac:chgData name="김명호" userId="e0d603aa-548e-418b-a070-918475337925" providerId="ADAL" clId="{EDCDCF4F-54F9-4D68-A6FA-31D0F7A0F381}" dt="2023-10-30T11:01:23.072" v="2750" actId="571"/>
          <ac:cxnSpMkLst>
            <pc:docMk/>
            <pc:sldMk cId="3490138818" sldId="1223"/>
            <ac:cxnSpMk id="11" creationId="{14022BA8-B4B9-F9F3-3C17-A330AA62795E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1:12:48.950" v="3576"/>
        <pc:sldMkLst>
          <pc:docMk/>
          <pc:sldMk cId="2393904776" sldId="1224"/>
        </pc:sldMkLst>
        <pc:spChg chg="mod">
          <ac:chgData name="김명호" userId="e0d603aa-548e-418b-a070-918475337925" providerId="ADAL" clId="{EDCDCF4F-54F9-4D68-A6FA-31D0F7A0F381}" dt="2023-10-30T11:06:26.478" v="3311" actId="20577"/>
          <ac:spMkLst>
            <pc:docMk/>
            <pc:sldMk cId="2393904776" sldId="1224"/>
            <ac:spMk id="7" creationId="{0C81DD60-D84B-4D3C-8F3E-7D0E22E11300}"/>
          </ac:spMkLst>
        </pc:spChg>
        <pc:spChg chg="mod">
          <ac:chgData name="김명호" userId="e0d603aa-548e-418b-a070-918475337925" providerId="ADAL" clId="{EDCDCF4F-54F9-4D68-A6FA-31D0F7A0F381}" dt="2023-10-30T11:05:12.599" v="2977" actId="14100"/>
          <ac:spMkLst>
            <pc:docMk/>
            <pc:sldMk cId="2393904776" sldId="1224"/>
            <ac:spMk id="10" creationId="{71F0F5AC-CBD1-F5B8-6F6D-926297B74232}"/>
          </ac:spMkLst>
        </pc:spChg>
        <pc:graphicFrameChg chg="mod">
          <ac:chgData name="김명호" userId="e0d603aa-548e-418b-a070-918475337925" providerId="ADAL" clId="{EDCDCF4F-54F9-4D68-A6FA-31D0F7A0F381}" dt="2023-10-30T11:12:48.950" v="3576"/>
          <ac:graphicFrameMkLst>
            <pc:docMk/>
            <pc:sldMk cId="2393904776" sldId="1224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DCDCF4F-54F9-4D68-A6FA-31D0F7A0F381}" dt="2023-10-30T11:04:57.432" v="2974" actId="14100"/>
          <ac:picMkLst>
            <pc:docMk/>
            <pc:sldMk cId="2393904776" sldId="1224"/>
            <ac:picMk id="5" creationId="{A029657E-6EC3-DD79-AAC5-BA093B29C30F}"/>
          </ac:picMkLst>
        </pc:picChg>
        <pc:picChg chg="del">
          <ac:chgData name="김명호" userId="e0d603aa-548e-418b-a070-918475337925" providerId="ADAL" clId="{EDCDCF4F-54F9-4D68-A6FA-31D0F7A0F381}" dt="2023-10-30T11:04:24.921" v="2964" actId="478"/>
          <ac:picMkLst>
            <pc:docMk/>
            <pc:sldMk cId="2393904776" sldId="1224"/>
            <ac:picMk id="9" creationId="{8689E5DB-D23D-68D3-77F1-A107F48CC392}"/>
          </ac:picMkLst>
        </pc:picChg>
        <pc:cxnChg chg="mod">
          <ac:chgData name="김명호" userId="e0d603aa-548e-418b-a070-918475337925" providerId="ADAL" clId="{EDCDCF4F-54F9-4D68-A6FA-31D0F7A0F381}" dt="2023-10-30T11:05:14.871" v="2978" actId="1076"/>
          <ac:cxnSpMkLst>
            <pc:docMk/>
            <pc:sldMk cId="2393904776" sldId="1224"/>
            <ac:cxnSpMk id="11" creationId="{14022BA8-B4B9-F9F3-3C17-A330AA62795E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1:12:54.613" v="3577"/>
        <pc:sldMkLst>
          <pc:docMk/>
          <pc:sldMk cId="3848526728" sldId="1225"/>
        </pc:sldMkLst>
        <pc:spChg chg="mod">
          <ac:chgData name="김명호" userId="e0d603aa-548e-418b-a070-918475337925" providerId="ADAL" clId="{EDCDCF4F-54F9-4D68-A6FA-31D0F7A0F381}" dt="2023-10-30T11:09:06.316" v="3571" actId="20577"/>
          <ac:spMkLst>
            <pc:docMk/>
            <pc:sldMk cId="3848526728" sldId="1225"/>
            <ac:spMk id="7" creationId="{0C81DD60-D84B-4D3C-8F3E-7D0E22E11300}"/>
          </ac:spMkLst>
        </pc:spChg>
        <pc:spChg chg="mod">
          <ac:chgData name="김명호" userId="e0d603aa-548e-418b-a070-918475337925" providerId="ADAL" clId="{EDCDCF4F-54F9-4D68-A6FA-31D0F7A0F381}" dt="2023-10-30T11:08:14.910" v="3324" actId="14100"/>
          <ac:spMkLst>
            <pc:docMk/>
            <pc:sldMk cId="3848526728" sldId="1225"/>
            <ac:spMk id="10" creationId="{71F0F5AC-CBD1-F5B8-6F6D-926297B74232}"/>
          </ac:spMkLst>
        </pc:spChg>
        <pc:graphicFrameChg chg="mod">
          <ac:chgData name="김명호" userId="e0d603aa-548e-418b-a070-918475337925" providerId="ADAL" clId="{EDCDCF4F-54F9-4D68-A6FA-31D0F7A0F381}" dt="2023-10-30T11:12:54.613" v="3577"/>
          <ac:graphicFrameMkLst>
            <pc:docMk/>
            <pc:sldMk cId="3848526728" sldId="1225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DCDCF4F-54F9-4D68-A6FA-31D0F7A0F381}" dt="2023-10-30T11:07:52.597" v="3317" actId="478"/>
          <ac:picMkLst>
            <pc:docMk/>
            <pc:sldMk cId="3848526728" sldId="1225"/>
            <ac:picMk id="5" creationId="{A029657E-6EC3-DD79-AAC5-BA093B29C30F}"/>
          </ac:picMkLst>
        </pc:picChg>
        <pc:picChg chg="add mod ord modCrop">
          <ac:chgData name="김명호" userId="e0d603aa-548e-418b-a070-918475337925" providerId="ADAL" clId="{EDCDCF4F-54F9-4D68-A6FA-31D0F7A0F381}" dt="2023-10-30T11:08:03.312" v="3322" actId="167"/>
          <ac:picMkLst>
            <pc:docMk/>
            <pc:sldMk cId="3848526728" sldId="1225"/>
            <ac:picMk id="6" creationId="{05CF126D-72B1-AE48-215C-A7F1C17A63CA}"/>
          </ac:picMkLst>
        </pc:picChg>
        <pc:cxnChg chg="add mod">
          <ac:chgData name="김명호" userId="e0d603aa-548e-418b-a070-918475337925" providerId="ADAL" clId="{EDCDCF4F-54F9-4D68-A6FA-31D0F7A0F381}" dt="2023-10-30T11:08:24.839" v="3328" actId="1076"/>
          <ac:cxnSpMkLst>
            <pc:docMk/>
            <pc:sldMk cId="3848526728" sldId="1225"/>
            <ac:cxnSpMk id="8" creationId="{3EE34006-DB1F-BD87-847D-94ECF4C32EA5}"/>
          </ac:cxnSpMkLst>
        </pc:cxnChg>
        <pc:cxnChg chg="del mod">
          <ac:chgData name="김명호" userId="e0d603aa-548e-418b-a070-918475337925" providerId="ADAL" clId="{EDCDCF4F-54F9-4D68-A6FA-31D0F7A0F381}" dt="2023-10-30T11:08:18.167" v="3326" actId="478"/>
          <ac:cxnSpMkLst>
            <pc:docMk/>
            <pc:sldMk cId="3848526728" sldId="1225"/>
            <ac:cxnSpMk id="11" creationId="{14022BA8-B4B9-F9F3-3C17-A330AA62795E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1:44:07.838" v="5655" actId="20577"/>
        <pc:sldMkLst>
          <pc:docMk/>
          <pc:sldMk cId="4217213800" sldId="1226"/>
        </pc:sldMkLst>
        <pc:spChg chg="mod">
          <ac:chgData name="김명호" userId="e0d603aa-548e-418b-a070-918475337925" providerId="ADAL" clId="{EDCDCF4F-54F9-4D68-A6FA-31D0F7A0F381}" dt="2023-10-30T11:44:07.838" v="5655" actId="20577"/>
          <ac:spMkLst>
            <pc:docMk/>
            <pc:sldMk cId="4217213800" sldId="1226"/>
            <ac:spMk id="7" creationId="{0C81DD60-D84B-4D3C-8F3E-7D0E22E11300}"/>
          </ac:spMkLst>
        </pc:spChg>
        <pc:spChg chg="add del mod">
          <ac:chgData name="김명호" userId="e0d603aa-548e-418b-a070-918475337925" providerId="ADAL" clId="{EDCDCF4F-54F9-4D68-A6FA-31D0F7A0F381}" dt="2023-10-30T11:43:09.175" v="5382" actId="478"/>
          <ac:spMkLst>
            <pc:docMk/>
            <pc:sldMk cId="4217213800" sldId="1226"/>
            <ac:spMk id="9" creationId="{60D9B1F0-D3EA-1420-4A04-9AE26E158053}"/>
          </ac:spMkLst>
        </pc:spChg>
        <pc:spChg chg="mod">
          <ac:chgData name="김명호" userId="e0d603aa-548e-418b-a070-918475337925" providerId="ADAL" clId="{EDCDCF4F-54F9-4D68-A6FA-31D0F7A0F381}" dt="2023-10-30T11:43:12.335" v="5383" actId="14100"/>
          <ac:spMkLst>
            <pc:docMk/>
            <pc:sldMk cId="4217213800" sldId="1226"/>
            <ac:spMk id="10" creationId="{71F0F5AC-CBD1-F5B8-6F6D-926297B74232}"/>
          </ac:spMkLst>
        </pc:spChg>
        <pc:spChg chg="add del mod">
          <ac:chgData name="김명호" userId="e0d603aa-548e-418b-a070-918475337925" providerId="ADAL" clId="{EDCDCF4F-54F9-4D68-A6FA-31D0F7A0F381}" dt="2023-10-30T11:15:38.884" v="3663"/>
          <ac:spMkLst>
            <pc:docMk/>
            <pc:sldMk cId="4217213800" sldId="1226"/>
            <ac:spMk id="12" creationId="{7C72950B-B7F9-3351-AA0A-C44C3F1243AD}"/>
          </ac:spMkLst>
        </pc:spChg>
        <pc:graphicFrameChg chg="mod">
          <ac:chgData name="김명호" userId="e0d603aa-548e-418b-a070-918475337925" providerId="ADAL" clId="{EDCDCF4F-54F9-4D68-A6FA-31D0F7A0F381}" dt="2023-10-30T11:12:24.791" v="3574"/>
          <ac:graphicFrameMkLst>
            <pc:docMk/>
            <pc:sldMk cId="4217213800" sldId="1226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DCDCF4F-54F9-4D68-A6FA-31D0F7A0F381}" dt="2023-10-30T11:14:12.331" v="3586" actId="1076"/>
          <ac:picMkLst>
            <pc:docMk/>
            <pc:sldMk cId="4217213800" sldId="1226"/>
            <ac:picMk id="5" creationId="{CCFC3E29-1CC9-1E8B-9A9F-DEE1A4016E08}"/>
          </ac:picMkLst>
        </pc:picChg>
        <pc:picChg chg="del">
          <ac:chgData name="김명호" userId="e0d603aa-548e-418b-a070-918475337925" providerId="ADAL" clId="{EDCDCF4F-54F9-4D68-A6FA-31D0F7A0F381}" dt="2023-10-30T11:13:43.697" v="3578" actId="478"/>
          <ac:picMkLst>
            <pc:docMk/>
            <pc:sldMk cId="4217213800" sldId="1226"/>
            <ac:picMk id="6" creationId="{05CF126D-72B1-AE48-215C-A7F1C17A63CA}"/>
          </ac:picMkLst>
        </pc:picChg>
        <pc:cxnChg chg="mod">
          <ac:chgData name="김명호" userId="e0d603aa-548e-418b-a070-918475337925" providerId="ADAL" clId="{EDCDCF4F-54F9-4D68-A6FA-31D0F7A0F381}" dt="2023-10-30T11:43:14.814" v="5384" actId="1076"/>
          <ac:cxnSpMkLst>
            <pc:docMk/>
            <pc:sldMk cId="4217213800" sldId="1226"/>
            <ac:cxnSpMk id="8" creationId="{3EE34006-DB1F-BD87-847D-94ECF4C32EA5}"/>
          </ac:cxnSpMkLst>
        </pc:cxnChg>
        <pc:cxnChg chg="add del mod">
          <ac:chgData name="김명호" userId="e0d603aa-548e-418b-a070-918475337925" providerId="ADAL" clId="{EDCDCF4F-54F9-4D68-A6FA-31D0F7A0F381}" dt="2023-10-30T11:43:09.175" v="5382" actId="478"/>
          <ac:cxnSpMkLst>
            <pc:docMk/>
            <pc:sldMk cId="4217213800" sldId="1226"/>
            <ac:cxnSpMk id="11" creationId="{B1E688C0-401C-3DA0-B7E8-3FA4C4CA4203}"/>
          </ac:cxnSpMkLst>
        </pc:cxnChg>
        <pc:cxnChg chg="add del mod">
          <ac:chgData name="김명호" userId="e0d603aa-548e-418b-a070-918475337925" providerId="ADAL" clId="{EDCDCF4F-54F9-4D68-A6FA-31D0F7A0F381}" dt="2023-10-30T11:15:38.884" v="3663"/>
          <ac:cxnSpMkLst>
            <pc:docMk/>
            <pc:sldMk cId="4217213800" sldId="1226"/>
            <ac:cxnSpMk id="13" creationId="{0AA6062F-A1ED-C350-24BF-1F25778BD9CD}"/>
          </ac:cxnSpMkLst>
        </pc:cxnChg>
      </pc:sldChg>
      <pc:sldChg chg="addSp delSp modSp add mod modClrScheme chgLayout">
        <pc:chgData name="김명호" userId="e0d603aa-548e-418b-a070-918475337925" providerId="ADAL" clId="{EDCDCF4F-54F9-4D68-A6FA-31D0F7A0F381}" dt="2023-10-30T11:39:04.021" v="5254"/>
        <pc:sldMkLst>
          <pc:docMk/>
          <pc:sldMk cId="1116356520" sldId="1227"/>
        </pc:sldMkLst>
        <pc:spChg chg="mod ord">
          <ac:chgData name="김명호" userId="e0d603aa-548e-418b-a070-918475337925" providerId="ADAL" clId="{EDCDCF4F-54F9-4D68-A6FA-31D0F7A0F381}" dt="2023-10-30T11:16:06.846" v="3672" actId="700"/>
          <ac:spMkLst>
            <pc:docMk/>
            <pc:sldMk cId="1116356520" sldId="1227"/>
            <ac:spMk id="2" creationId="{DC8B0B2E-051C-4693-AC44-65BE8AE195C5}"/>
          </ac:spMkLst>
        </pc:spChg>
        <pc:spChg chg="mod ord">
          <ac:chgData name="김명호" userId="e0d603aa-548e-418b-a070-918475337925" providerId="ADAL" clId="{EDCDCF4F-54F9-4D68-A6FA-31D0F7A0F381}" dt="2023-10-30T11:18:34.564" v="4037" actId="20577"/>
          <ac:spMkLst>
            <pc:docMk/>
            <pc:sldMk cId="1116356520" sldId="1227"/>
            <ac:spMk id="7" creationId="{0C81DD60-D84B-4D3C-8F3E-7D0E22E11300}"/>
          </ac:spMkLst>
        </pc:spChg>
        <pc:spChg chg="mod">
          <ac:chgData name="김명호" userId="e0d603aa-548e-418b-a070-918475337925" providerId="ADAL" clId="{EDCDCF4F-54F9-4D68-A6FA-31D0F7A0F381}" dt="2023-10-30T11:16:32.171" v="3679" actId="1076"/>
          <ac:spMkLst>
            <pc:docMk/>
            <pc:sldMk cId="1116356520" sldId="1227"/>
            <ac:spMk id="9" creationId="{60D9B1F0-D3EA-1420-4A04-9AE26E158053}"/>
          </ac:spMkLst>
        </pc:spChg>
        <pc:spChg chg="del">
          <ac:chgData name="김명호" userId="e0d603aa-548e-418b-a070-918475337925" providerId="ADAL" clId="{EDCDCF4F-54F9-4D68-A6FA-31D0F7A0F381}" dt="2023-10-30T11:16:14.074" v="3673" actId="478"/>
          <ac:spMkLst>
            <pc:docMk/>
            <pc:sldMk cId="1116356520" sldId="1227"/>
            <ac:spMk id="10" creationId="{71F0F5AC-CBD1-F5B8-6F6D-926297B74232}"/>
          </ac:spMkLst>
        </pc:spChg>
        <pc:spChg chg="add mod">
          <ac:chgData name="김명호" userId="e0d603aa-548e-418b-a070-918475337925" providerId="ADAL" clId="{EDCDCF4F-54F9-4D68-A6FA-31D0F7A0F381}" dt="2023-10-30T11:17:21.754" v="3692" actId="14100"/>
          <ac:spMkLst>
            <pc:docMk/>
            <pc:sldMk cId="1116356520" sldId="1227"/>
            <ac:spMk id="12" creationId="{2324DFAF-8792-E6B4-09F9-8193C63EF37F}"/>
          </ac:spMkLst>
        </pc:spChg>
        <pc:graphicFrameChg chg="mod">
          <ac:chgData name="김명호" userId="e0d603aa-548e-418b-a070-918475337925" providerId="ADAL" clId="{EDCDCF4F-54F9-4D68-A6FA-31D0F7A0F381}" dt="2023-10-30T11:39:04.021" v="5254"/>
          <ac:graphicFrameMkLst>
            <pc:docMk/>
            <pc:sldMk cId="1116356520" sldId="1227"/>
            <ac:graphicFrameMk id="3" creationId="{EB5E6BEF-7528-22F3-81D3-C88DBE43847E}"/>
          </ac:graphicFrameMkLst>
        </pc:graphicFrameChg>
        <pc:picChg chg="mod">
          <ac:chgData name="김명호" userId="e0d603aa-548e-418b-a070-918475337925" providerId="ADAL" clId="{EDCDCF4F-54F9-4D68-A6FA-31D0F7A0F381}" dt="2023-10-30T11:16:32.171" v="3679" actId="1076"/>
          <ac:picMkLst>
            <pc:docMk/>
            <pc:sldMk cId="1116356520" sldId="1227"/>
            <ac:picMk id="5" creationId="{CCFC3E29-1CC9-1E8B-9A9F-DEE1A4016E08}"/>
          </ac:picMkLst>
        </pc:picChg>
        <pc:picChg chg="add mod modCrop">
          <ac:chgData name="김명호" userId="e0d603aa-548e-418b-a070-918475337925" providerId="ADAL" clId="{EDCDCF4F-54F9-4D68-A6FA-31D0F7A0F381}" dt="2023-10-30T11:16:57.428" v="3686" actId="108"/>
          <ac:picMkLst>
            <pc:docMk/>
            <pc:sldMk cId="1116356520" sldId="1227"/>
            <ac:picMk id="6" creationId="{EB964F41-9494-FC28-5E22-57B934861544}"/>
          </ac:picMkLst>
        </pc:picChg>
        <pc:cxnChg chg="del">
          <ac:chgData name="김명호" userId="e0d603aa-548e-418b-a070-918475337925" providerId="ADAL" clId="{EDCDCF4F-54F9-4D68-A6FA-31D0F7A0F381}" dt="2023-10-30T11:16:14.074" v="3673" actId="478"/>
          <ac:cxnSpMkLst>
            <pc:docMk/>
            <pc:sldMk cId="1116356520" sldId="1227"/>
            <ac:cxnSpMk id="8" creationId="{3EE34006-DB1F-BD87-847D-94ECF4C32EA5}"/>
          </ac:cxnSpMkLst>
        </pc:cxnChg>
        <pc:cxnChg chg="del mod">
          <ac:chgData name="김명호" userId="e0d603aa-548e-418b-a070-918475337925" providerId="ADAL" clId="{EDCDCF4F-54F9-4D68-A6FA-31D0F7A0F381}" dt="2023-10-30T11:17:10.988" v="3690" actId="478"/>
          <ac:cxnSpMkLst>
            <pc:docMk/>
            <pc:sldMk cId="1116356520" sldId="1227"/>
            <ac:cxnSpMk id="11" creationId="{B1E688C0-401C-3DA0-B7E8-3FA4C4CA4203}"/>
          </ac:cxnSpMkLst>
        </pc:cxnChg>
        <pc:cxnChg chg="add del mod">
          <ac:chgData name="김명호" userId="e0d603aa-548e-418b-a070-918475337925" providerId="ADAL" clId="{EDCDCF4F-54F9-4D68-A6FA-31D0F7A0F381}" dt="2023-10-30T11:17:09.905" v="3689" actId="478"/>
          <ac:cxnSpMkLst>
            <pc:docMk/>
            <pc:sldMk cId="1116356520" sldId="1227"/>
            <ac:cxnSpMk id="13" creationId="{4C5473BA-B772-A040-5496-AE94E0515481}"/>
          </ac:cxnSpMkLst>
        </pc:cxnChg>
        <pc:cxnChg chg="add mod">
          <ac:chgData name="김명호" userId="e0d603aa-548e-418b-a070-918475337925" providerId="ADAL" clId="{EDCDCF4F-54F9-4D68-A6FA-31D0F7A0F381}" dt="2023-10-30T11:17:35.773" v="3694" actId="1582"/>
          <ac:cxnSpMkLst>
            <pc:docMk/>
            <pc:sldMk cId="1116356520" sldId="1227"/>
            <ac:cxnSpMk id="15" creationId="{97AFA270-07B6-A2BC-6270-E91BFD2FF27A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1:22:28.826" v="4238"/>
        <pc:sldMkLst>
          <pc:docMk/>
          <pc:sldMk cId="2935446857" sldId="1228"/>
        </pc:sldMkLst>
        <pc:spChg chg="add mod">
          <ac:chgData name="김명호" userId="e0d603aa-548e-418b-a070-918475337925" providerId="ADAL" clId="{EDCDCF4F-54F9-4D68-A6FA-31D0F7A0F381}" dt="2023-10-30T11:21:23.911" v="4232" actId="1036"/>
          <ac:spMkLst>
            <pc:docMk/>
            <pc:sldMk cId="2935446857" sldId="1228"/>
            <ac:spMk id="6" creationId="{BD2C72E4-2621-29B3-A66C-30D269B432D0}"/>
          </ac:spMkLst>
        </pc:spChg>
        <pc:spChg chg="mod">
          <ac:chgData name="김명호" userId="e0d603aa-548e-418b-a070-918475337925" providerId="ADAL" clId="{EDCDCF4F-54F9-4D68-A6FA-31D0F7A0F381}" dt="2023-10-30T11:22:28.826" v="4238"/>
          <ac:spMkLst>
            <pc:docMk/>
            <pc:sldMk cId="2935446857" sldId="1228"/>
            <ac:spMk id="7" creationId="{0C81DD60-D84B-4D3C-8F3E-7D0E22E11300}"/>
          </ac:spMkLst>
        </pc:spChg>
        <pc:spChg chg="del">
          <ac:chgData name="김명호" userId="e0d603aa-548e-418b-a070-918475337925" providerId="ADAL" clId="{EDCDCF4F-54F9-4D68-A6FA-31D0F7A0F381}" dt="2023-10-30T11:19:27.939" v="4039" actId="478"/>
          <ac:spMkLst>
            <pc:docMk/>
            <pc:sldMk cId="2935446857" sldId="1228"/>
            <ac:spMk id="9" creationId="{60D9B1F0-D3EA-1420-4A04-9AE26E158053}"/>
          </ac:spMkLst>
        </pc:spChg>
        <pc:spChg chg="mod">
          <ac:chgData name="김명호" userId="e0d603aa-548e-418b-a070-918475337925" providerId="ADAL" clId="{EDCDCF4F-54F9-4D68-A6FA-31D0F7A0F381}" dt="2023-10-30T11:21:07.704" v="4215" actId="1076"/>
          <ac:spMkLst>
            <pc:docMk/>
            <pc:sldMk cId="2935446857" sldId="1228"/>
            <ac:spMk id="10" creationId="{71F0F5AC-CBD1-F5B8-6F6D-926297B74232}"/>
          </ac:spMkLst>
        </pc:spChg>
        <pc:spChg chg="add mod">
          <ac:chgData name="김명호" userId="e0d603aa-548e-418b-a070-918475337925" providerId="ADAL" clId="{EDCDCF4F-54F9-4D68-A6FA-31D0F7A0F381}" dt="2023-10-30T11:21:32.393" v="4236" actId="1076"/>
          <ac:spMkLst>
            <pc:docMk/>
            <pc:sldMk cId="2935446857" sldId="1228"/>
            <ac:spMk id="13" creationId="{DA1CC933-53CA-1D56-4B10-CA0D2801D68C}"/>
          </ac:spMkLst>
        </pc:spChg>
        <pc:graphicFrameChg chg="mod modGraphic">
          <ac:chgData name="김명호" userId="e0d603aa-548e-418b-a070-918475337925" providerId="ADAL" clId="{EDCDCF4F-54F9-4D68-A6FA-31D0F7A0F381}" dt="2023-10-30T11:20:21.450" v="4207" actId="20577"/>
          <ac:graphicFrameMkLst>
            <pc:docMk/>
            <pc:sldMk cId="2935446857" sldId="1228"/>
            <ac:graphicFrameMk id="3" creationId="{EB5E6BEF-7528-22F3-81D3-C88DBE43847E}"/>
          </ac:graphicFrameMkLst>
        </pc:graphicFrameChg>
        <pc:picChg chg="add mod ord">
          <ac:chgData name="김명호" userId="e0d603aa-548e-418b-a070-918475337925" providerId="ADAL" clId="{EDCDCF4F-54F9-4D68-A6FA-31D0F7A0F381}" dt="2023-10-30T11:21:03.184" v="4214" actId="1076"/>
          <ac:picMkLst>
            <pc:docMk/>
            <pc:sldMk cId="2935446857" sldId="1228"/>
            <ac:picMk id="4" creationId="{9BA0C973-4D9C-2C1D-54DF-5D80BF57C3B8}"/>
          </ac:picMkLst>
        </pc:picChg>
        <pc:picChg chg="del">
          <ac:chgData name="김명호" userId="e0d603aa-548e-418b-a070-918475337925" providerId="ADAL" clId="{EDCDCF4F-54F9-4D68-A6FA-31D0F7A0F381}" dt="2023-10-30T11:20:50.850" v="4208" actId="478"/>
          <ac:picMkLst>
            <pc:docMk/>
            <pc:sldMk cId="2935446857" sldId="1228"/>
            <ac:picMk id="5" creationId="{CCFC3E29-1CC9-1E8B-9A9F-DEE1A4016E08}"/>
          </ac:picMkLst>
        </pc:picChg>
        <pc:cxnChg chg="mod">
          <ac:chgData name="김명호" userId="e0d603aa-548e-418b-a070-918475337925" providerId="ADAL" clId="{EDCDCF4F-54F9-4D68-A6FA-31D0F7A0F381}" dt="2023-10-30T11:21:07.704" v="4215" actId="1076"/>
          <ac:cxnSpMkLst>
            <pc:docMk/>
            <pc:sldMk cId="2935446857" sldId="1228"/>
            <ac:cxnSpMk id="8" creationId="{3EE34006-DB1F-BD87-847D-94ECF4C32EA5}"/>
          </ac:cxnSpMkLst>
        </pc:cxnChg>
        <pc:cxnChg chg="del">
          <ac:chgData name="김명호" userId="e0d603aa-548e-418b-a070-918475337925" providerId="ADAL" clId="{EDCDCF4F-54F9-4D68-A6FA-31D0F7A0F381}" dt="2023-10-30T11:19:27.939" v="4039" actId="478"/>
          <ac:cxnSpMkLst>
            <pc:docMk/>
            <pc:sldMk cId="2935446857" sldId="1228"/>
            <ac:cxnSpMk id="11" creationId="{B1E688C0-401C-3DA0-B7E8-3FA4C4CA4203}"/>
          </ac:cxnSpMkLst>
        </pc:cxnChg>
        <pc:cxnChg chg="add mod">
          <ac:chgData name="김명호" userId="e0d603aa-548e-418b-a070-918475337925" providerId="ADAL" clId="{EDCDCF4F-54F9-4D68-A6FA-31D0F7A0F381}" dt="2023-10-30T11:21:26.690" v="4234" actId="1036"/>
          <ac:cxnSpMkLst>
            <pc:docMk/>
            <pc:sldMk cId="2935446857" sldId="1228"/>
            <ac:cxnSpMk id="12" creationId="{5FAF52B5-ADF5-D217-A345-9C152123426B}"/>
          </ac:cxnSpMkLst>
        </pc:cxnChg>
        <pc:cxnChg chg="add mod">
          <ac:chgData name="김명호" userId="e0d603aa-548e-418b-a070-918475337925" providerId="ADAL" clId="{EDCDCF4F-54F9-4D68-A6FA-31D0F7A0F381}" dt="2023-10-30T11:21:32.393" v="4236" actId="1076"/>
          <ac:cxnSpMkLst>
            <pc:docMk/>
            <pc:sldMk cId="2935446857" sldId="1228"/>
            <ac:cxnSpMk id="14" creationId="{8644D771-A4B1-D8A2-2D38-2E3BF7208B94}"/>
          </ac:cxnSpMkLst>
        </pc:cxnChg>
      </pc:sldChg>
      <pc:sldChg chg="modSp add mod">
        <pc:chgData name="김명호" userId="e0d603aa-548e-418b-a070-918475337925" providerId="ADAL" clId="{EDCDCF4F-54F9-4D68-A6FA-31D0F7A0F381}" dt="2023-10-30T11:26:02.266" v="4415"/>
        <pc:sldMkLst>
          <pc:docMk/>
          <pc:sldMk cId="200759230" sldId="1229"/>
        </pc:sldMkLst>
        <pc:spChg chg="mod">
          <ac:chgData name="김명호" userId="e0d603aa-548e-418b-a070-918475337925" providerId="ADAL" clId="{EDCDCF4F-54F9-4D68-A6FA-31D0F7A0F381}" dt="2023-10-30T11:23:40.879" v="4243" actId="14100"/>
          <ac:spMkLst>
            <pc:docMk/>
            <pc:sldMk cId="200759230" sldId="1229"/>
            <ac:spMk id="6" creationId="{3FE12E65-DEF0-6E44-1ECC-436D7D88C3EB}"/>
          </ac:spMkLst>
        </pc:spChg>
        <pc:spChg chg="mod">
          <ac:chgData name="김명호" userId="e0d603aa-548e-418b-a070-918475337925" providerId="ADAL" clId="{EDCDCF4F-54F9-4D68-A6FA-31D0F7A0F381}" dt="2023-10-30T11:26:02.266" v="4415"/>
          <ac:spMkLst>
            <pc:docMk/>
            <pc:sldMk cId="200759230" sldId="1229"/>
            <ac:spMk id="7" creationId="{0C81DD60-D84B-4D3C-8F3E-7D0E22E11300}"/>
          </ac:spMkLst>
        </pc:spChg>
        <pc:graphicFrameChg chg="mod">
          <ac:chgData name="김명호" userId="e0d603aa-548e-418b-a070-918475337925" providerId="ADAL" clId="{EDCDCF4F-54F9-4D68-A6FA-31D0F7A0F381}" dt="2023-10-30T11:22:44.562" v="4240"/>
          <ac:graphicFrameMkLst>
            <pc:docMk/>
            <pc:sldMk cId="200759230" sldId="1229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DCDCF4F-54F9-4D68-A6FA-31D0F7A0F381}" dt="2023-10-30T11:23:42.399" v="4244" actId="1076"/>
          <ac:cxnSpMkLst>
            <pc:docMk/>
            <pc:sldMk cId="200759230" sldId="1229"/>
            <ac:cxnSpMk id="8" creationId="{C9D4C90C-E161-237D-F44A-67E89D7016A9}"/>
          </ac:cxnSpMkLst>
        </pc:cxnChg>
      </pc:sldChg>
      <pc:sldChg chg="modSp add mod">
        <pc:chgData name="김명호" userId="e0d603aa-548e-418b-a070-918475337925" providerId="ADAL" clId="{EDCDCF4F-54F9-4D68-A6FA-31D0F7A0F381}" dt="2023-10-30T11:25:03.962" v="4371" actId="13926"/>
        <pc:sldMkLst>
          <pc:docMk/>
          <pc:sldMk cId="2122162360" sldId="1230"/>
        </pc:sldMkLst>
        <pc:spChg chg="mod">
          <ac:chgData name="김명호" userId="e0d603aa-548e-418b-a070-918475337925" providerId="ADAL" clId="{EDCDCF4F-54F9-4D68-A6FA-31D0F7A0F381}" dt="2023-10-30T11:24:28.248" v="4275" actId="1036"/>
          <ac:spMkLst>
            <pc:docMk/>
            <pc:sldMk cId="2122162360" sldId="1230"/>
            <ac:spMk id="6" creationId="{3FE12E65-DEF0-6E44-1ECC-436D7D88C3EB}"/>
          </ac:spMkLst>
        </pc:spChg>
        <pc:spChg chg="mod">
          <ac:chgData name="김명호" userId="e0d603aa-548e-418b-a070-918475337925" providerId="ADAL" clId="{EDCDCF4F-54F9-4D68-A6FA-31D0F7A0F381}" dt="2023-10-30T11:25:03.962" v="4371" actId="13926"/>
          <ac:spMkLst>
            <pc:docMk/>
            <pc:sldMk cId="2122162360" sldId="1230"/>
            <ac:spMk id="7" creationId="{0C81DD60-D84B-4D3C-8F3E-7D0E22E11300}"/>
          </ac:spMkLst>
        </pc:spChg>
        <pc:graphicFrameChg chg="mod">
          <ac:chgData name="김명호" userId="e0d603aa-548e-418b-a070-918475337925" providerId="ADAL" clId="{EDCDCF4F-54F9-4D68-A6FA-31D0F7A0F381}" dt="2023-10-30T11:24:07.378" v="4246"/>
          <ac:graphicFrameMkLst>
            <pc:docMk/>
            <pc:sldMk cId="2122162360" sldId="1230"/>
            <ac:graphicFrameMk id="3" creationId="{EB5E6BEF-7528-22F3-81D3-C88DBE43847E}"/>
          </ac:graphicFrameMkLst>
        </pc:graphicFrameChg>
        <pc:picChg chg="mod">
          <ac:chgData name="김명호" userId="e0d603aa-548e-418b-a070-918475337925" providerId="ADAL" clId="{EDCDCF4F-54F9-4D68-A6FA-31D0F7A0F381}" dt="2023-10-30T11:24:14.693" v="4249" actId="1076"/>
          <ac:picMkLst>
            <pc:docMk/>
            <pc:sldMk cId="2122162360" sldId="1230"/>
            <ac:picMk id="5" creationId="{B74C2465-2A00-49B9-2958-A7E05904274B}"/>
          </ac:picMkLst>
        </pc:picChg>
        <pc:cxnChg chg="mod">
          <ac:chgData name="김명호" userId="e0d603aa-548e-418b-a070-918475337925" providerId="ADAL" clId="{EDCDCF4F-54F9-4D68-A6FA-31D0F7A0F381}" dt="2023-10-30T11:24:20.798" v="4250" actId="1076"/>
          <ac:cxnSpMkLst>
            <pc:docMk/>
            <pc:sldMk cId="2122162360" sldId="1230"/>
            <ac:cxnSpMk id="8" creationId="{C9D4C90C-E161-237D-F44A-67E89D7016A9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1:30:24.327" v="4668" actId="6549"/>
        <pc:sldMkLst>
          <pc:docMk/>
          <pc:sldMk cId="3990734470" sldId="1231"/>
        </pc:sldMkLst>
        <pc:spChg chg="add del mod">
          <ac:chgData name="김명호" userId="e0d603aa-548e-418b-a070-918475337925" providerId="ADAL" clId="{EDCDCF4F-54F9-4D68-A6FA-31D0F7A0F381}" dt="2023-10-30T11:28:01.179" v="4449"/>
          <ac:spMkLst>
            <pc:docMk/>
            <pc:sldMk cId="3990734470" sldId="1231"/>
            <ac:spMk id="5" creationId="{CD27FF0F-05F8-F804-F60B-785BD7A6EC5D}"/>
          </ac:spMkLst>
        </pc:spChg>
        <pc:spChg chg="del">
          <ac:chgData name="김명호" userId="e0d603aa-548e-418b-a070-918475337925" providerId="ADAL" clId="{EDCDCF4F-54F9-4D68-A6FA-31D0F7A0F381}" dt="2023-10-30T11:27:21.959" v="4417" actId="478"/>
          <ac:spMkLst>
            <pc:docMk/>
            <pc:sldMk cId="3990734470" sldId="1231"/>
            <ac:spMk id="6" creationId="{BD2C72E4-2621-29B3-A66C-30D269B432D0}"/>
          </ac:spMkLst>
        </pc:spChg>
        <pc:spChg chg="mod">
          <ac:chgData name="김명호" userId="e0d603aa-548e-418b-a070-918475337925" providerId="ADAL" clId="{EDCDCF4F-54F9-4D68-A6FA-31D0F7A0F381}" dt="2023-10-30T11:30:24.327" v="4668" actId="6549"/>
          <ac:spMkLst>
            <pc:docMk/>
            <pc:sldMk cId="3990734470" sldId="1231"/>
            <ac:spMk id="7" creationId="{0C81DD60-D84B-4D3C-8F3E-7D0E22E11300}"/>
          </ac:spMkLst>
        </pc:spChg>
        <pc:spChg chg="del">
          <ac:chgData name="김명호" userId="e0d603aa-548e-418b-a070-918475337925" providerId="ADAL" clId="{EDCDCF4F-54F9-4D68-A6FA-31D0F7A0F381}" dt="2023-10-30T11:27:21.959" v="4417" actId="478"/>
          <ac:spMkLst>
            <pc:docMk/>
            <pc:sldMk cId="3990734470" sldId="1231"/>
            <ac:spMk id="10" creationId="{71F0F5AC-CBD1-F5B8-6F6D-926297B74232}"/>
          </ac:spMkLst>
        </pc:spChg>
        <pc:spChg chg="add mod">
          <ac:chgData name="김명호" userId="e0d603aa-548e-418b-a070-918475337925" providerId="ADAL" clId="{EDCDCF4F-54F9-4D68-A6FA-31D0F7A0F381}" dt="2023-10-30T11:28:20.037" v="4456" actId="14100"/>
          <ac:spMkLst>
            <pc:docMk/>
            <pc:sldMk cId="3990734470" sldId="1231"/>
            <ac:spMk id="11" creationId="{8C9D431F-6889-2EAF-1CD8-FAD2D41B357C}"/>
          </ac:spMkLst>
        </pc:spChg>
        <pc:spChg chg="mod">
          <ac:chgData name="김명호" userId="e0d603aa-548e-418b-a070-918475337925" providerId="ADAL" clId="{EDCDCF4F-54F9-4D68-A6FA-31D0F7A0F381}" dt="2023-10-30T11:28:08.301" v="4451" actId="14100"/>
          <ac:spMkLst>
            <pc:docMk/>
            <pc:sldMk cId="3990734470" sldId="1231"/>
            <ac:spMk id="13" creationId="{DA1CC933-53CA-1D56-4B10-CA0D2801D68C}"/>
          </ac:spMkLst>
        </pc:spChg>
        <pc:graphicFrameChg chg="mod">
          <ac:chgData name="김명호" userId="e0d603aa-548e-418b-a070-918475337925" providerId="ADAL" clId="{EDCDCF4F-54F9-4D68-A6FA-31D0F7A0F381}" dt="2023-10-30T11:27:37.296" v="4423"/>
          <ac:graphicFrameMkLst>
            <pc:docMk/>
            <pc:sldMk cId="3990734470" sldId="1231"/>
            <ac:graphicFrameMk id="3" creationId="{EB5E6BEF-7528-22F3-81D3-C88DBE43847E}"/>
          </ac:graphicFrameMkLst>
        </pc:graphicFrameChg>
        <pc:cxnChg chg="del">
          <ac:chgData name="김명호" userId="e0d603aa-548e-418b-a070-918475337925" providerId="ADAL" clId="{EDCDCF4F-54F9-4D68-A6FA-31D0F7A0F381}" dt="2023-10-30T11:27:21.959" v="4417" actId="478"/>
          <ac:cxnSpMkLst>
            <pc:docMk/>
            <pc:sldMk cId="3990734470" sldId="1231"/>
            <ac:cxnSpMk id="8" creationId="{3EE34006-DB1F-BD87-847D-94ECF4C32EA5}"/>
          </ac:cxnSpMkLst>
        </pc:cxnChg>
        <pc:cxnChg chg="add del mod">
          <ac:chgData name="김명호" userId="e0d603aa-548e-418b-a070-918475337925" providerId="ADAL" clId="{EDCDCF4F-54F9-4D68-A6FA-31D0F7A0F381}" dt="2023-10-30T11:28:01.179" v="4449"/>
          <ac:cxnSpMkLst>
            <pc:docMk/>
            <pc:sldMk cId="3990734470" sldId="1231"/>
            <ac:cxnSpMk id="9" creationId="{3A5050C8-F69B-F5E3-4023-8D2D3E98B022}"/>
          </ac:cxnSpMkLst>
        </pc:cxnChg>
        <pc:cxnChg chg="del">
          <ac:chgData name="김명호" userId="e0d603aa-548e-418b-a070-918475337925" providerId="ADAL" clId="{EDCDCF4F-54F9-4D68-A6FA-31D0F7A0F381}" dt="2023-10-30T11:27:21.959" v="4417" actId="478"/>
          <ac:cxnSpMkLst>
            <pc:docMk/>
            <pc:sldMk cId="3990734470" sldId="1231"/>
            <ac:cxnSpMk id="12" creationId="{5FAF52B5-ADF5-D217-A345-9C152123426B}"/>
          </ac:cxnSpMkLst>
        </pc:cxnChg>
        <pc:cxnChg chg="mod">
          <ac:chgData name="김명호" userId="e0d603aa-548e-418b-a070-918475337925" providerId="ADAL" clId="{EDCDCF4F-54F9-4D68-A6FA-31D0F7A0F381}" dt="2023-10-30T11:28:10.109" v="4452" actId="1076"/>
          <ac:cxnSpMkLst>
            <pc:docMk/>
            <pc:sldMk cId="3990734470" sldId="1231"/>
            <ac:cxnSpMk id="14" creationId="{8644D771-A4B1-D8A2-2D38-2E3BF7208B94}"/>
          </ac:cxnSpMkLst>
        </pc:cxnChg>
        <pc:cxnChg chg="add mod">
          <ac:chgData name="김명호" userId="e0d603aa-548e-418b-a070-918475337925" providerId="ADAL" clId="{EDCDCF4F-54F9-4D68-A6FA-31D0F7A0F381}" dt="2023-10-30T11:28:21.437" v="4457" actId="1076"/>
          <ac:cxnSpMkLst>
            <pc:docMk/>
            <pc:sldMk cId="3990734470" sldId="1231"/>
            <ac:cxnSpMk id="15" creationId="{DE09E8EC-9FC6-E4E0-4065-54F6E78185DC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1:33:02.674" v="5006" actId="20577"/>
        <pc:sldMkLst>
          <pc:docMk/>
          <pc:sldMk cId="2697912037" sldId="1232"/>
        </pc:sldMkLst>
        <pc:spChg chg="mod">
          <ac:chgData name="김명호" userId="e0d603aa-548e-418b-a070-918475337925" providerId="ADAL" clId="{EDCDCF4F-54F9-4D68-A6FA-31D0F7A0F381}" dt="2023-10-30T11:33:02.674" v="5006" actId="20577"/>
          <ac:spMkLst>
            <pc:docMk/>
            <pc:sldMk cId="2697912037" sldId="1232"/>
            <ac:spMk id="7" creationId="{0C81DD60-D84B-4D3C-8F3E-7D0E22E11300}"/>
          </ac:spMkLst>
        </pc:spChg>
        <pc:spChg chg="del">
          <ac:chgData name="김명호" userId="e0d603aa-548e-418b-a070-918475337925" providerId="ADAL" clId="{EDCDCF4F-54F9-4D68-A6FA-31D0F7A0F381}" dt="2023-10-30T11:30:34.090" v="4670" actId="478"/>
          <ac:spMkLst>
            <pc:docMk/>
            <pc:sldMk cId="2697912037" sldId="1232"/>
            <ac:spMk id="11" creationId="{8C9D431F-6889-2EAF-1CD8-FAD2D41B357C}"/>
          </ac:spMkLst>
        </pc:spChg>
        <pc:spChg chg="mod">
          <ac:chgData name="김명호" userId="e0d603aa-548e-418b-a070-918475337925" providerId="ADAL" clId="{EDCDCF4F-54F9-4D68-A6FA-31D0F7A0F381}" dt="2023-10-30T11:31:34.788" v="4680" actId="14100"/>
          <ac:spMkLst>
            <pc:docMk/>
            <pc:sldMk cId="2697912037" sldId="1232"/>
            <ac:spMk id="13" creationId="{DA1CC933-53CA-1D56-4B10-CA0D2801D68C}"/>
          </ac:spMkLst>
        </pc:spChg>
        <pc:picChg chg="del">
          <ac:chgData name="김명호" userId="e0d603aa-548e-418b-a070-918475337925" providerId="ADAL" clId="{EDCDCF4F-54F9-4D68-A6FA-31D0F7A0F381}" dt="2023-10-30T11:31:05.220" v="4671" actId="478"/>
          <ac:picMkLst>
            <pc:docMk/>
            <pc:sldMk cId="2697912037" sldId="1232"/>
            <ac:picMk id="4" creationId="{9BA0C973-4D9C-2C1D-54DF-5D80BF57C3B8}"/>
          </ac:picMkLst>
        </pc:picChg>
        <pc:picChg chg="add mod ord modCrop">
          <ac:chgData name="김명호" userId="e0d603aa-548e-418b-a070-918475337925" providerId="ADAL" clId="{EDCDCF4F-54F9-4D68-A6FA-31D0F7A0F381}" dt="2023-10-30T11:31:25.141" v="4678" actId="167"/>
          <ac:picMkLst>
            <pc:docMk/>
            <pc:sldMk cId="2697912037" sldId="1232"/>
            <ac:picMk id="6" creationId="{4F833C89-E3B7-578D-FD0C-7BA3FBB25B54}"/>
          </ac:picMkLst>
        </pc:picChg>
        <pc:cxnChg chg="mod">
          <ac:chgData name="김명호" userId="e0d603aa-548e-418b-a070-918475337925" providerId="ADAL" clId="{EDCDCF4F-54F9-4D68-A6FA-31D0F7A0F381}" dt="2023-10-30T11:31:38.170" v="4682" actId="1076"/>
          <ac:cxnSpMkLst>
            <pc:docMk/>
            <pc:sldMk cId="2697912037" sldId="1232"/>
            <ac:cxnSpMk id="14" creationId="{8644D771-A4B1-D8A2-2D38-2E3BF7208B94}"/>
          </ac:cxnSpMkLst>
        </pc:cxnChg>
        <pc:cxnChg chg="del">
          <ac:chgData name="김명호" userId="e0d603aa-548e-418b-a070-918475337925" providerId="ADAL" clId="{EDCDCF4F-54F9-4D68-A6FA-31D0F7A0F381}" dt="2023-10-30T11:30:34.090" v="4670" actId="478"/>
          <ac:cxnSpMkLst>
            <pc:docMk/>
            <pc:sldMk cId="2697912037" sldId="1232"/>
            <ac:cxnSpMk id="15" creationId="{DE09E8EC-9FC6-E4E0-4065-54F6E78185DC}"/>
          </ac:cxnSpMkLst>
        </pc:cxnChg>
      </pc:sldChg>
      <pc:sldChg chg="addSp modSp add mod">
        <pc:chgData name="김명호" userId="e0d603aa-548e-418b-a070-918475337925" providerId="ADAL" clId="{EDCDCF4F-54F9-4D68-A6FA-31D0F7A0F381}" dt="2023-10-30T11:36:12.205" v="5060"/>
        <pc:sldMkLst>
          <pc:docMk/>
          <pc:sldMk cId="3922041829" sldId="1233"/>
        </pc:sldMkLst>
        <pc:spChg chg="add mod">
          <ac:chgData name="김명호" userId="e0d603aa-548e-418b-a070-918475337925" providerId="ADAL" clId="{EDCDCF4F-54F9-4D68-A6FA-31D0F7A0F381}" dt="2023-10-30T11:33:15.109" v="5009" actId="571"/>
          <ac:spMkLst>
            <pc:docMk/>
            <pc:sldMk cId="3922041829" sldId="1233"/>
            <ac:spMk id="4" creationId="{A21DA703-2B0E-CF2E-D43A-FF8A074AD007}"/>
          </ac:spMkLst>
        </pc:spChg>
        <pc:spChg chg="add mod">
          <ac:chgData name="김명호" userId="e0d603aa-548e-418b-a070-918475337925" providerId="ADAL" clId="{EDCDCF4F-54F9-4D68-A6FA-31D0F7A0F381}" dt="2023-10-30T11:35:42.608" v="5055"/>
          <ac:spMkLst>
            <pc:docMk/>
            <pc:sldMk cId="3922041829" sldId="1233"/>
            <ac:spMk id="5" creationId="{F2A86E20-C853-E766-BCC9-DDE8FD0E7786}"/>
          </ac:spMkLst>
        </pc:spChg>
        <pc:spChg chg="mod">
          <ac:chgData name="김명호" userId="e0d603aa-548e-418b-a070-918475337925" providerId="ADAL" clId="{EDCDCF4F-54F9-4D68-A6FA-31D0F7A0F381}" dt="2023-10-30T11:35:35.670" v="5054"/>
          <ac:spMkLst>
            <pc:docMk/>
            <pc:sldMk cId="3922041829" sldId="1233"/>
            <ac:spMk id="7" creationId="{0C81DD60-D84B-4D3C-8F3E-7D0E22E11300}"/>
          </ac:spMkLst>
        </pc:spChg>
        <pc:spChg chg="add mod">
          <ac:chgData name="김명호" userId="e0d603aa-548e-418b-a070-918475337925" providerId="ADAL" clId="{EDCDCF4F-54F9-4D68-A6FA-31D0F7A0F381}" dt="2023-10-30T11:35:48.283" v="5056"/>
          <ac:spMkLst>
            <pc:docMk/>
            <pc:sldMk cId="3922041829" sldId="1233"/>
            <ac:spMk id="9" creationId="{5530D58E-1BD4-1108-2D8E-EADC22A3EB7F}"/>
          </ac:spMkLst>
        </pc:spChg>
        <pc:spChg chg="mod">
          <ac:chgData name="김명호" userId="e0d603aa-548e-418b-a070-918475337925" providerId="ADAL" clId="{EDCDCF4F-54F9-4D68-A6FA-31D0F7A0F381}" dt="2023-10-30T11:33:21.107" v="5011" actId="14100"/>
          <ac:spMkLst>
            <pc:docMk/>
            <pc:sldMk cId="3922041829" sldId="1233"/>
            <ac:spMk id="13" creationId="{DA1CC933-53CA-1D56-4B10-CA0D2801D68C}"/>
          </ac:spMkLst>
        </pc:spChg>
        <pc:graphicFrameChg chg="mod">
          <ac:chgData name="김명호" userId="e0d603aa-548e-418b-a070-918475337925" providerId="ADAL" clId="{EDCDCF4F-54F9-4D68-A6FA-31D0F7A0F381}" dt="2023-10-30T11:36:12.205" v="5060"/>
          <ac:graphicFrameMkLst>
            <pc:docMk/>
            <pc:sldMk cId="3922041829" sldId="1233"/>
            <ac:graphicFrameMk id="3" creationId="{EB5E6BEF-7528-22F3-81D3-C88DBE43847E}"/>
          </ac:graphicFrameMkLst>
        </pc:graphicFrameChg>
        <pc:picChg chg="add mod">
          <ac:chgData name="김명호" userId="e0d603aa-548e-418b-a070-918475337925" providerId="ADAL" clId="{EDCDCF4F-54F9-4D68-A6FA-31D0F7A0F381}" dt="2023-10-30T11:35:42.608" v="5055"/>
          <ac:picMkLst>
            <pc:docMk/>
            <pc:sldMk cId="3922041829" sldId="1233"/>
            <ac:picMk id="8" creationId="{C615A7F2-FD6C-C780-6C1F-F175AC162DEC}"/>
          </ac:picMkLst>
        </pc:picChg>
        <pc:cxnChg chg="mod">
          <ac:chgData name="김명호" userId="e0d603aa-548e-418b-a070-918475337925" providerId="ADAL" clId="{EDCDCF4F-54F9-4D68-A6FA-31D0F7A0F381}" dt="2023-10-30T11:33:24.011" v="5013" actId="1076"/>
          <ac:cxnSpMkLst>
            <pc:docMk/>
            <pc:sldMk cId="3922041829" sldId="1233"/>
            <ac:cxnSpMk id="14" creationId="{8644D771-A4B1-D8A2-2D38-2E3BF7208B94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1:39:17.450" v="5255"/>
        <pc:sldMkLst>
          <pc:docMk/>
          <pc:sldMk cId="3365314676" sldId="1234"/>
        </pc:sldMkLst>
        <pc:spChg chg="del">
          <ac:chgData name="김명호" userId="e0d603aa-548e-418b-a070-918475337925" providerId="ADAL" clId="{EDCDCF4F-54F9-4D68-A6FA-31D0F7A0F381}" dt="2023-10-30T11:37:21.834" v="5062" actId="478"/>
          <ac:spMkLst>
            <pc:docMk/>
            <pc:sldMk cId="3365314676" sldId="1234"/>
            <ac:spMk id="5" creationId="{F2A86E20-C853-E766-BCC9-DDE8FD0E7786}"/>
          </ac:spMkLst>
        </pc:spChg>
        <pc:spChg chg="mod">
          <ac:chgData name="김명호" userId="e0d603aa-548e-418b-a070-918475337925" providerId="ADAL" clId="{EDCDCF4F-54F9-4D68-A6FA-31D0F7A0F381}" dt="2023-10-30T11:37:48.344" v="5231" actId="20577"/>
          <ac:spMkLst>
            <pc:docMk/>
            <pc:sldMk cId="3365314676" sldId="1234"/>
            <ac:spMk id="7" creationId="{0C81DD60-D84B-4D3C-8F3E-7D0E22E11300}"/>
          </ac:spMkLst>
        </pc:spChg>
        <pc:spChg chg="del">
          <ac:chgData name="김명호" userId="e0d603aa-548e-418b-a070-918475337925" providerId="ADAL" clId="{EDCDCF4F-54F9-4D68-A6FA-31D0F7A0F381}" dt="2023-10-30T11:37:21.834" v="5062" actId="478"/>
          <ac:spMkLst>
            <pc:docMk/>
            <pc:sldMk cId="3365314676" sldId="1234"/>
            <ac:spMk id="9" creationId="{5530D58E-1BD4-1108-2D8E-EADC22A3EB7F}"/>
          </ac:spMkLst>
        </pc:spChg>
        <pc:spChg chg="add mod">
          <ac:chgData name="김명호" userId="e0d603aa-548e-418b-a070-918475337925" providerId="ADAL" clId="{EDCDCF4F-54F9-4D68-A6FA-31D0F7A0F381}" dt="2023-10-30T11:38:35.648" v="5251" actId="14100"/>
          <ac:spMkLst>
            <pc:docMk/>
            <pc:sldMk cId="3365314676" sldId="1234"/>
            <ac:spMk id="11" creationId="{532BE11F-C2E4-08EF-6A97-892649017CBF}"/>
          </ac:spMkLst>
        </pc:spChg>
        <pc:spChg chg="mod">
          <ac:chgData name="김명호" userId="e0d603aa-548e-418b-a070-918475337925" providerId="ADAL" clId="{EDCDCF4F-54F9-4D68-A6FA-31D0F7A0F381}" dt="2023-10-30T11:38:28.472" v="5248" actId="1035"/>
          <ac:spMkLst>
            <pc:docMk/>
            <pc:sldMk cId="3365314676" sldId="1234"/>
            <ac:spMk id="13" creationId="{DA1CC933-53CA-1D56-4B10-CA0D2801D68C}"/>
          </ac:spMkLst>
        </pc:spChg>
        <pc:graphicFrameChg chg="mod">
          <ac:chgData name="김명호" userId="e0d603aa-548e-418b-a070-918475337925" providerId="ADAL" clId="{EDCDCF4F-54F9-4D68-A6FA-31D0F7A0F381}" dt="2023-10-30T11:39:17.450" v="5255"/>
          <ac:graphicFrameMkLst>
            <pc:docMk/>
            <pc:sldMk cId="3365314676" sldId="1234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DCDCF4F-54F9-4D68-A6FA-31D0F7A0F381}" dt="2023-10-30T11:37:49.704" v="5232" actId="478"/>
          <ac:picMkLst>
            <pc:docMk/>
            <pc:sldMk cId="3365314676" sldId="1234"/>
            <ac:picMk id="6" creationId="{4F833C89-E3B7-578D-FD0C-7BA3FBB25B54}"/>
          </ac:picMkLst>
        </pc:picChg>
        <pc:picChg chg="del">
          <ac:chgData name="김명호" userId="e0d603aa-548e-418b-a070-918475337925" providerId="ADAL" clId="{EDCDCF4F-54F9-4D68-A6FA-31D0F7A0F381}" dt="2023-10-30T11:37:21.834" v="5062" actId="478"/>
          <ac:picMkLst>
            <pc:docMk/>
            <pc:sldMk cId="3365314676" sldId="1234"/>
            <ac:picMk id="8" creationId="{C615A7F2-FD6C-C780-6C1F-F175AC162DEC}"/>
          </ac:picMkLst>
        </pc:picChg>
        <pc:picChg chg="add mod ord modCrop">
          <ac:chgData name="김명호" userId="e0d603aa-548e-418b-a070-918475337925" providerId="ADAL" clId="{EDCDCF4F-54F9-4D68-A6FA-31D0F7A0F381}" dt="2023-10-30T11:38:25.697" v="5244" actId="1076"/>
          <ac:picMkLst>
            <pc:docMk/>
            <pc:sldMk cId="3365314676" sldId="1234"/>
            <ac:picMk id="10" creationId="{744B739B-2F23-2007-1E85-D9BD1D611A01}"/>
          </ac:picMkLst>
        </pc:picChg>
        <pc:cxnChg chg="add mod">
          <ac:chgData name="김명호" userId="e0d603aa-548e-418b-a070-918475337925" providerId="ADAL" clId="{EDCDCF4F-54F9-4D68-A6FA-31D0F7A0F381}" dt="2023-10-30T11:38:39.890" v="5253" actId="1076"/>
          <ac:cxnSpMkLst>
            <pc:docMk/>
            <pc:sldMk cId="3365314676" sldId="1234"/>
            <ac:cxnSpMk id="12" creationId="{43CB9F15-9729-B499-F110-B15F67A89561}"/>
          </ac:cxnSpMkLst>
        </pc:cxnChg>
        <pc:cxnChg chg="mod">
          <ac:chgData name="김명호" userId="e0d603aa-548e-418b-a070-918475337925" providerId="ADAL" clId="{EDCDCF4F-54F9-4D68-A6FA-31D0F7A0F381}" dt="2023-10-30T11:38:28.472" v="5248" actId="1035"/>
          <ac:cxnSpMkLst>
            <pc:docMk/>
            <pc:sldMk cId="3365314676" sldId="1234"/>
            <ac:cxnSpMk id="14" creationId="{8644D771-A4B1-D8A2-2D38-2E3BF7208B94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1:41:53.647" v="5358" actId="5793"/>
        <pc:sldMkLst>
          <pc:docMk/>
          <pc:sldMk cId="650392518" sldId="1235"/>
        </pc:sldMkLst>
        <pc:spChg chg="add mod">
          <ac:chgData name="김명호" userId="e0d603aa-548e-418b-a070-918475337925" providerId="ADAL" clId="{EDCDCF4F-54F9-4D68-A6FA-31D0F7A0F381}" dt="2023-10-30T11:40:58.040" v="5271" actId="14100"/>
          <ac:spMkLst>
            <pc:docMk/>
            <pc:sldMk cId="650392518" sldId="1235"/>
            <ac:spMk id="6" creationId="{7BD13C15-5E8A-E87C-1B3D-CEDD3D898D32}"/>
          </ac:spMkLst>
        </pc:spChg>
        <pc:spChg chg="mod">
          <ac:chgData name="김명호" userId="e0d603aa-548e-418b-a070-918475337925" providerId="ADAL" clId="{EDCDCF4F-54F9-4D68-A6FA-31D0F7A0F381}" dt="2023-10-30T11:41:53.647" v="5358" actId="5793"/>
          <ac:spMkLst>
            <pc:docMk/>
            <pc:sldMk cId="650392518" sldId="1235"/>
            <ac:spMk id="7" creationId="{0C81DD60-D84B-4D3C-8F3E-7D0E22E11300}"/>
          </ac:spMkLst>
        </pc:spChg>
        <pc:spChg chg="del">
          <ac:chgData name="김명호" userId="e0d603aa-548e-418b-a070-918475337925" providerId="ADAL" clId="{EDCDCF4F-54F9-4D68-A6FA-31D0F7A0F381}" dt="2023-10-30T11:40:35.558" v="5266" actId="478"/>
          <ac:spMkLst>
            <pc:docMk/>
            <pc:sldMk cId="650392518" sldId="1235"/>
            <ac:spMk id="11" creationId="{532BE11F-C2E4-08EF-6A97-892649017CBF}"/>
          </ac:spMkLst>
        </pc:spChg>
        <pc:spChg chg="mod">
          <ac:chgData name="김명호" userId="e0d603aa-548e-418b-a070-918475337925" providerId="ADAL" clId="{EDCDCF4F-54F9-4D68-A6FA-31D0F7A0F381}" dt="2023-10-30T11:40:49.231" v="5268" actId="14100"/>
          <ac:spMkLst>
            <pc:docMk/>
            <pc:sldMk cId="650392518" sldId="1235"/>
            <ac:spMk id="13" creationId="{DA1CC933-53CA-1D56-4B10-CA0D2801D68C}"/>
          </ac:spMkLst>
        </pc:spChg>
        <pc:picChg chg="add mod ord modCrop">
          <ac:chgData name="김명호" userId="e0d603aa-548e-418b-a070-918475337925" providerId="ADAL" clId="{EDCDCF4F-54F9-4D68-A6FA-31D0F7A0F381}" dt="2023-10-30T11:40:33.115" v="5265" actId="167"/>
          <ac:picMkLst>
            <pc:docMk/>
            <pc:sldMk cId="650392518" sldId="1235"/>
            <ac:picMk id="5" creationId="{9A9ADE7A-5D1B-B7B0-B4A8-6532AFB8ED1E}"/>
          </ac:picMkLst>
        </pc:picChg>
        <pc:picChg chg="del">
          <ac:chgData name="김명호" userId="e0d603aa-548e-418b-a070-918475337925" providerId="ADAL" clId="{EDCDCF4F-54F9-4D68-A6FA-31D0F7A0F381}" dt="2023-10-30T11:40:25.647" v="5261" actId="478"/>
          <ac:picMkLst>
            <pc:docMk/>
            <pc:sldMk cId="650392518" sldId="1235"/>
            <ac:picMk id="10" creationId="{744B739B-2F23-2007-1E85-D9BD1D611A01}"/>
          </ac:picMkLst>
        </pc:picChg>
        <pc:cxnChg chg="add mod">
          <ac:chgData name="김명호" userId="e0d603aa-548e-418b-a070-918475337925" providerId="ADAL" clId="{EDCDCF4F-54F9-4D68-A6FA-31D0F7A0F381}" dt="2023-10-30T11:41:11.687" v="5275" actId="14100"/>
          <ac:cxnSpMkLst>
            <pc:docMk/>
            <pc:sldMk cId="650392518" sldId="1235"/>
            <ac:cxnSpMk id="8" creationId="{BCA48136-B810-D097-9073-1DE909E76DCC}"/>
          </ac:cxnSpMkLst>
        </pc:cxnChg>
        <pc:cxnChg chg="del">
          <ac:chgData name="김명호" userId="e0d603aa-548e-418b-a070-918475337925" providerId="ADAL" clId="{EDCDCF4F-54F9-4D68-A6FA-31D0F7A0F381}" dt="2023-10-30T11:40:35.558" v="5266" actId="478"/>
          <ac:cxnSpMkLst>
            <pc:docMk/>
            <pc:sldMk cId="650392518" sldId="1235"/>
            <ac:cxnSpMk id="12" creationId="{43CB9F15-9729-B499-F110-B15F67A89561}"/>
          </ac:cxnSpMkLst>
        </pc:cxnChg>
        <pc:cxnChg chg="del">
          <ac:chgData name="김명호" userId="e0d603aa-548e-418b-a070-918475337925" providerId="ADAL" clId="{EDCDCF4F-54F9-4D68-A6FA-31D0F7A0F381}" dt="2023-10-30T11:41:00.056" v="5272" actId="478"/>
          <ac:cxnSpMkLst>
            <pc:docMk/>
            <pc:sldMk cId="650392518" sldId="1235"/>
            <ac:cxnSpMk id="14" creationId="{8644D771-A4B1-D8A2-2D38-2E3BF7208B94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1:42:37.976" v="5380"/>
        <pc:sldMkLst>
          <pc:docMk/>
          <pc:sldMk cId="865293817" sldId="1236"/>
        </pc:sldMkLst>
        <pc:spChg chg="mod">
          <ac:chgData name="김명호" userId="e0d603aa-548e-418b-a070-918475337925" providerId="ADAL" clId="{EDCDCF4F-54F9-4D68-A6FA-31D0F7A0F381}" dt="2023-10-30T11:42:02.785" v="5360" actId="14100"/>
          <ac:spMkLst>
            <pc:docMk/>
            <pc:sldMk cId="865293817" sldId="1236"/>
            <ac:spMk id="6" creationId="{7BD13C15-5E8A-E87C-1B3D-CEDD3D898D32}"/>
          </ac:spMkLst>
        </pc:spChg>
        <pc:spChg chg="mod">
          <ac:chgData name="김명호" userId="e0d603aa-548e-418b-a070-918475337925" providerId="ADAL" clId="{EDCDCF4F-54F9-4D68-A6FA-31D0F7A0F381}" dt="2023-10-30T11:42:30.879" v="5379"/>
          <ac:spMkLst>
            <pc:docMk/>
            <pc:sldMk cId="865293817" sldId="1236"/>
            <ac:spMk id="7" creationId="{0C81DD60-D84B-4D3C-8F3E-7D0E22E11300}"/>
          </ac:spMkLst>
        </pc:spChg>
        <pc:spChg chg="del">
          <ac:chgData name="김명호" userId="e0d603aa-548e-418b-a070-918475337925" providerId="ADAL" clId="{EDCDCF4F-54F9-4D68-A6FA-31D0F7A0F381}" dt="2023-10-30T11:42:05" v="5361" actId="478"/>
          <ac:spMkLst>
            <pc:docMk/>
            <pc:sldMk cId="865293817" sldId="1236"/>
            <ac:spMk id="13" creationId="{DA1CC933-53CA-1D56-4B10-CA0D2801D68C}"/>
          </ac:spMkLst>
        </pc:spChg>
        <pc:graphicFrameChg chg="mod">
          <ac:chgData name="김명호" userId="e0d603aa-548e-418b-a070-918475337925" providerId="ADAL" clId="{EDCDCF4F-54F9-4D68-A6FA-31D0F7A0F381}" dt="2023-10-30T11:42:37.976" v="5380"/>
          <ac:graphicFrameMkLst>
            <pc:docMk/>
            <pc:sldMk cId="865293817" sldId="1236"/>
            <ac:graphicFrameMk id="3" creationId="{EB5E6BEF-7528-22F3-81D3-C88DBE43847E}"/>
          </ac:graphicFrameMkLst>
        </pc:graphicFrameChg>
        <pc:cxnChg chg="del mod">
          <ac:chgData name="김명호" userId="e0d603aa-548e-418b-a070-918475337925" providerId="ADAL" clId="{EDCDCF4F-54F9-4D68-A6FA-31D0F7A0F381}" dt="2023-10-30T11:42:05.689" v="5362" actId="478"/>
          <ac:cxnSpMkLst>
            <pc:docMk/>
            <pc:sldMk cId="865293817" sldId="1236"/>
            <ac:cxnSpMk id="8" creationId="{BCA48136-B810-D097-9073-1DE909E76DCC}"/>
          </ac:cxnSpMkLst>
        </pc:cxnChg>
        <pc:cxnChg chg="add mod">
          <ac:chgData name="김명호" userId="e0d603aa-548e-418b-a070-918475337925" providerId="ADAL" clId="{EDCDCF4F-54F9-4D68-A6FA-31D0F7A0F381}" dt="2023-10-30T11:42:12.519" v="5364" actId="1076"/>
          <ac:cxnSpMkLst>
            <pc:docMk/>
            <pc:sldMk cId="865293817" sldId="1236"/>
            <ac:cxnSpMk id="9" creationId="{BADBA2A9-9A06-FC86-24F4-CA54F0FA9385}"/>
          </ac:cxnSpMkLst>
        </pc:cxnChg>
      </pc:sldChg>
      <pc:sldChg chg="add">
        <pc:chgData name="김명호" userId="e0d603aa-548e-418b-a070-918475337925" providerId="ADAL" clId="{EDCDCF4F-54F9-4D68-A6FA-31D0F7A0F381}" dt="2023-10-30T11:43:06.069" v="5381"/>
        <pc:sldMkLst>
          <pc:docMk/>
          <pc:sldMk cId="1375060694" sldId="1237"/>
        </pc:sldMkLst>
      </pc:sldChg>
      <pc:sldChg chg="modSp mod">
        <pc:chgData name="김명호" userId="e0d603aa-548e-418b-a070-918475337925" providerId="ADAL" clId="{EDCDCF4F-54F9-4D68-A6FA-31D0F7A0F381}" dt="2023-11-03T09:51:35.459" v="5664"/>
        <pc:sldMkLst>
          <pc:docMk/>
          <pc:sldMk cId="253413563" sldId="1356"/>
        </pc:sldMkLst>
        <pc:spChg chg="mod">
          <ac:chgData name="김명호" userId="e0d603aa-548e-418b-a070-918475337925" providerId="ADAL" clId="{EDCDCF4F-54F9-4D68-A6FA-31D0F7A0F381}" dt="2023-11-03T09:51:35.459" v="5664"/>
          <ac:spMkLst>
            <pc:docMk/>
            <pc:sldMk cId="253413563" sldId="1356"/>
            <ac:spMk id="7" creationId="{0C81DD60-D84B-4D3C-8F3E-7D0E22E11300}"/>
          </ac:spMkLst>
        </pc:spChg>
      </pc:sldChg>
      <pc:sldChg chg="modSp">
        <pc:chgData name="김명호" userId="e0d603aa-548e-418b-a070-918475337925" providerId="ADAL" clId="{EDCDCF4F-54F9-4D68-A6FA-31D0F7A0F381}" dt="2023-11-03T09:51:35.459" v="5664"/>
        <pc:sldMkLst>
          <pc:docMk/>
          <pc:sldMk cId="869366161" sldId="1357"/>
        </pc:sldMkLst>
        <pc:spChg chg="mod">
          <ac:chgData name="김명호" userId="e0d603aa-548e-418b-a070-918475337925" providerId="ADAL" clId="{EDCDCF4F-54F9-4D68-A6FA-31D0F7A0F381}" dt="2023-11-03T09:51:35.459" v="5664"/>
          <ac:spMkLst>
            <pc:docMk/>
            <pc:sldMk cId="869366161" sldId="1357"/>
            <ac:spMk id="7" creationId="{0C81DD60-D84B-4D3C-8F3E-7D0E22E11300}"/>
          </ac:spMkLst>
        </pc:spChg>
      </pc:sldChg>
      <pc:sldChg chg="modSp mod">
        <pc:chgData name="김명호" userId="e0d603aa-548e-418b-a070-918475337925" providerId="ADAL" clId="{EDCDCF4F-54F9-4D68-A6FA-31D0F7A0F381}" dt="2023-11-03T09:52:02.977" v="5733" actId="20577"/>
        <pc:sldMkLst>
          <pc:docMk/>
          <pc:sldMk cId="679591167" sldId="1358"/>
        </pc:sldMkLst>
        <pc:spChg chg="mod">
          <ac:chgData name="김명호" userId="e0d603aa-548e-418b-a070-918475337925" providerId="ADAL" clId="{EDCDCF4F-54F9-4D68-A6FA-31D0F7A0F381}" dt="2023-11-03T09:52:02.977" v="5733" actId="20577"/>
          <ac:spMkLst>
            <pc:docMk/>
            <pc:sldMk cId="679591167" sldId="1358"/>
            <ac:spMk id="7" creationId="{0C81DD60-D84B-4D3C-8F3E-7D0E22E11300}"/>
          </ac:spMkLst>
        </pc:spChg>
      </pc:sldChg>
      <pc:sldChg chg="modSp">
        <pc:chgData name="김명호" userId="e0d603aa-548e-418b-a070-918475337925" providerId="ADAL" clId="{EDCDCF4F-54F9-4D68-A6FA-31D0F7A0F381}" dt="2023-11-03T09:51:35.459" v="5664"/>
        <pc:sldMkLst>
          <pc:docMk/>
          <pc:sldMk cId="1266289677" sldId="1368"/>
        </pc:sldMkLst>
        <pc:spChg chg="mod">
          <ac:chgData name="김명호" userId="e0d603aa-548e-418b-a070-918475337925" providerId="ADAL" clId="{EDCDCF4F-54F9-4D68-A6FA-31D0F7A0F381}" dt="2023-11-03T09:51:35.459" v="5664"/>
          <ac:spMkLst>
            <pc:docMk/>
            <pc:sldMk cId="1266289677" sldId="1368"/>
            <ac:spMk id="7" creationId="{0C81DD60-D84B-4D3C-8F3E-7D0E22E11300}"/>
          </ac:spMkLst>
        </pc:spChg>
      </pc:sldChg>
      <pc:sldChg chg="modSp">
        <pc:chgData name="김명호" userId="e0d603aa-548e-418b-a070-918475337925" providerId="ADAL" clId="{EDCDCF4F-54F9-4D68-A6FA-31D0F7A0F381}" dt="2023-11-03T09:51:35.459" v="5664"/>
        <pc:sldMkLst>
          <pc:docMk/>
          <pc:sldMk cId="4080162918" sldId="1369"/>
        </pc:sldMkLst>
        <pc:spChg chg="mod">
          <ac:chgData name="김명호" userId="e0d603aa-548e-418b-a070-918475337925" providerId="ADAL" clId="{EDCDCF4F-54F9-4D68-A6FA-31D0F7A0F381}" dt="2023-11-03T09:51:35.459" v="5664"/>
          <ac:spMkLst>
            <pc:docMk/>
            <pc:sldMk cId="4080162918" sldId="1369"/>
            <ac:spMk id="7" creationId="{0C81DD60-D84B-4D3C-8F3E-7D0E22E11300}"/>
          </ac:spMkLst>
        </pc:spChg>
      </pc:sldChg>
      <pc:sldChg chg="modSp">
        <pc:chgData name="김명호" userId="e0d603aa-548e-418b-a070-918475337925" providerId="ADAL" clId="{EDCDCF4F-54F9-4D68-A6FA-31D0F7A0F381}" dt="2023-11-03T09:51:35.459" v="5664"/>
        <pc:sldMkLst>
          <pc:docMk/>
          <pc:sldMk cId="3035523621" sldId="1370"/>
        </pc:sldMkLst>
        <pc:spChg chg="mod">
          <ac:chgData name="김명호" userId="e0d603aa-548e-418b-a070-918475337925" providerId="ADAL" clId="{EDCDCF4F-54F9-4D68-A6FA-31D0F7A0F381}" dt="2023-11-03T09:51:35.459" v="5664"/>
          <ac:spMkLst>
            <pc:docMk/>
            <pc:sldMk cId="3035523621" sldId="1370"/>
            <ac:spMk id="7" creationId="{0C81DD60-D84B-4D3C-8F3E-7D0E22E11300}"/>
          </ac:spMkLst>
        </pc:spChg>
      </pc:sldChg>
      <pc:sldChg chg="modSp mod">
        <pc:chgData name="김명호" userId="e0d603aa-548e-418b-a070-918475337925" providerId="ADAL" clId="{EDCDCF4F-54F9-4D68-A6FA-31D0F7A0F381}" dt="2023-11-03T09:54:35.276" v="5861" actId="20577"/>
        <pc:sldMkLst>
          <pc:docMk/>
          <pc:sldMk cId="4192994697" sldId="1375"/>
        </pc:sldMkLst>
        <pc:spChg chg="mod">
          <ac:chgData name="김명호" userId="e0d603aa-548e-418b-a070-918475337925" providerId="ADAL" clId="{EDCDCF4F-54F9-4D68-A6FA-31D0F7A0F381}" dt="2023-11-03T09:54:35.276" v="5861" actId="20577"/>
          <ac:spMkLst>
            <pc:docMk/>
            <pc:sldMk cId="4192994697" sldId="1375"/>
            <ac:spMk id="7" creationId="{0C81DD60-D84B-4D3C-8F3E-7D0E22E11300}"/>
          </ac:spMkLst>
        </pc:spChg>
      </pc:sldChg>
      <pc:sldChg chg="modSp">
        <pc:chgData name="김명호" userId="e0d603aa-548e-418b-a070-918475337925" providerId="ADAL" clId="{EDCDCF4F-54F9-4D68-A6FA-31D0F7A0F381}" dt="2023-11-03T09:51:35.459" v="5664"/>
        <pc:sldMkLst>
          <pc:docMk/>
          <pc:sldMk cId="249271227" sldId="1381"/>
        </pc:sldMkLst>
        <pc:spChg chg="mod">
          <ac:chgData name="김명호" userId="e0d603aa-548e-418b-a070-918475337925" providerId="ADAL" clId="{EDCDCF4F-54F9-4D68-A6FA-31D0F7A0F381}" dt="2023-11-03T09:51:35.459" v="5664"/>
          <ac:spMkLst>
            <pc:docMk/>
            <pc:sldMk cId="249271227" sldId="1381"/>
            <ac:spMk id="7" creationId="{0C81DD60-D84B-4D3C-8F3E-7D0E22E11300}"/>
          </ac:spMkLst>
        </pc:spChg>
      </pc:sldChg>
      <pc:sldChg chg="modSp mod">
        <pc:chgData name="김명호" userId="e0d603aa-548e-418b-a070-918475337925" providerId="ADAL" clId="{EDCDCF4F-54F9-4D68-A6FA-31D0F7A0F381}" dt="2023-11-03T09:55:45.722" v="5873" actId="6549"/>
        <pc:sldMkLst>
          <pc:docMk/>
          <pc:sldMk cId="4287194935" sldId="1382"/>
        </pc:sldMkLst>
        <pc:spChg chg="mod">
          <ac:chgData name="김명호" userId="e0d603aa-548e-418b-a070-918475337925" providerId="ADAL" clId="{EDCDCF4F-54F9-4D68-A6FA-31D0F7A0F381}" dt="2023-11-03T09:55:45.722" v="5873" actId="6549"/>
          <ac:spMkLst>
            <pc:docMk/>
            <pc:sldMk cId="4287194935" sldId="1382"/>
            <ac:spMk id="7" creationId="{0C81DD60-D84B-4D3C-8F3E-7D0E22E11300}"/>
          </ac:spMkLst>
        </pc:spChg>
      </pc:sldChg>
      <pc:sldMasterChg chg="modSp mod">
        <pc:chgData name="김명호" userId="e0d603aa-548e-418b-a070-918475337925" providerId="ADAL" clId="{EDCDCF4F-54F9-4D68-A6FA-31D0F7A0F381}" dt="2023-10-30T10:08:18.927" v="228" actId="20577"/>
        <pc:sldMasterMkLst>
          <pc:docMk/>
          <pc:sldMasterMk cId="3730080836" sldId="2147483700"/>
        </pc:sldMasterMkLst>
        <pc:spChg chg="mod">
          <ac:chgData name="김명호" userId="e0d603aa-548e-418b-a070-918475337925" providerId="ADAL" clId="{EDCDCF4F-54F9-4D68-A6FA-31D0F7A0F381}" dt="2023-10-30T10:08:18.927" v="228" actId="20577"/>
          <ac:spMkLst>
            <pc:docMk/>
            <pc:sldMasterMk cId="3730080836" sldId="2147483700"/>
            <ac:spMk id="5" creationId="{49D477C1-B80A-436A-873B-8939B1660757}"/>
          </ac:spMkLst>
        </pc:spChg>
      </pc:sldMasterChg>
    </pc:docChg>
  </pc:docChgLst>
  <pc:docChgLst>
    <pc:chgData name="정지윤" userId="02c42eeb-3573-4fe0-87af-c4a597b73e9f" providerId="ADAL" clId="{9FBACC46-319B-4421-86B7-F535C5B48135}"/>
    <pc:docChg chg="undo custSel addSld delSld modSld sldOrd addSection delSection modSection">
      <pc:chgData name="정지윤" userId="02c42eeb-3573-4fe0-87af-c4a597b73e9f" providerId="ADAL" clId="{9FBACC46-319B-4421-86B7-F535C5B48135}" dt="2023-11-03T07:18:31.872" v="23800" actId="20577"/>
      <pc:docMkLst>
        <pc:docMk/>
      </pc:docMkLst>
      <pc:sldChg chg="modSp mod">
        <pc:chgData name="정지윤" userId="02c42eeb-3573-4fe0-87af-c4a597b73e9f" providerId="ADAL" clId="{9FBACC46-319B-4421-86B7-F535C5B48135}" dt="2023-11-03T04:03:28.746" v="20231" actId="20577"/>
        <pc:sldMkLst>
          <pc:docMk/>
          <pc:sldMk cId="3848526728" sldId="1225"/>
        </pc:sldMkLst>
        <pc:graphicFrameChg chg="mod modGraphic">
          <ac:chgData name="정지윤" userId="02c42eeb-3573-4fe0-87af-c4a597b73e9f" providerId="ADAL" clId="{9FBACC46-319B-4421-86B7-F535C5B48135}" dt="2023-11-03T04:03:28.746" v="20231" actId="20577"/>
          <ac:graphicFrameMkLst>
            <pc:docMk/>
            <pc:sldMk cId="3848526728" sldId="1225"/>
            <ac:graphicFrameMk id="3" creationId="{EB5E6BEF-7528-22F3-81D3-C88DBE43847E}"/>
          </ac:graphicFrameMkLst>
        </pc:graphicFrameChg>
      </pc:sldChg>
      <pc:sldChg chg="addSp delSp modSp add mod modClrScheme chgLayout">
        <pc:chgData name="정지윤" userId="02c42eeb-3573-4fe0-87af-c4a597b73e9f" providerId="ADAL" clId="{9FBACC46-319B-4421-86B7-F535C5B48135}" dt="2023-10-31T02:01:27.628" v="903" actId="20577"/>
        <pc:sldMkLst>
          <pc:docMk/>
          <pc:sldMk cId="3235198309" sldId="1238"/>
        </pc:sldMkLst>
        <pc:spChg chg="mod ord">
          <ac:chgData name="정지윤" userId="02c42eeb-3573-4fe0-87af-c4a597b73e9f" providerId="ADAL" clId="{9FBACC46-319B-4421-86B7-F535C5B48135}" dt="2023-10-31T01:03:21.294" v="12" actId="700"/>
          <ac:spMkLst>
            <pc:docMk/>
            <pc:sldMk cId="3235198309" sldId="1238"/>
            <ac:spMk id="2" creationId="{DC8B0B2E-051C-4693-AC44-65BE8AE195C5}"/>
          </ac:spMkLst>
        </pc:spChg>
        <pc:spChg chg="mod ord">
          <ac:chgData name="정지윤" userId="02c42eeb-3573-4fe0-87af-c4a597b73e9f" providerId="ADAL" clId="{9FBACC46-319B-4421-86B7-F535C5B48135}" dt="2023-10-31T01:23:59.169" v="636" actId="20577"/>
          <ac:spMkLst>
            <pc:docMk/>
            <pc:sldMk cId="3235198309" sldId="1238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0-31T01:03:25.548" v="14" actId="478"/>
          <ac:spMkLst>
            <pc:docMk/>
            <pc:sldMk cId="3235198309" sldId="1238"/>
            <ac:spMk id="10" creationId="{71F0F5AC-CBD1-F5B8-6F6D-926297B74232}"/>
          </ac:spMkLst>
        </pc:spChg>
        <pc:spChg chg="add mod">
          <ac:chgData name="정지윤" userId="02c42eeb-3573-4fe0-87af-c4a597b73e9f" providerId="ADAL" clId="{9FBACC46-319B-4421-86B7-F535C5B48135}" dt="2023-10-31T02:01:10.548" v="900" actId="164"/>
          <ac:spMkLst>
            <pc:docMk/>
            <pc:sldMk cId="3235198309" sldId="1238"/>
            <ac:spMk id="16" creationId="{CFC2E74D-FB4E-8A92-BF14-B8CA5C0FF050}"/>
          </ac:spMkLst>
        </pc:spChg>
        <pc:spChg chg="add mod">
          <ac:chgData name="정지윤" userId="02c42eeb-3573-4fe0-87af-c4a597b73e9f" providerId="ADAL" clId="{9FBACC46-319B-4421-86B7-F535C5B48135}" dt="2023-10-31T02:01:10.548" v="900" actId="164"/>
          <ac:spMkLst>
            <pc:docMk/>
            <pc:sldMk cId="3235198309" sldId="1238"/>
            <ac:spMk id="17" creationId="{E604677E-076A-5264-7511-A92CD986AAA4}"/>
          </ac:spMkLst>
        </pc:spChg>
        <pc:spChg chg="add mod">
          <ac:chgData name="정지윤" userId="02c42eeb-3573-4fe0-87af-c4a597b73e9f" providerId="ADAL" clId="{9FBACC46-319B-4421-86B7-F535C5B48135}" dt="2023-10-31T02:01:10.548" v="900" actId="164"/>
          <ac:spMkLst>
            <pc:docMk/>
            <pc:sldMk cId="3235198309" sldId="1238"/>
            <ac:spMk id="18" creationId="{7E4AD932-241A-B4CA-BC0D-D9D8C7C94CB2}"/>
          </ac:spMkLst>
        </pc:spChg>
        <pc:grpChg chg="add mod">
          <ac:chgData name="정지윤" userId="02c42eeb-3573-4fe0-87af-c4a597b73e9f" providerId="ADAL" clId="{9FBACC46-319B-4421-86B7-F535C5B48135}" dt="2023-10-31T02:01:11.842" v="901" actId="1076"/>
          <ac:grpSpMkLst>
            <pc:docMk/>
            <pc:sldMk cId="3235198309" sldId="1238"/>
            <ac:grpSpMk id="23" creationId="{8AC77CC6-5C4D-801D-E19E-52CCF87B734C}"/>
          </ac:grpSpMkLst>
        </pc:grpChg>
        <pc:graphicFrameChg chg="modGraphic">
          <ac:chgData name="정지윤" userId="02c42eeb-3573-4fe0-87af-c4a597b73e9f" providerId="ADAL" clId="{9FBACC46-319B-4421-86B7-F535C5B48135}" dt="2023-10-31T02:01:27.628" v="903" actId="20577"/>
          <ac:graphicFrameMkLst>
            <pc:docMk/>
            <pc:sldMk cId="3235198309" sldId="1238"/>
            <ac:graphicFrameMk id="3" creationId="{EB5E6BEF-7528-22F3-81D3-C88DBE43847E}"/>
          </ac:graphicFrameMkLst>
        </pc:graphicFrameChg>
        <pc:picChg chg="add del">
          <ac:chgData name="정지윤" userId="02c42eeb-3573-4fe0-87af-c4a597b73e9f" providerId="ADAL" clId="{9FBACC46-319B-4421-86B7-F535C5B48135}" dt="2023-10-31T01:03:23.830" v="13" actId="478"/>
          <ac:picMkLst>
            <pc:docMk/>
            <pc:sldMk cId="3235198309" sldId="1238"/>
            <ac:picMk id="5" creationId="{CCFC3E29-1CC9-1E8B-9A9F-DEE1A4016E08}"/>
          </ac:picMkLst>
        </pc:picChg>
        <pc:picChg chg="add del">
          <ac:chgData name="정지윤" userId="02c42eeb-3573-4fe0-87af-c4a597b73e9f" providerId="ADAL" clId="{9FBACC46-319B-4421-86B7-F535C5B48135}" dt="2023-10-31T01:02:58.976" v="7" actId="22"/>
          <ac:picMkLst>
            <pc:docMk/>
            <pc:sldMk cId="3235198309" sldId="1238"/>
            <ac:picMk id="6" creationId="{1F883D2F-5414-62DB-7C85-43F28A4E2773}"/>
          </ac:picMkLst>
        </pc:picChg>
        <pc:picChg chg="add mod modCrop">
          <ac:chgData name="정지윤" userId="02c42eeb-3573-4fe0-87af-c4a597b73e9f" providerId="ADAL" clId="{9FBACC46-319B-4421-86B7-F535C5B48135}" dt="2023-10-31T02:01:10.548" v="900" actId="164"/>
          <ac:picMkLst>
            <pc:docMk/>
            <pc:sldMk cId="3235198309" sldId="1238"/>
            <ac:picMk id="11" creationId="{87B34587-F28F-3087-B131-188F18BF66AE}"/>
          </ac:picMkLst>
        </pc:picChg>
        <pc:picChg chg="add mod modCrop">
          <ac:chgData name="정지윤" userId="02c42eeb-3573-4fe0-87af-c4a597b73e9f" providerId="ADAL" clId="{9FBACC46-319B-4421-86B7-F535C5B48135}" dt="2023-10-31T02:01:10.548" v="900" actId="164"/>
          <ac:picMkLst>
            <pc:docMk/>
            <pc:sldMk cId="3235198309" sldId="1238"/>
            <ac:picMk id="13" creationId="{D7E8D765-AA38-C785-2EE5-54D8CED12DB7}"/>
          </ac:picMkLst>
        </pc:picChg>
        <pc:picChg chg="add mod modCrop">
          <ac:chgData name="정지윤" userId="02c42eeb-3573-4fe0-87af-c4a597b73e9f" providerId="ADAL" clId="{9FBACC46-319B-4421-86B7-F535C5B48135}" dt="2023-10-31T02:01:10.548" v="900" actId="164"/>
          <ac:picMkLst>
            <pc:docMk/>
            <pc:sldMk cId="3235198309" sldId="1238"/>
            <ac:picMk id="15" creationId="{A93B534F-9635-3F4E-7264-1E166EE30833}"/>
          </ac:picMkLst>
        </pc:picChg>
        <pc:cxnChg chg="del">
          <ac:chgData name="정지윤" userId="02c42eeb-3573-4fe0-87af-c4a597b73e9f" providerId="ADAL" clId="{9FBACC46-319B-4421-86B7-F535C5B48135}" dt="2023-10-31T01:03:25.548" v="14" actId="478"/>
          <ac:cxnSpMkLst>
            <pc:docMk/>
            <pc:sldMk cId="3235198309" sldId="1238"/>
            <ac:cxnSpMk id="8" creationId="{3EE34006-DB1F-BD87-847D-94ECF4C32EA5}"/>
          </ac:cxnSpMkLst>
        </pc:cxnChg>
        <pc:cxnChg chg="add mod">
          <ac:chgData name="정지윤" userId="02c42eeb-3573-4fe0-87af-c4a597b73e9f" providerId="ADAL" clId="{9FBACC46-319B-4421-86B7-F535C5B48135}" dt="2023-10-31T02:01:10.548" v="900" actId="164"/>
          <ac:cxnSpMkLst>
            <pc:docMk/>
            <pc:sldMk cId="3235198309" sldId="1238"/>
            <ac:cxnSpMk id="20" creationId="{F0710D32-36AC-84B9-9D64-717B4B16D4DF}"/>
          </ac:cxnSpMkLst>
        </pc:cxnChg>
        <pc:cxnChg chg="add mod">
          <ac:chgData name="정지윤" userId="02c42eeb-3573-4fe0-87af-c4a597b73e9f" providerId="ADAL" clId="{9FBACC46-319B-4421-86B7-F535C5B48135}" dt="2023-10-31T02:01:10.548" v="900" actId="164"/>
          <ac:cxnSpMkLst>
            <pc:docMk/>
            <pc:sldMk cId="3235198309" sldId="1238"/>
            <ac:cxnSpMk id="22" creationId="{44098519-8B9E-9E86-EC1C-905B966663AB}"/>
          </ac:cxnSpMkLst>
        </pc:cxnChg>
      </pc:sldChg>
      <pc:sldChg chg="addSp delSp modSp add mod">
        <pc:chgData name="정지윤" userId="02c42eeb-3573-4fe0-87af-c4a597b73e9f" providerId="ADAL" clId="{9FBACC46-319B-4421-86B7-F535C5B48135}" dt="2023-10-31T01:24:31.255" v="640" actId="20577"/>
        <pc:sldMkLst>
          <pc:docMk/>
          <pc:sldMk cId="3816687852" sldId="1239"/>
        </pc:sldMkLst>
        <pc:spChg chg="mod">
          <ac:chgData name="정지윤" userId="02c42eeb-3573-4fe0-87af-c4a597b73e9f" providerId="ADAL" clId="{9FBACC46-319B-4421-86B7-F535C5B48135}" dt="2023-10-31T01:24:31.255" v="640" actId="20577"/>
          <ac:spMkLst>
            <pc:docMk/>
            <pc:sldMk cId="3816687852" sldId="1239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0-31T01:21:20.630" v="568" actId="478"/>
          <ac:spMkLst>
            <pc:docMk/>
            <pc:sldMk cId="3816687852" sldId="1239"/>
            <ac:spMk id="16" creationId="{CFC2E74D-FB4E-8A92-BF14-B8CA5C0FF050}"/>
          </ac:spMkLst>
        </pc:spChg>
        <pc:spChg chg="del">
          <ac:chgData name="정지윤" userId="02c42eeb-3573-4fe0-87af-c4a597b73e9f" providerId="ADAL" clId="{9FBACC46-319B-4421-86B7-F535C5B48135}" dt="2023-10-31T01:21:20.630" v="568" actId="478"/>
          <ac:spMkLst>
            <pc:docMk/>
            <pc:sldMk cId="3816687852" sldId="1239"/>
            <ac:spMk id="17" creationId="{E604677E-076A-5264-7511-A92CD986AAA4}"/>
          </ac:spMkLst>
        </pc:spChg>
        <pc:spChg chg="mod ord">
          <ac:chgData name="정지윤" userId="02c42eeb-3573-4fe0-87af-c4a597b73e9f" providerId="ADAL" clId="{9FBACC46-319B-4421-86B7-F535C5B48135}" dt="2023-10-31T01:21:18.668" v="567" actId="14100"/>
          <ac:spMkLst>
            <pc:docMk/>
            <pc:sldMk cId="3816687852" sldId="1239"/>
            <ac:spMk id="18" creationId="{7E4AD932-241A-B4CA-BC0D-D9D8C7C94CB2}"/>
          </ac:spMkLst>
        </pc:spChg>
        <pc:picChg chg="add mod modCrop">
          <ac:chgData name="정지윤" userId="02c42eeb-3573-4fe0-87af-c4a597b73e9f" providerId="ADAL" clId="{9FBACC46-319B-4421-86B7-F535C5B48135}" dt="2023-10-31T01:21:08.732" v="561" actId="732"/>
          <ac:picMkLst>
            <pc:docMk/>
            <pc:sldMk cId="3816687852" sldId="1239"/>
            <ac:picMk id="5" creationId="{92FCD4D4-ECCC-23C7-43D0-DF1931B7161F}"/>
          </ac:picMkLst>
        </pc:picChg>
        <pc:picChg chg="del">
          <ac:chgData name="정지윤" userId="02c42eeb-3573-4fe0-87af-c4a597b73e9f" providerId="ADAL" clId="{9FBACC46-319B-4421-86B7-F535C5B48135}" dt="2023-10-31T01:21:11.428" v="564" actId="478"/>
          <ac:picMkLst>
            <pc:docMk/>
            <pc:sldMk cId="3816687852" sldId="1239"/>
            <ac:picMk id="11" creationId="{87B34587-F28F-3087-B131-188F18BF66AE}"/>
          </ac:picMkLst>
        </pc:picChg>
        <pc:picChg chg="del">
          <ac:chgData name="정지윤" userId="02c42eeb-3573-4fe0-87af-c4a597b73e9f" providerId="ADAL" clId="{9FBACC46-319B-4421-86B7-F535C5B48135}" dt="2023-10-31T01:21:10.687" v="563" actId="478"/>
          <ac:picMkLst>
            <pc:docMk/>
            <pc:sldMk cId="3816687852" sldId="1239"/>
            <ac:picMk id="13" creationId="{D7E8D765-AA38-C785-2EE5-54D8CED12DB7}"/>
          </ac:picMkLst>
        </pc:picChg>
        <pc:picChg chg="del">
          <ac:chgData name="정지윤" userId="02c42eeb-3573-4fe0-87af-c4a597b73e9f" providerId="ADAL" clId="{9FBACC46-319B-4421-86B7-F535C5B48135}" dt="2023-10-31T01:21:10.414" v="562" actId="478"/>
          <ac:picMkLst>
            <pc:docMk/>
            <pc:sldMk cId="3816687852" sldId="1239"/>
            <ac:picMk id="15" creationId="{A93B534F-9635-3F4E-7264-1E166EE30833}"/>
          </ac:picMkLst>
        </pc:picChg>
        <pc:cxnChg chg="del mod">
          <ac:chgData name="정지윤" userId="02c42eeb-3573-4fe0-87af-c4a597b73e9f" providerId="ADAL" clId="{9FBACC46-319B-4421-86B7-F535C5B48135}" dt="2023-10-31T01:21:20.630" v="568" actId="478"/>
          <ac:cxnSpMkLst>
            <pc:docMk/>
            <pc:sldMk cId="3816687852" sldId="1239"/>
            <ac:cxnSpMk id="20" creationId="{F0710D32-36AC-84B9-9D64-717B4B16D4DF}"/>
          </ac:cxnSpMkLst>
        </pc:cxnChg>
        <pc:cxnChg chg="del mod">
          <ac:chgData name="정지윤" userId="02c42eeb-3573-4fe0-87af-c4a597b73e9f" providerId="ADAL" clId="{9FBACC46-319B-4421-86B7-F535C5B48135}" dt="2023-10-31T01:21:20.630" v="568" actId="478"/>
          <ac:cxnSpMkLst>
            <pc:docMk/>
            <pc:sldMk cId="3816687852" sldId="1239"/>
            <ac:cxnSpMk id="22" creationId="{44098519-8B9E-9E86-EC1C-905B966663AB}"/>
          </ac:cxnSpMkLst>
        </pc:cxnChg>
      </pc:sldChg>
      <pc:sldChg chg="delSp modSp add del mod">
        <pc:chgData name="정지윤" userId="02c42eeb-3573-4fe0-87af-c4a597b73e9f" providerId="ADAL" clId="{9FBACC46-319B-4421-86B7-F535C5B48135}" dt="2023-10-31T02:33:06.057" v="1981" actId="47"/>
        <pc:sldMkLst>
          <pc:docMk/>
          <pc:sldMk cId="77012950" sldId="1240"/>
        </pc:sldMkLst>
        <pc:spChg chg="mod">
          <ac:chgData name="정지윤" userId="02c42eeb-3573-4fe0-87af-c4a597b73e9f" providerId="ADAL" clId="{9FBACC46-319B-4421-86B7-F535C5B48135}" dt="2023-10-31T02:08:00.828" v="1570" actId="20577"/>
          <ac:spMkLst>
            <pc:docMk/>
            <pc:sldMk cId="77012950" sldId="1240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0-31T02:08:02.611" v="1572" actId="478"/>
          <ac:spMkLst>
            <pc:docMk/>
            <pc:sldMk cId="77012950" sldId="1240"/>
            <ac:spMk id="18" creationId="{7E4AD932-241A-B4CA-BC0D-D9D8C7C94CB2}"/>
          </ac:spMkLst>
        </pc:spChg>
        <pc:graphicFrameChg chg="mod modGraphic">
          <ac:chgData name="정지윤" userId="02c42eeb-3573-4fe0-87af-c4a597b73e9f" providerId="ADAL" clId="{9FBACC46-319B-4421-86B7-F535C5B48135}" dt="2023-10-31T02:08:07.090" v="1576" actId="20577"/>
          <ac:graphicFrameMkLst>
            <pc:docMk/>
            <pc:sldMk cId="77012950" sldId="1240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0-31T02:08:01.892" v="1571" actId="478"/>
          <ac:picMkLst>
            <pc:docMk/>
            <pc:sldMk cId="77012950" sldId="1240"/>
            <ac:picMk id="5" creationId="{92FCD4D4-ECCC-23C7-43D0-DF1931B7161F}"/>
          </ac:picMkLst>
        </pc:picChg>
      </pc:sldChg>
      <pc:sldChg chg="addSp delSp modSp add mod">
        <pc:chgData name="정지윤" userId="02c42eeb-3573-4fe0-87af-c4a597b73e9f" providerId="ADAL" clId="{9FBACC46-319B-4421-86B7-F535C5B48135}" dt="2023-10-31T02:01:39.942" v="905" actId="20577"/>
        <pc:sldMkLst>
          <pc:docMk/>
          <pc:sldMk cId="3524124884" sldId="1241"/>
        </pc:sldMkLst>
        <pc:spChg chg="mod">
          <ac:chgData name="정지윤" userId="02c42eeb-3573-4fe0-87af-c4a597b73e9f" providerId="ADAL" clId="{9FBACC46-319B-4421-86B7-F535C5B48135}" dt="2023-10-31T01:51:40.398" v="877" actId="20577"/>
          <ac:spMkLst>
            <pc:docMk/>
            <pc:sldMk cId="3524124884" sldId="1241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0-31T01:53:47.066" v="893" actId="1076"/>
          <ac:spMkLst>
            <pc:docMk/>
            <pc:sldMk cId="3524124884" sldId="1241"/>
            <ac:spMk id="10" creationId="{5BE13981-CB9C-7051-D3C8-B813BF090CFE}"/>
          </ac:spMkLst>
        </pc:spChg>
        <pc:spChg chg="add mod">
          <ac:chgData name="정지윤" userId="02c42eeb-3573-4fe0-87af-c4a597b73e9f" providerId="ADAL" clId="{9FBACC46-319B-4421-86B7-F535C5B48135}" dt="2023-10-31T01:53:56.874" v="897" actId="14100"/>
          <ac:spMkLst>
            <pc:docMk/>
            <pc:sldMk cId="3524124884" sldId="1241"/>
            <ac:spMk id="13" creationId="{0D3A752A-5591-55DA-6FDF-89A4E52150FC}"/>
          </ac:spMkLst>
        </pc:spChg>
        <pc:spChg chg="del mod">
          <ac:chgData name="정지윤" userId="02c42eeb-3573-4fe0-87af-c4a597b73e9f" providerId="ADAL" clId="{9FBACC46-319B-4421-86B7-F535C5B48135}" dt="2023-10-31T01:34:32.311" v="678" actId="478"/>
          <ac:spMkLst>
            <pc:docMk/>
            <pc:sldMk cId="3524124884" sldId="1241"/>
            <ac:spMk id="18" creationId="{7E4AD932-241A-B4CA-BC0D-D9D8C7C94CB2}"/>
          </ac:spMkLst>
        </pc:spChg>
        <pc:graphicFrameChg chg="mod modGraphic">
          <ac:chgData name="정지윤" userId="02c42eeb-3573-4fe0-87af-c4a597b73e9f" providerId="ADAL" clId="{9FBACC46-319B-4421-86B7-F535C5B48135}" dt="2023-10-31T02:01:39.942" v="905" actId="20577"/>
          <ac:graphicFrameMkLst>
            <pc:docMk/>
            <pc:sldMk cId="3524124884" sldId="1241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0-31T01:34:26.910" v="676" actId="478"/>
          <ac:picMkLst>
            <pc:docMk/>
            <pc:sldMk cId="3524124884" sldId="1241"/>
            <ac:picMk id="5" creationId="{92FCD4D4-ECCC-23C7-43D0-DF1931B7161F}"/>
          </ac:picMkLst>
        </pc:picChg>
        <pc:picChg chg="add del mod ord modCrop">
          <ac:chgData name="정지윤" userId="02c42eeb-3573-4fe0-87af-c4a597b73e9f" providerId="ADAL" clId="{9FBACC46-319B-4421-86B7-F535C5B48135}" dt="2023-10-31T01:46:20.285" v="714" actId="478"/>
          <ac:picMkLst>
            <pc:docMk/>
            <pc:sldMk cId="3524124884" sldId="1241"/>
            <ac:picMk id="6" creationId="{4446D0EE-EC8A-4254-1944-A95E1142F9A7}"/>
          </ac:picMkLst>
        </pc:picChg>
        <pc:picChg chg="add mod ord modCrop">
          <ac:chgData name="정지윤" userId="02c42eeb-3573-4fe0-87af-c4a597b73e9f" providerId="ADAL" clId="{9FBACC46-319B-4421-86B7-F535C5B48135}" dt="2023-10-31T01:53:47.066" v="893" actId="1076"/>
          <ac:picMkLst>
            <pc:docMk/>
            <pc:sldMk cId="3524124884" sldId="1241"/>
            <ac:picMk id="9" creationId="{66680C0E-9431-2C60-C6F0-80E4AD915249}"/>
          </ac:picMkLst>
        </pc:picChg>
        <pc:picChg chg="add mod modCrop">
          <ac:chgData name="정지윤" userId="02c42eeb-3573-4fe0-87af-c4a597b73e9f" providerId="ADAL" clId="{9FBACC46-319B-4421-86B7-F535C5B48135}" dt="2023-10-31T01:53:49.585" v="894" actId="1076"/>
          <ac:picMkLst>
            <pc:docMk/>
            <pc:sldMk cId="3524124884" sldId="1241"/>
            <ac:picMk id="12" creationId="{7B8C7EC2-59C7-4714-4EBC-0671EFC6BE3B}"/>
          </ac:picMkLst>
        </pc:picChg>
        <pc:cxnChg chg="add">
          <ac:chgData name="정지윤" userId="02c42eeb-3573-4fe0-87af-c4a597b73e9f" providerId="ADAL" clId="{9FBACC46-319B-4421-86B7-F535C5B48135}" dt="2023-10-31T01:54:01.277" v="898" actId="11529"/>
          <ac:cxnSpMkLst>
            <pc:docMk/>
            <pc:sldMk cId="3524124884" sldId="1241"/>
            <ac:cxnSpMk id="15" creationId="{0140A813-BC7B-AB0B-10EA-3F21A03401BE}"/>
          </ac:cxnSpMkLst>
        </pc:cxnChg>
      </pc:sldChg>
      <pc:sldChg chg="addSp delSp modSp add mod ord">
        <pc:chgData name="정지윤" userId="02c42eeb-3573-4fe0-87af-c4a597b73e9f" providerId="ADAL" clId="{9FBACC46-319B-4421-86B7-F535C5B48135}" dt="2023-10-31T02:03:33.802" v="1228"/>
        <pc:sldMkLst>
          <pc:docMk/>
          <pc:sldMk cId="2604348244" sldId="1242"/>
        </pc:sldMkLst>
        <pc:spChg chg="mod">
          <ac:chgData name="정지윤" userId="02c42eeb-3573-4fe0-87af-c4a597b73e9f" providerId="ADAL" clId="{9FBACC46-319B-4421-86B7-F535C5B48135}" dt="2023-10-31T02:03:30.162" v="1226" actId="20577"/>
          <ac:spMkLst>
            <pc:docMk/>
            <pc:sldMk cId="2604348244" sldId="1242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0-31T02:02:32.340" v="918" actId="478"/>
          <ac:spMkLst>
            <pc:docMk/>
            <pc:sldMk cId="2604348244" sldId="1242"/>
            <ac:spMk id="10" creationId="{5BE13981-CB9C-7051-D3C8-B813BF090CFE}"/>
          </ac:spMkLst>
        </pc:spChg>
        <pc:spChg chg="mod ord">
          <ac:chgData name="정지윤" userId="02c42eeb-3573-4fe0-87af-c4a597b73e9f" providerId="ADAL" clId="{9FBACC46-319B-4421-86B7-F535C5B48135}" dt="2023-10-31T02:02:39.153" v="921" actId="14100"/>
          <ac:spMkLst>
            <pc:docMk/>
            <pc:sldMk cId="2604348244" sldId="1242"/>
            <ac:spMk id="13" creationId="{0D3A752A-5591-55DA-6FDF-89A4E52150FC}"/>
          </ac:spMkLst>
        </pc:spChg>
        <pc:graphicFrameChg chg="modGraphic">
          <ac:chgData name="정지윤" userId="02c42eeb-3573-4fe0-87af-c4a597b73e9f" providerId="ADAL" clId="{9FBACC46-319B-4421-86B7-F535C5B48135}" dt="2023-10-31T02:03:16.263" v="1135" actId="20577"/>
          <ac:graphicFrameMkLst>
            <pc:docMk/>
            <pc:sldMk cId="2604348244" sldId="1242"/>
            <ac:graphicFrameMk id="3" creationId="{EB5E6BEF-7528-22F3-81D3-C88DBE43847E}"/>
          </ac:graphicFrameMkLst>
        </pc:graphicFrameChg>
        <pc:picChg chg="add mod modCrop">
          <ac:chgData name="정지윤" userId="02c42eeb-3573-4fe0-87af-c4a597b73e9f" providerId="ADAL" clId="{9FBACC46-319B-4421-86B7-F535C5B48135}" dt="2023-10-31T02:02:27.937" v="914" actId="1076"/>
          <ac:picMkLst>
            <pc:docMk/>
            <pc:sldMk cId="2604348244" sldId="1242"/>
            <ac:picMk id="5" creationId="{0EE33FC2-EB9B-9E9E-50C0-3D06ECA18B7B}"/>
          </ac:picMkLst>
        </pc:picChg>
        <pc:picChg chg="del">
          <ac:chgData name="정지윤" userId="02c42eeb-3573-4fe0-87af-c4a597b73e9f" providerId="ADAL" clId="{9FBACC46-319B-4421-86B7-F535C5B48135}" dt="2023-10-31T02:02:28.955" v="915" actId="478"/>
          <ac:picMkLst>
            <pc:docMk/>
            <pc:sldMk cId="2604348244" sldId="1242"/>
            <ac:picMk id="9" creationId="{66680C0E-9431-2C60-C6F0-80E4AD915249}"/>
          </ac:picMkLst>
        </pc:picChg>
        <pc:picChg chg="del">
          <ac:chgData name="정지윤" userId="02c42eeb-3573-4fe0-87af-c4a597b73e9f" providerId="ADAL" clId="{9FBACC46-319B-4421-86B7-F535C5B48135}" dt="2023-10-31T02:02:29.256" v="916" actId="478"/>
          <ac:picMkLst>
            <pc:docMk/>
            <pc:sldMk cId="2604348244" sldId="1242"/>
            <ac:picMk id="12" creationId="{7B8C7EC2-59C7-4714-4EBC-0671EFC6BE3B}"/>
          </ac:picMkLst>
        </pc:picChg>
        <pc:cxnChg chg="mod">
          <ac:chgData name="정지윤" userId="02c42eeb-3573-4fe0-87af-c4a597b73e9f" providerId="ADAL" clId="{9FBACC46-319B-4421-86B7-F535C5B48135}" dt="2023-10-31T02:02:32.340" v="918" actId="478"/>
          <ac:cxnSpMkLst>
            <pc:docMk/>
            <pc:sldMk cId="2604348244" sldId="1242"/>
            <ac:cxnSpMk id="15" creationId="{0140A813-BC7B-AB0B-10EA-3F21A03401BE}"/>
          </ac:cxnSpMkLst>
        </pc:cxnChg>
      </pc:sldChg>
      <pc:sldChg chg="addSp delSp modSp add mod">
        <pc:chgData name="정지윤" userId="02c42eeb-3573-4fe0-87af-c4a597b73e9f" providerId="ADAL" clId="{9FBACC46-319B-4421-86B7-F535C5B48135}" dt="2023-10-31T02:04:44.910" v="1472" actId="20577"/>
        <pc:sldMkLst>
          <pc:docMk/>
          <pc:sldMk cId="295400668" sldId="1243"/>
        </pc:sldMkLst>
        <pc:spChg chg="mod">
          <ac:chgData name="정지윤" userId="02c42eeb-3573-4fe0-87af-c4a597b73e9f" providerId="ADAL" clId="{9FBACC46-319B-4421-86B7-F535C5B48135}" dt="2023-10-31T02:04:37.439" v="1470" actId="20577"/>
          <ac:spMkLst>
            <pc:docMk/>
            <pc:sldMk cId="295400668" sldId="1243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0-31T02:04:11.425" v="1240" actId="14100"/>
          <ac:spMkLst>
            <pc:docMk/>
            <pc:sldMk cId="295400668" sldId="1243"/>
            <ac:spMk id="13" creationId="{0D3A752A-5591-55DA-6FDF-89A4E52150FC}"/>
          </ac:spMkLst>
        </pc:spChg>
        <pc:graphicFrameChg chg="modGraphic">
          <ac:chgData name="정지윤" userId="02c42eeb-3573-4fe0-87af-c4a597b73e9f" providerId="ADAL" clId="{9FBACC46-319B-4421-86B7-F535C5B48135}" dt="2023-10-31T02:04:44.910" v="1472" actId="20577"/>
          <ac:graphicFrameMkLst>
            <pc:docMk/>
            <pc:sldMk cId="295400668" sldId="1243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0-31T02:04:05.502" v="1237" actId="478"/>
          <ac:picMkLst>
            <pc:docMk/>
            <pc:sldMk cId="295400668" sldId="1243"/>
            <ac:picMk id="5" creationId="{0EE33FC2-EB9B-9E9E-50C0-3D06ECA18B7B}"/>
          </ac:picMkLst>
        </pc:picChg>
        <pc:picChg chg="add mod ord modCrop">
          <ac:chgData name="정지윤" userId="02c42eeb-3573-4fe0-87af-c4a597b73e9f" providerId="ADAL" clId="{9FBACC46-319B-4421-86B7-F535C5B48135}" dt="2023-10-31T02:04:04.871" v="1236" actId="167"/>
          <ac:picMkLst>
            <pc:docMk/>
            <pc:sldMk cId="295400668" sldId="1243"/>
            <ac:picMk id="6" creationId="{42CF4D0D-278E-8C12-CAC6-99C7A026C985}"/>
          </ac:picMkLst>
        </pc:picChg>
        <pc:cxnChg chg="del">
          <ac:chgData name="정지윤" userId="02c42eeb-3573-4fe0-87af-c4a597b73e9f" providerId="ADAL" clId="{9FBACC46-319B-4421-86B7-F535C5B48135}" dt="2023-10-31T02:04:07.849" v="1238" actId="478"/>
          <ac:cxnSpMkLst>
            <pc:docMk/>
            <pc:sldMk cId="295400668" sldId="1243"/>
            <ac:cxnSpMk id="15" creationId="{0140A813-BC7B-AB0B-10EA-3F21A03401BE}"/>
          </ac:cxnSpMkLst>
        </pc:cxnChg>
      </pc:sldChg>
      <pc:sldChg chg="addSp delSp modSp add del mod ord">
        <pc:chgData name="정지윤" userId="02c42eeb-3573-4fe0-87af-c4a597b73e9f" providerId="ADAL" clId="{9FBACC46-319B-4421-86B7-F535C5B48135}" dt="2023-10-31T02:40:17.482" v="2071" actId="2696"/>
        <pc:sldMkLst>
          <pc:docMk/>
          <pc:sldMk cId="1724625267" sldId="1244"/>
        </pc:sldMkLst>
        <pc:spChg chg="mod">
          <ac:chgData name="정지윤" userId="02c42eeb-3573-4fe0-87af-c4a597b73e9f" providerId="ADAL" clId="{9FBACC46-319B-4421-86B7-F535C5B48135}" dt="2023-10-31T02:35:34.937" v="2067" actId="20577"/>
          <ac:spMkLst>
            <pc:docMk/>
            <pc:sldMk cId="1724625267" sldId="1244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0-31T02:06:50.186" v="1488" actId="478"/>
          <ac:spMkLst>
            <pc:docMk/>
            <pc:sldMk cId="1724625267" sldId="1244"/>
            <ac:spMk id="10" creationId="{5BE13981-CB9C-7051-D3C8-B813BF090CFE}"/>
          </ac:spMkLst>
        </pc:spChg>
        <pc:spChg chg="del">
          <ac:chgData name="정지윤" userId="02c42eeb-3573-4fe0-87af-c4a597b73e9f" providerId="ADAL" clId="{9FBACC46-319B-4421-86B7-F535C5B48135}" dt="2023-10-31T02:06:51.851" v="1490" actId="478"/>
          <ac:spMkLst>
            <pc:docMk/>
            <pc:sldMk cId="1724625267" sldId="1244"/>
            <ac:spMk id="13" creationId="{0D3A752A-5591-55DA-6FDF-89A4E52150FC}"/>
          </ac:spMkLst>
        </pc:spChg>
        <pc:graphicFrameChg chg="mod modGraphic">
          <ac:chgData name="정지윤" userId="02c42eeb-3573-4fe0-87af-c4a597b73e9f" providerId="ADAL" clId="{9FBACC46-319B-4421-86B7-F535C5B48135}" dt="2023-10-31T02:07:16.362" v="1522"/>
          <ac:graphicFrameMkLst>
            <pc:docMk/>
            <pc:sldMk cId="1724625267" sldId="1244"/>
            <ac:graphicFrameMk id="3" creationId="{EB5E6BEF-7528-22F3-81D3-C88DBE43847E}"/>
          </ac:graphicFrameMkLst>
        </pc:graphicFrameChg>
        <pc:picChg chg="add del mod ord modCrop">
          <ac:chgData name="정지윤" userId="02c42eeb-3573-4fe0-87af-c4a597b73e9f" providerId="ADAL" clId="{9FBACC46-319B-4421-86B7-F535C5B48135}" dt="2023-10-31T02:35:36.512" v="2068" actId="478"/>
          <ac:picMkLst>
            <pc:docMk/>
            <pc:sldMk cId="1724625267" sldId="1244"/>
            <ac:picMk id="5" creationId="{7F693D60-5996-47C2-643A-EA06580AFF95}"/>
          </ac:picMkLst>
        </pc:picChg>
        <pc:picChg chg="del">
          <ac:chgData name="정지윤" userId="02c42eeb-3573-4fe0-87af-c4a597b73e9f" providerId="ADAL" clId="{9FBACC46-319B-4421-86B7-F535C5B48135}" dt="2023-10-31T02:06:46.854" v="1484" actId="478"/>
          <ac:picMkLst>
            <pc:docMk/>
            <pc:sldMk cId="1724625267" sldId="1244"/>
            <ac:picMk id="9" creationId="{66680C0E-9431-2C60-C6F0-80E4AD915249}"/>
          </ac:picMkLst>
        </pc:picChg>
        <pc:picChg chg="del">
          <ac:chgData name="정지윤" userId="02c42eeb-3573-4fe0-87af-c4a597b73e9f" providerId="ADAL" clId="{9FBACC46-319B-4421-86B7-F535C5B48135}" dt="2023-10-31T02:06:47.193" v="1485" actId="478"/>
          <ac:picMkLst>
            <pc:docMk/>
            <pc:sldMk cId="1724625267" sldId="1244"/>
            <ac:picMk id="12" creationId="{7B8C7EC2-59C7-4714-4EBC-0671EFC6BE3B}"/>
          </ac:picMkLst>
        </pc:picChg>
        <pc:cxnChg chg="del mod">
          <ac:chgData name="정지윤" userId="02c42eeb-3573-4fe0-87af-c4a597b73e9f" providerId="ADAL" clId="{9FBACC46-319B-4421-86B7-F535C5B48135}" dt="2023-10-31T02:06:54.738" v="1492" actId="478"/>
          <ac:cxnSpMkLst>
            <pc:docMk/>
            <pc:sldMk cId="1724625267" sldId="1244"/>
            <ac:cxnSpMk id="15" creationId="{0140A813-BC7B-AB0B-10EA-3F21A03401BE}"/>
          </ac:cxnSpMkLst>
        </pc:cxnChg>
      </pc:sldChg>
      <pc:sldChg chg="addSp delSp modSp add mod ord">
        <pc:chgData name="정지윤" userId="02c42eeb-3573-4fe0-87af-c4a597b73e9f" providerId="ADAL" clId="{9FBACC46-319B-4421-86B7-F535C5B48135}" dt="2023-10-31T03:09:02.510" v="3143" actId="20577"/>
        <pc:sldMkLst>
          <pc:docMk/>
          <pc:sldMk cId="2380281932" sldId="1245"/>
        </pc:sldMkLst>
        <pc:spChg chg="mod">
          <ac:chgData name="정지윤" userId="02c42eeb-3573-4fe0-87af-c4a597b73e9f" providerId="ADAL" clId="{9FBACC46-319B-4421-86B7-F535C5B48135}" dt="2023-10-31T03:08:28.182" v="3137" actId="20577"/>
          <ac:spMkLst>
            <pc:docMk/>
            <pc:sldMk cId="2380281932" sldId="1245"/>
            <ac:spMk id="7" creationId="{0C81DD60-D84B-4D3C-8F3E-7D0E22E11300}"/>
          </ac:spMkLst>
        </pc:spChg>
        <pc:spChg chg="del mod">
          <ac:chgData name="정지윤" userId="02c42eeb-3573-4fe0-87af-c4a597b73e9f" providerId="ADAL" clId="{9FBACC46-319B-4421-86B7-F535C5B48135}" dt="2023-10-31T03:07:48.614" v="2911" actId="478"/>
          <ac:spMkLst>
            <pc:docMk/>
            <pc:sldMk cId="2380281932" sldId="1245"/>
            <ac:spMk id="13" creationId="{0D3A752A-5591-55DA-6FDF-89A4E52150FC}"/>
          </ac:spMkLst>
        </pc:spChg>
        <pc:spChg chg="add mod">
          <ac:chgData name="정지윤" userId="02c42eeb-3573-4fe0-87af-c4a597b73e9f" providerId="ADAL" clId="{9FBACC46-319B-4421-86B7-F535C5B48135}" dt="2023-10-31T03:08:47.989" v="3141" actId="14100"/>
          <ac:spMkLst>
            <pc:docMk/>
            <pc:sldMk cId="2380281932" sldId="1245"/>
            <ac:spMk id="14" creationId="{4B3C2872-BE28-D300-151F-041BFC97047B}"/>
          </ac:spMkLst>
        </pc:spChg>
        <pc:grpChg chg="add mod">
          <ac:chgData name="정지윤" userId="02c42eeb-3573-4fe0-87af-c4a597b73e9f" providerId="ADAL" clId="{9FBACC46-319B-4421-86B7-F535C5B48135}" dt="2023-10-31T03:07:54.567" v="2915" actId="1076"/>
          <ac:grpSpMkLst>
            <pc:docMk/>
            <pc:sldMk cId="2380281932" sldId="1245"/>
            <ac:grpSpMk id="12" creationId="{71BDCF43-7DB6-CBD7-4700-65BBBDC0FA55}"/>
          </ac:grpSpMkLst>
        </pc:grpChg>
        <pc:graphicFrameChg chg="mod modGraphic">
          <ac:chgData name="정지윤" userId="02c42eeb-3573-4fe0-87af-c4a597b73e9f" providerId="ADAL" clId="{9FBACC46-319B-4421-86B7-F535C5B48135}" dt="2023-10-31T03:09:02.510" v="3143" actId="20577"/>
          <ac:graphicFrameMkLst>
            <pc:docMk/>
            <pc:sldMk cId="2380281932" sldId="1245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0-31T02:13:06.765" v="1786" actId="478"/>
          <ac:picMkLst>
            <pc:docMk/>
            <pc:sldMk cId="2380281932" sldId="1245"/>
            <ac:picMk id="5" creationId="{0EE33FC2-EB9B-9E9E-50C0-3D06ECA18B7B}"/>
          </ac:picMkLst>
        </pc:picChg>
        <pc:picChg chg="add del mod ord modCrop">
          <ac:chgData name="정지윤" userId="02c42eeb-3573-4fe0-87af-c4a597b73e9f" providerId="ADAL" clId="{9FBACC46-319B-4421-86B7-F535C5B48135}" dt="2023-10-31T03:07:45.515" v="2910" actId="478"/>
          <ac:picMkLst>
            <pc:docMk/>
            <pc:sldMk cId="2380281932" sldId="1245"/>
            <ac:picMk id="6" creationId="{7E12370F-AED7-FD7B-5800-C23E53284CD7}"/>
          </ac:picMkLst>
        </pc:picChg>
        <pc:picChg chg="add mod modCrop">
          <ac:chgData name="정지윤" userId="02c42eeb-3573-4fe0-87af-c4a597b73e9f" providerId="ADAL" clId="{9FBACC46-319B-4421-86B7-F535C5B48135}" dt="2023-10-31T03:07:58.421" v="2917" actId="1076"/>
          <ac:picMkLst>
            <pc:docMk/>
            <pc:sldMk cId="2380281932" sldId="1245"/>
            <ac:picMk id="9" creationId="{A9758C07-9A2B-A942-4A02-3117BE6680DF}"/>
          </ac:picMkLst>
        </pc:picChg>
        <pc:picChg chg="add mod modCrop">
          <ac:chgData name="정지윤" userId="02c42eeb-3573-4fe0-87af-c4a597b73e9f" providerId="ADAL" clId="{9FBACC46-319B-4421-86B7-F535C5B48135}" dt="2023-10-31T03:07:56.306" v="2916" actId="1076"/>
          <ac:picMkLst>
            <pc:docMk/>
            <pc:sldMk cId="2380281932" sldId="1245"/>
            <ac:picMk id="11" creationId="{632AAF15-0686-4ACC-E8F5-CDB57692781E}"/>
          </ac:picMkLst>
        </pc:picChg>
        <pc:cxnChg chg="del">
          <ac:chgData name="정지윤" userId="02c42eeb-3573-4fe0-87af-c4a597b73e9f" providerId="ADAL" clId="{9FBACC46-319B-4421-86B7-F535C5B48135}" dt="2023-10-31T02:13:12.428" v="1789" actId="478"/>
          <ac:cxnSpMkLst>
            <pc:docMk/>
            <pc:sldMk cId="2380281932" sldId="1245"/>
            <ac:cxnSpMk id="15" creationId="{0140A813-BC7B-AB0B-10EA-3F21A03401BE}"/>
          </ac:cxnSpMkLst>
        </pc:cxnChg>
        <pc:cxnChg chg="add">
          <ac:chgData name="정지윤" userId="02c42eeb-3573-4fe0-87af-c4a597b73e9f" providerId="ADAL" clId="{9FBACC46-319B-4421-86B7-F535C5B48135}" dt="2023-10-31T03:08:50.392" v="3142" actId="11529"/>
          <ac:cxnSpMkLst>
            <pc:docMk/>
            <pc:sldMk cId="2380281932" sldId="1245"/>
            <ac:cxnSpMk id="17" creationId="{96BC8A46-EBBF-F2B8-2137-1DAC70A19273}"/>
          </ac:cxnSpMkLst>
        </pc:cxnChg>
      </pc:sldChg>
      <pc:sldChg chg="addSp delSp modSp add mod">
        <pc:chgData name="정지윤" userId="02c42eeb-3573-4fe0-87af-c4a597b73e9f" providerId="ADAL" clId="{9FBACC46-319B-4421-86B7-F535C5B48135}" dt="2023-10-31T03:18:44.124" v="3402" actId="1076"/>
        <pc:sldMkLst>
          <pc:docMk/>
          <pc:sldMk cId="2390385797" sldId="1246"/>
        </pc:sldMkLst>
        <pc:spChg chg="mod">
          <ac:chgData name="정지윤" userId="02c42eeb-3573-4fe0-87af-c4a597b73e9f" providerId="ADAL" clId="{9FBACC46-319B-4421-86B7-F535C5B48135}" dt="2023-10-31T02:19:27.895" v="1971"/>
          <ac:spMkLst>
            <pc:docMk/>
            <pc:sldMk cId="2390385797" sldId="1246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0-31T03:18:35.692" v="3398" actId="1076"/>
          <ac:spMkLst>
            <pc:docMk/>
            <pc:sldMk cId="2390385797" sldId="1246"/>
            <ac:spMk id="8" creationId="{792C2419-16CA-5F1D-EAA5-A2716115961B}"/>
          </ac:spMkLst>
        </pc:spChg>
        <pc:spChg chg="add mod">
          <ac:chgData name="정지윤" userId="02c42eeb-3573-4fe0-87af-c4a597b73e9f" providerId="ADAL" clId="{9FBACC46-319B-4421-86B7-F535C5B48135}" dt="2023-10-31T03:18:41.724" v="3401" actId="14100"/>
          <ac:spMkLst>
            <pc:docMk/>
            <pc:sldMk cId="2390385797" sldId="1246"/>
            <ac:spMk id="10" creationId="{7456A50E-FF2B-BEE9-76CD-D38847196946}"/>
          </ac:spMkLst>
        </pc:spChg>
        <pc:spChg chg="mod">
          <ac:chgData name="정지윤" userId="02c42eeb-3573-4fe0-87af-c4a597b73e9f" providerId="ADAL" clId="{9FBACC46-319B-4421-86B7-F535C5B48135}" dt="2023-10-31T03:18:44.124" v="3402" actId="1076"/>
          <ac:spMkLst>
            <pc:docMk/>
            <pc:sldMk cId="2390385797" sldId="1246"/>
            <ac:spMk id="13" creationId="{0D3A752A-5591-55DA-6FDF-89A4E52150FC}"/>
          </ac:spMkLst>
        </pc:spChg>
        <pc:graphicFrameChg chg="modGraphic">
          <ac:chgData name="정지윤" userId="02c42eeb-3573-4fe0-87af-c4a597b73e9f" providerId="ADAL" clId="{9FBACC46-319B-4421-86B7-F535C5B48135}" dt="2023-10-31T02:19:36.496" v="1973" actId="20577"/>
          <ac:graphicFrameMkLst>
            <pc:docMk/>
            <pc:sldMk cId="2390385797" sldId="1246"/>
            <ac:graphicFrameMk id="3" creationId="{EB5E6BEF-7528-22F3-81D3-C88DBE43847E}"/>
          </ac:graphicFrameMkLst>
        </pc:graphicFrameChg>
        <pc:picChg chg="add del mod ord modCrop">
          <ac:chgData name="정지윤" userId="02c42eeb-3573-4fe0-87af-c4a597b73e9f" providerId="ADAL" clId="{9FBACC46-319B-4421-86B7-F535C5B48135}" dt="2023-10-31T03:18:31.194" v="3397" actId="478"/>
          <ac:picMkLst>
            <pc:docMk/>
            <pc:sldMk cId="2390385797" sldId="1246"/>
            <ac:picMk id="5" creationId="{662F9E8E-B242-0DB8-00E7-CE8E20A88431}"/>
          </ac:picMkLst>
        </pc:picChg>
        <pc:picChg chg="del">
          <ac:chgData name="정지윤" userId="02c42eeb-3573-4fe0-87af-c4a597b73e9f" providerId="ADAL" clId="{9FBACC46-319B-4421-86B7-F535C5B48135}" dt="2023-10-31T02:18:39.658" v="1804" actId="478"/>
          <ac:picMkLst>
            <pc:docMk/>
            <pc:sldMk cId="2390385797" sldId="1246"/>
            <ac:picMk id="6" creationId="{7E12370F-AED7-FD7B-5800-C23E53284CD7}"/>
          </ac:picMkLst>
        </pc:picChg>
        <pc:picChg chg="add mod ord">
          <ac:chgData name="정지윤" userId="02c42eeb-3573-4fe0-87af-c4a597b73e9f" providerId="ADAL" clId="{9FBACC46-319B-4421-86B7-F535C5B48135}" dt="2023-10-31T03:18:30.620" v="3396" actId="167"/>
          <ac:picMkLst>
            <pc:docMk/>
            <pc:sldMk cId="2390385797" sldId="1246"/>
            <ac:picMk id="9" creationId="{8481CF45-2E06-9DD5-1BDC-A4C9F123732D}"/>
          </ac:picMkLst>
        </pc:picChg>
      </pc:sldChg>
      <pc:sldChg chg="addSp delSp modSp add mod ord">
        <pc:chgData name="정지윤" userId="02c42eeb-3573-4fe0-87af-c4a597b73e9f" providerId="ADAL" clId="{9FBACC46-319B-4421-86B7-F535C5B48135}" dt="2023-10-31T03:20:22.884" v="3624" actId="20577"/>
        <pc:sldMkLst>
          <pc:docMk/>
          <pc:sldMk cId="1941828152" sldId="1247"/>
        </pc:sldMkLst>
        <pc:spChg chg="mod">
          <ac:chgData name="정지윤" userId="02c42eeb-3573-4fe0-87af-c4a597b73e9f" providerId="ADAL" clId="{9FBACC46-319B-4421-86B7-F535C5B48135}" dt="2023-10-31T03:20:10.915" v="3622" actId="20577"/>
          <ac:spMkLst>
            <pc:docMk/>
            <pc:sldMk cId="1941828152" sldId="1247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0-31T03:19:33.964" v="3422" actId="14100"/>
          <ac:spMkLst>
            <pc:docMk/>
            <pc:sldMk cId="1941828152" sldId="1247"/>
            <ac:spMk id="8" creationId="{792C2419-16CA-5F1D-EAA5-A2716115961B}"/>
          </ac:spMkLst>
        </pc:spChg>
        <pc:spChg chg="add mod">
          <ac:chgData name="정지윤" userId="02c42eeb-3573-4fe0-87af-c4a597b73e9f" providerId="ADAL" clId="{9FBACC46-319B-4421-86B7-F535C5B48135}" dt="2023-10-31T03:19:36.650" v="3423" actId="571"/>
          <ac:spMkLst>
            <pc:docMk/>
            <pc:sldMk cId="1941828152" sldId="1247"/>
            <ac:spMk id="12" creationId="{C0D6D383-77F7-0EE1-F85E-56D5405D3CDD}"/>
          </ac:spMkLst>
        </pc:spChg>
        <pc:spChg chg="del">
          <ac:chgData name="정지윤" userId="02c42eeb-3573-4fe0-87af-c4a597b73e9f" providerId="ADAL" clId="{9FBACC46-319B-4421-86B7-F535C5B48135}" dt="2023-10-31T02:21:26.984" v="1980" actId="478"/>
          <ac:spMkLst>
            <pc:docMk/>
            <pc:sldMk cId="1941828152" sldId="1247"/>
            <ac:spMk id="13" creationId="{0D3A752A-5591-55DA-6FDF-89A4E52150FC}"/>
          </ac:spMkLst>
        </pc:spChg>
        <pc:spChg chg="add mod">
          <ac:chgData name="정지윤" userId="02c42eeb-3573-4fe0-87af-c4a597b73e9f" providerId="ADAL" clId="{9FBACC46-319B-4421-86B7-F535C5B48135}" dt="2023-10-31T03:19:39.159" v="3424" actId="571"/>
          <ac:spMkLst>
            <pc:docMk/>
            <pc:sldMk cId="1941828152" sldId="1247"/>
            <ac:spMk id="14" creationId="{EEC7C31E-50B7-4FD2-FF7F-55147C8B62D6}"/>
          </ac:spMkLst>
        </pc:spChg>
        <pc:spChg chg="add mod">
          <ac:chgData name="정지윤" userId="02c42eeb-3573-4fe0-87af-c4a597b73e9f" providerId="ADAL" clId="{9FBACC46-319B-4421-86B7-F535C5B48135}" dt="2023-10-31T03:19:40.497" v="3426" actId="571"/>
          <ac:spMkLst>
            <pc:docMk/>
            <pc:sldMk cId="1941828152" sldId="1247"/>
            <ac:spMk id="16" creationId="{275094EB-0888-A79D-B7FF-B9F65E0598FF}"/>
          </ac:spMkLst>
        </pc:spChg>
        <pc:spChg chg="add mod">
          <ac:chgData name="정지윤" userId="02c42eeb-3573-4fe0-87af-c4a597b73e9f" providerId="ADAL" clId="{9FBACC46-319B-4421-86B7-F535C5B48135}" dt="2023-10-31T03:19:46.436" v="3427" actId="571"/>
          <ac:spMkLst>
            <pc:docMk/>
            <pc:sldMk cId="1941828152" sldId="1247"/>
            <ac:spMk id="17" creationId="{BD277BEB-9193-6B38-E7D6-92CAA3A16323}"/>
          </ac:spMkLst>
        </pc:spChg>
        <pc:spChg chg="add mod">
          <ac:chgData name="정지윤" userId="02c42eeb-3573-4fe0-87af-c4a597b73e9f" providerId="ADAL" clId="{9FBACC46-319B-4421-86B7-F535C5B48135}" dt="2023-10-31T03:19:46.436" v="3427" actId="571"/>
          <ac:spMkLst>
            <pc:docMk/>
            <pc:sldMk cId="1941828152" sldId="1247"/>
            <ac:spMk id="18" creationId="{248CC90B-E513-6374-8757-FD746F34CA40}"/>
          </ac:spMkLst>
        </pc:spChg>
        <pc:graphicFrameChg chg="modGraphic">
          <ac:chgData name="정지윤" userId="02c42eeb-3573-4fe0-87af-c4a597b73e9f" providerId="ADAL" clId="{9FBACC46-319B-4421-86B7-F535C5B48135}" dt="2023-10-31T03:20:22.884" v="3624" actId="20577"/>
          <ac:graphicFrameMkLst>
            <pc:docMk/>
            <pc:sldMk cId="1941828152" sldId="1247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0-31T03:18:07.996" v="3388" actId="478"/>
          <ac:picMkLst>
            <pc:docMk/>
            <pc:sldMk cId="1941828152" sldId="1247"/>
            <ac:picMk id="5" creationId="{662F9E8E-B242-0DB8-00E7-CE8E20A88431}"/>
          </ac:picMkLst>
        </pc:picChg>
        <pc:picChg chg="add del mod ord modCrop">
          <ac:chgData name="정지윤" userId="02c42eeb-3573-4fe0-87af-c4a597b73e9f" providerId="ADAL" clId="{9FBACC46-319B-4421-86B7-F535C5B48135}" dt="2023-10-31T03:19:13.246" v="3410" actId="478"/>
          <ac:picMkLst>
            <pc:docMk/>
            <pc:sldMk cId="1941828152" sldId="1247"/>
            <ac:picMk id="6" creationId="{3B02BC40-6A92-BC02-0C4B-C6A62AA7DDE3}"/>
          </ac:picMkLst>
        </pc:picChg>
        <pc:picChg chg="add mod ord modCrop">
          <ac:chgData name="정지윤" userId="02c42eeb-3573-4fe0-87af-c4a597b73e9f" providerId="ADAL" clId="{9FBACC46-319B-4421-86B7-F535C5B48135}" dt="2023-10-31T03:19:28.861" v="3420" actId="167"/>
          <ac:picMkLst>
            <pc:docMk/>
            <pc:sldMk cId="1941828152" sldId="1247"/>
            <ac:picMk id="10" creationId="{CCF1F3B3-A7C3-1455-3EC0-4D12EFA6D5B8}"/>
          </ac:picMkLst>
        </pc:picChg>
        <pc:picChg chg="add del mod">
          <ac:chgData name="정지윤" userId="02c42eeb-3573-4fe0-87af-c4a597b73e9f" providerId="ADAL" clId="{9FBACC46-319B-4421-86B7-F535C5B48135}" dt="2023-10-31T03:19:26.875" v="3419" actId="478"/>
          <ac:picMkLst>
            <pc:docMk/>
            <pc:sldMk cId="1941828152" sldId="1247"/>
            <ac:picMk id="11" creationId="{431AD2FC-2C9E-C025-972C-53419F448C0C}"/>
          </ac:picMkLst>
        </pc:picChg>
        <pc:picChg chg="add mod">
          <ac:chgData name="정지윤" userId="02c42eeb-3573-4fe0-87af-c4a597b73e9f" providerId="ADAL" clId="{9FBACC46-319B-4421-86B7-F535C5B48135}" dt="2023-10-31T03:19:40.497" v="3426" actId="571"/>
          <ac:picMkLst>
            <pc:docMk/>
            <pc:sldMk cId="1941828152" sldId="1247"/>
            <ac:picMk id="15" creationId="{A706BB9D-2002-580C-4965-E75B1A796BF5}"/>
          </ac:picMkLst>
        </pc:picChg>
      </pc:sldChg>
      <pc:sldChg chg="addSp delSp modSp add mod">
        <pc:chgData name="정지윤" userId="02c42eeb-3573-4fe0-87af-c4a597b73e9f" providerId="ADAL" clId="{9FBACC46-319B-4421-86B7-F535C5B48135}" dt="2023-10-31T02:45:35.054" v="2206" actId="20577"/>
        <pc:sldMkLst>
          <pc:docMk/>
          <pc:sldMk cId="4082353331" sldId="1248"/>
        </pc:sldMkLst>
        <pc:spChg chg="mod">
          <ac:chgData name="정지윤" userId="02c42eeb-3573-4fe0-87af-c4a597b73e9f" providerId="ADAL" clId="{9FBACC46-319B-4421-86B7-F535C5B48135}" dt="2023-10-31T02:45:35.054" v="2206" actId="20577"/>
          <ac:spMkLst>
            <pc:docMk/>
            <pc:sldMk cId="4082353331" sldId="1248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0-31T02:45:13.079" v="2103" actId="1076"/>
          <ac:spMkLst>
            <pc:docMk/>
            <pc:sldMk cId="4082353331" sldId="1248"/>
            <ac:spMk id="18" creationId="{7E4AD932-241A-B4CA-BC0D-D9D8C7C94CB2}"/>
          </ac:spMkLst>
        </pc:spChg>
        <pc:graphicFrameChg chg="mod modGraphic">
          <ac:chgData name="정지윤" userId="02c42eeb-3573-4fe0-87af-c4a597b73e9f" providerId="ADAL" clId="{9FBACC46-319B-4421-86B7-F535C5B48135}" dt="2023-10-31T02:44:30.568" v="2089"/>
          <ac:graphicFrameMkLst>
            <pc:docMk/>
            <pc:sldMk cId="4082353331" sldId="1248"/>
            <ac:graphicFrameMk id="3" creationId="{EB5E6BEF-7528-22F3-81D3-C88DBE43847E}"/>
          </ac:graphicFrameMkLst>
        </pc:graphicFrameChg>
        <pc:picChg chg="del mod">
          <ac:chgData name="정지윤" userId="02c42eeb-3573-4fe0-87af-c4a597b73e9f" providerId="ADAL" clId="{9FBACC46-319B-4421-86B7-F535C5B48135}" dt="2023-10-31T02:45:10.475" v="2102" actId="478"/>
          <ac:picMkLst>
            <pc:docMk/>
            <pc:sldMk cId="4082353331" sldId="1248"/>
            <ac:picMk id="5" creationId="{92FCD4D4-ECCC-23C7-43D0-DF1931B7161F}"/>
          </ac:picMkLst>
        </pc:picChg>
        <pc:picChg chg="add mod ord modCrop">
          <ac:chgData name="정지윤" userId="02c42eeb-3573-4fe0-87af-c4a597b73e9f" providerId="ADAL" clId="{9FBACC46-319B-4421-86B7-F535C5B48135}" dt="2023-10-31T02:45:09.348" v="2101" actId="167"/>
          <ac:picMkLst>
            <pc:docMk/>
            <pc:sldMk cId="4082353331" sldId="1248"/>
            <ac:picMk id="6" creationId="{4B8EA4B5-6C7F-1826-E502-BCDD3966238E}"/>
          </ac:picMkLst>
        </pc:picChg>
      </pc:sldChg>
      <pc:sldChg chg="addSp delSp modSp add mod">
        <pc:chgData name="정지윤" userId="02c42eeb-3573-4fe0-87af-c4a597b73e9f" providerId="ADAL" clId="{9FBACC46-319B-4421-86B7-F535C5B48135}" dt="2023-10-31T02:50:27.798" v="2411" actId="20577"/>
        <pc:sldMkLst>
          <pc:docMk/>
          <pc:sldMk cId="2322667942" sldId="1249"/>
        </pc:sldMkLst>
        <pc:spChg chg="mod">
          <ac:chgData name="정지윤" userId="02c42eeb-3573-4fe0-87af-c4a597b73e9f" providerId="ADAL" clId="{9FBACC46-319B-4421-86B7-F535C5B48135}" dt="2023-10-31T02:46:59.224" v="2335" actId="20577"/>
          <ac:spMkLst>
            <pc:docMk/>
            <pc:sldMk cId="2322667942" sldId="1249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0-31T02:46:42.263" v="2220" actId="14100"/>
          <ac:spMkLst>
            <pc:docMk/>
            <pc:sldMk cId="2322667942" sldId="1249"/>
            <ac:spMk id="13" creationId="{0D3A752A-5591-55DA-6FDF-89A4E52150FC}"/>
          </ac:spMkLst>
        </pc:spChg>
        <pc:graphicFrameChg chg="modGraphic">
          <ac:chgData name="정지윤" userId="02c42eeb-3573-4fe0-87af-c4a597b73e9f" providerId="ADAL" clId="{9FBACC46-319B-4421-86B7-F535C5B48135}" dt="2023-10-31T02:50:27.798" v="2411" actId="20577"/>
          <ac:graphicFrameMkLst>
            <pc:docMk/>
            <pc:sldMk cId="2322667942" sldId="1249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0-31T02:46:37.965" v="2217" actId="167"/>
          <ac:picMkLst>
            <pc:docMk/>
            <pc:sldMk cId="2322667942" sldId="1249"/>
            <ac:picMk id="5" creationId="{A8447956-CD93-22F6-83DE-ED34C60EFCA4}"/>
          </ac:picMkLst>
        </pc:picChg>
        <pc:picChg chg="del">
          <ac:chgData name="정지윤" userId="02c42eeb-3573-4fe0-87af-c4a597b73e9f" providerId="ADAL" clId="{9FBACC46-319B-4421-86B7-F535C5B48135}" dt="2023-10-31T02:46:38.487" v="2218" actId="478"/>
          <ac:picMkLst>
            <pc:docMk/>
            <pc:sldMk cId="2322667942" sldId="1249"/>
            <ac:picMk id="6" creationId="{42CF4D0D-278E-8C12-CAC6-99C7A026C985}"/>
          </ac:picMkLst>
        </pc:picChg>
      </pc:sldChg>
      <pc:sldChg chg="addSp delSp modSp add mod ord">
        <pc:chgData name="정지윤" userId="02c42eeb-3573-4fe0-87af-c4a597b73e9f" providerId="ADAL" clId="{9FBACC46-319B-4421-86B7-F535C5B48135}" dt="2023-10-31T02:50:42.806" v="2414" actId="20577"/>
        <pc:sldMkLst>
          <pc:docMk/>
          <pc:sldMk cId="4216325724" sldId="1250"/>
        </pc:sldMkLst>
        <pc:spChg chg="mod">
          <ac:chgData name="정지윤" userId="02c42eeb-3573-4fe0-87af-c4a597b73e9f" providerId="ADAL" clId="{9FBACC46-319B-4421-86B7-F535C5B48135}" dt="2023-10-31T02:47:47.769" v="2403" actId="20577"/>
          <ac:spMkLst>
            <pc:docMk/>
            <pc:sldMk cId="4216325724" sldId="1250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0-31T02:47:27.943" v="2347" actId="14100"/>
          <ac:spMkLst>
            <pc:docMk/>
            <pc:sldMk cId="4216325724" sldId="1250"/>
            <ac:spMk id="13" creationId="{0D3A752A-5591-55DA-6FDF-89A4E52150FC}"/>
          </ac:spMkLst>
        </pc:spChg>
        <pc:graphicFrameChg chg="modGraphic">
          <ac:chgData name="정지윤" userId="02c42eeb-3573-4fe0-87af-c4a597b73e9f" providerId="ADAL" clId="{9FBACC46-319B-4421-86B7-F535C5B48135}" dt="2023-10-31T02:50:42.806" v="2414" actId="20577"/>
          <ac:graphicFrameMkLst>
            <pc:docMk/>
            <pc:sldMk cId="4216325724" sldId="1250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0-31T02:47:17.223" v="2345" actId="478"/>
          <ac:picMkLst>
            <pc:docMk/>
            <pc:sldMk cId="4216325724" sldId="1250"/>
            <ac:picMk id="5" creationId="{A8447956-CD93-22F6-83DE-ED34C60EFCA4}"/>
          </ac:picMkLst>
        </pc:picChg>
        <pc:picChg chg="add mod ord modCrop">
          <ac:chgData name="정지윤" userId="02c42eeb-3573-4fe0-87af-c4a597b73e9f" providerId="ADAL" clId="{9FBACC46-319B-4421-86B7-F535C5B48135}" dt="2023-10-31T02:47:16.676" v="2344" actId="167"/>
          <ac:picMkLst>
            <pc:docMk/>
            <pc:sldMk cId="4216325724" sldId="1250"/>
            <ac:picMk id="6" creationId="{F4DCC517-588D-B8BD-0242-83F6DFBD374B}"/>
          </ac:picMkLst>
        </pc:picChg>
      </pc:sldChg>
      <pc:sldChg chg="add del">
        <pc:chgData name="정지윤" userId="02c42eeb-3573-4fe0-87af-c4a597b73e9f" providerId="ADAL" clId="{9FBACC46-319B-4421-86B7-F535C5B48135}" dt="2023-10-31T02:50:52.819" v="2418" actId="47"/>
        <pc:sldMkLst>
          <pc:docMk/>
          <pc:sldMk cId="1713172855" sldId="1251"/>
        </pc:sldMkLst>
      </pc:sldChg>
      <pc:sldChg chg="addSp delSp modSp add mod">
        <pc:chgData name="정지윤" userId="02c42eeb-3573-4fe0-87af-c4a597b73e9f" providerId="ADAL" clId="{9FBACC46-319B-4421-86B7-F535C5B48135}" dt="2023-10-31T02:52:59.810" v="2435" actId="478"/>
        <pc:sldMkLst>
          <pc:docMk/>
          <pc:sldMk cId="1011153317" sldId="1252"/>
        </pc:sldMkLst>
        <pc:graphicFrameChg chg="mod">
          <ac:chgData name="정지윤" userId="02c42eeb-3573-4fe0-87af-c4a597b73e9f" providerId="ADAL" clId="{9FBACC46-319B-4421-86B7-F535C5B48135}" dt="2023-10-31T02:50:49.857" v="2416"/>
          <ac:graphicFrameMkLst>
            <pc:docMk/>
            <pc:sldMk cId="1011153317" sldId="1252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0-31T02:52:59.810" v="2435" actId="478"/>
          <ac:picMkLst>
            <pc:docMk/>
            <pc:sldMk cId="1011153317" sldId="1252"/>
            <ac:picMk id="5" creationId="{A8447956-CD93-22F6-83DE-ED34C60EFCA4}"/>
          </ac:picMkLst>
        </pc:picChg>
        <pc:picChg chg="add mod ord modCrop">
          <ac:chgData name="정지윤" userId="02c42eeb-3573-4fe0-87af-c4a597b73e9f" providerId="ADAL" clId="{9FBACC46-319B-4421-86B7-F535C5B48135}" dt="2023-10-31T02:52:59.221" v="2434" actId="167"/>
          <ac:picMkLst>
            <pc:docMk/>
            <pc:sldMk cId="1011153317" sldId="1252"/>
            <ac:picMk id="6" creationId="{5117AA0A-8B6C-0AB0-8A74-B766D081A541}"/>
          </ac:picMkLst>
        </pc:picChg>
      </pc:sldChg>
      <pc:sldChg chg="addSp delSp modSp add mod">
        <pc:chgData name="정지윤" userId="02c42eeb-3573-4fe0-87af-c4a597b73e9f" providerId="ADAL" clId="{9FBACC46-319B-4421-86B7-F535C5B48135}" dt="2023-10-31T02:53:19.967" v="2445" actId="478"/>
        <pc:sldMkLst>
          <pc:docMk/>
          <pc:sldMk cId="3776829970" sldId="1253"/>
        </pc:sldMkLst>
        <pc:graphicFrameChg chg="mod">
          <ac:chgData name="정지윤" userId="02c42eeb-3573-4fe0-87af-c4a597b73e9f" providerId="ADAL" clId="{9FBACC46-319B-4421-86B7-F535C5B48135}" dt="2023-10-31T02:50:51.727" v="2417"/>
          <ac:graphicFrameMkLst>
            <pc:docMk/>
            <pc:sldMk cId="3776829970" sldId="1253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0-31T02:53:19.398" v="2444" actId="167"/>
          <ac:picMkLst>
            <pc:docMk/>
            <pc:sldMk cId="3776829970" sldId="1253"/>
            <ac:picMk id="5" creationId="{DB0F628E-ACA9-E1FC-8C73-B29B1B51D898}"/>
          </ac:picMkLst>
        </pc:picChg>
        <pc:picChg chg="del">
          <ac:chgData name="정지윤" userId="02c42eeb-3573-4fe0-87af-c4a597b73e9f" providerId="ADAL" clId="{9FBACC46-319B-4421-86B7-F535C5B48135}" dt="2023-10-31T02:53:19.967" v="2445" actId="478"/>
          <ac:picMkLst>
            <pc:docMk/>
            <pc:sldMk cId="3776829970" sldId="1253"/>
            <ac:picMk id="6" creationId="{F4DCC517-588D-B8BD-0242-83F6DFBD374B}"/>
          </ac:picMkLst>
        </pc:picChg>
      </pc:sldChg>
      <pc:sldChg chg="addSp delSp modSp add mod ord">
        <pc:chgData name="정지윤" userId="02c42eeb-3573-4fe0-87af-c4a597b73e9f" providerId="ADAL" clId="{9FBACC46-319B-4421-86B7-F535C5B48135}" dt="2023-10-31T03:17:25.269" v="3379"/>
        <pc:sldMkLst>
          <pc:docMk/>
          <pc:sldMk cId="490664316" sldId="1254"/>
        </pc:sldMkLst>
        <pc:spChg chg="mod">
          <ac:chgData name="정지윤" userId="02c42eeb-3573-4fe0-87af-c4a597b73e9f" providerId="ADAL" clId="{9FBACC46-319B-4421-86B7-F535C5B48135}" dt="2023-10-31T03:17:09.724" v="3353" actId="20577"/>
          <ac:spMkLst>
            <pc:docMk/>
            <pc:sldMk cId="490664316" sldId="1254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0-31T03:17:16.468" v="3354" actId="1076"/>
          <ac:spMkLst>
            <pc:docMk/>
            <pc:sldMk cId="490664316" sldId="1254"/>
            <ac:spMk id="13" creationId="{0D3A752A-5591-55DA-6FDF-89A4E52150FC}"/>
          </ac:spMkLst>
        </pc:spChg>
        <pc:graphicFrameChg chg="mod modGraphic">
          <ac:chgData name="정지윤" userId="02c42eeb-3573-4fe0-87af-c4a597b73e9f" providerId="ADAL" clId="{9FBACC46-319B-4421-86B7-F535C5B48135}" dt="2023-10-31T03:17:25.269" v="3379"/>
          <ac:graphicFrameMkLst>
            <pc:docMk/>
            <pc:sldMk cId="490664316" sldId="1254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0-31T02:58:01.442" v="2485" actId="478"/>
          <ac:picMkLst>
            <pc:docMk/>
            <pc:sldMk cId="490664316" sldId="1254"/>
            <ac:picMk id="5" creationId="{DB0F628E-ACA9-E1FC-8C73-B29B1B51D898}"/>
          </ac:picMkLst>
        </pc:picChg>
        <pc:picChg chg="add del mod ord modCrop">
          <ac:chgData name="정지윤" userId="02c42eeb-3573-4fe0-87af-c4a597b73e9f" providerId="ADAL" clId="{9FBACC46-319B-4421-86B7-F535C5B48135}" dt="2023-10-31T02:59:47.190" v="2502" actId="478"/>
          <ac:picMkLst>
            <pc:docMk/>
            <pc:sldMk cId="490664316" sldId="1254"/>
            <ac:picMk id="6" creationId="{2A941A12-6B25-4CB0-4810-A561B5DCF119}"/>
          </ac:picMkLst>
        </pc:picChg>
        <pc:picChg chg="add del mod ord modCrop">
          <ac:chgData name="정지윤" userId="02c42eeb-3573-4fe0-87af-c4a597b73e9f" providerId="ADAL" clId="{9FBACC46-319B-4421-86B7-F535C5B48135}" dt="2023-10-31T03:16:59.506" v="3299" actId="478"/>
          <ac:picMkLst>
            <pc:docMk/>
            <pc:sldMk cId="490664316" sldId="1254"/>
            <ac:picMk id="9" creationId="{DFEBEFD3-3E13-E33C-59DB-7F88F230FBF0}"/>
          </ac:picMkLst>
        </pc:picChg>
        <pc:picChg chg="add mod ord modCrop">
          <ac:chgData name="정지윤" userId="02c42eeb-3573-4fe0-87af-c4a597b73e9f" providerId="ADAL" clId="{9FBACC46-319B-4421-86B7-F535C5B48135}" dt="2023-10-31T03:16:59.027" v="3298" actId="167"/>
          <ac:picMkLst>
            <pc:docMk/>
            <pc:sldMk cId="490664316" sldId="1254"/>
            <ac:picMk id="11" creationId="{E99B7D8D-45F9-9204-3713-ED617E436A1D}"/>
          </ac:picMkLst>
        </pc:picChg>
      </pc:sldChg>
      <pc:sldChg chg="addSp delSp modSp add mod">
        <pc:chgData name="정지윤" userId="02c42eeb-3573-4fe0-87af-c4a597b73e9f" providerId="ADAL" clId="{9FBACC46-319B-4421-86B7-F535C5B48135}" dt="2023-10-31T03:03:32.080" v="2875" actId="20577"/>
        <pc:sldMkLst>
          <pc:docMk/>
          <pc:sldMk cId="3400578088" sldId="1255"/>
        </pc:sldMkLst>
        <pc:spChg chg="mod">
          <ac:chgData name="정지윤" userId="02c42eeb-3573-4fe0-87af-c4a597b73e9f" providerId="ADAL" clId="{9FBACC46-319B-4421-86B7-F535C5B48135}" dt="2023-10-31T03:03:19.955" v="2873" actId="20577"/>
          <ac:spMkLst>
            <pc:docMk/>
            <pc:sldMk cId="3400578088" sldId="1255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0-31T03:02:44.870" v="2653" actId="14100"/>
          <ac:spMkLst>
            <pc:docMk/>
            <pc:sldMk cId="3400578088" sldId="1255"/>
            <ac:spMk id="13" creationId="{0D3A752A-5591-55DA-6FDF-89A4E52150FC}"/>
          </ac:spMkLst>
        </pc:spChg>
        <pc:graphicFrameChg chg="mod modGraphic">
          <ac:chgData name="정지윤" userId="02c42eeb-3573-4fe0-87af-c4a597b73e9f" providerId="ADAL" clId="{9FBACC46-319B-4421-86B7-F535C5B48135}" dt="2023-10-31T03:03:32.080" v="2875" actId="20577"/>
          <ac:graphicFrameMkLst>
            <pc:docMk/>
            <pc:sldMk cId="3400578088" sldId="1255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0-31T03:02:39.427" v="2650" actId="167"/>
          <ac:picMkLst>
            <pc:docMk/>
            <pc:sldMk cId="3400578088" sldId="1255"/>
            <ac:picMk id="5" creationId="{5AFCB497-8C80-645C-F9DD-E69D80A56656}"/>
          </ac:picMkLst>
        </pc:picChg>
        <pc:picChg chg="del">
          <ac:chgData name="정지윤" userId="02c42eeb-3573-4fe0-87af-c4a597b73e9f" providerId="ADAL" clId="{9FBACC46-319B-4421-86B7-F535C5B48135}" dt="2023-10-31T03:02:39.901" v="2651" actId="478"/>
          <ac:picMkLst>
            <pc:docMk/>
            <pc:sldMk cId="3400578088" sldId="1255"/>
            <ac:picMk id="9" creationId="{DFEBEFD3-3E13-E33C-59DB-7F88F230FBF0}"/>
          </ac:picMkLst>
        </pc:picChg>
      </pc:sldChg>
      <pc:sldChg chg="addSp delSp modSp add mod">
        <pc:chgData name="정지윤" userId="02c42eeb-3573-4fe0-87af-c4a597b73e9f" providerId="ADAL" clId="{9FBACC46-319B-4421-86B7-F535C5B48135}" dt="2023-10-31T03:47:20.918" v="4234" actId="20577"/>
        <pc:sldMkLst>
          <pc:docMk/>
          <pc:sldMk cId="1380200255" sldId="1256"/>
        </pc:sldMkLst>
        <pc:spChg chg="mod">
          <ac:chgData name="정지윤" userId="02c42eeb-3573-4fe0-87af-c4a597b73e9f" providerId="ADAL" clId="{9FBACC46-319B-4421-86B7-F535C5B48135}" dt="2023-10-31T03:47:20.918" v="4234" actId="20577"/>
          <ac:spMkLst>
            <pc:docMk/>
            <pc:sldMk cId="1380200255" sldId="1256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0-31T03:28:25.835" v="3638" actId="14100"/>
          <ac:spMkLst>
            <pc:docMk/>
            <pc:sldMk cId="1380200255" sldId="1256"/>
            <ac:spMk id="8" creationId="{792C2419-16CA-5F1D-EAA5-A2716115961B}"/>
          </ac:spMkLst>
        </pc:spChg>
        <pc:spChg chg="add mod">
          <ac:chgData name="정지윤" userId="02c42eeb-3573-4fe0-87af-c4a597b73e9f" providerId="ADAL" clId="{9FBACC46-319B-4421-86B7-F535C5B48135}" dt="2023-10-31T03:28:27.982" v="3639" actId="571"/>
          <ac:spMkLst>
            <pc:docMk/>
            <pc:sldMk cId="1380200255" sldId="1256"/>
            <ac:spMk id="9" creationId="{1F806A6D-633D-E5A3-19F3-F8946A2C1A02}"/>
          </ac:spMkLst>
        </pc:spChg>
        <pc:spChg chg="del">
          <ac:chgData name="정지윤" userId="02c42eeb-3573-4fe0-87af-c4a597b73e9f" providerId="ADAL" clId="{9FBACC46-319B-4421-86B7-F535C5B48135}" dt="2023-10-31T03:28:29.557" v="3640" actId="478"/>
          <ac:spMkLst>
            <pc:docMk/>
            <pc:sldMk cId="1380200255" sldId="1256"/>
            <ac:spMk id="13" creationId="{0D3A752A-5591-55DA-6FDF-89A4E52150FC}"/>
          </ac:spMkLst>
        </pc:spChg>
        <pc:graphicFrameChg chg="modGraphic">
          <ac:chgData name="정지윤" userId="02c42eeb-3573-4fe0-87af-c4a597b73e9f" providerId="ADAL" clId="{9FBACC46-319B-4421-86B7-F535C5B48135}" dt="2023-10-31T03:29:10.732" v="3826" actId="6549"/>
          <ac:graphicFrameMkLst>
            <pc:docMk/>
            <pc:sldMk cId="1380200255" sldId="1256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0-31T03:28:20.038" v="3636" actId="478"/>
          <ac:picMkLst>
            <pc:docMk/>
            <pc:sldMk cId="1380200255" sldId="1256"/>
            <ac:picMk id="5" creationId="{662F9E8E-B242-0DB8-00E7-CE8E20A88431}"/>
          </ac:picMkLst>
        </pc:picChg>
        <pc:picChg chg="add mod ord modCrop">
          <ac:chgData name="정지윤" userId="02c42eeb-3573-4fe0-87af-c4a597b73e9f" providerId="ADAL" clId="{9FBACC46-319B-4421-86B7-F535C5B48135}" dt="2023-10-31T03:28:19.362" v="3635" actId="167"/>
          <ac:picMkLst>
            <pc:docMk/>
            <pc:sldMk cId="1380200255" sldId="1256"/>
            <ac:picMk id="6" creationId="{230E6505-595C-596D-1E6D-E488940D0E7A}"/>
          </ac:picMkLst>
        </pc:picChg>
      </pc:sldChg>
      <pc:sldChg chg="add del">
        <pc:chgData name="정지윤" userId="02c42eeb-3573-4fe0-87af-c4a597b73e9f" providerId="ADAL" clId="{9FBACC46-319B-4421-86B7-F535C5B48135}" dt="2023-10-31T03:16:37.212" v="3290" actId="47"/>
        <pc:sldMkLst>
          <pc:docMk/>
          <pc:sldMk cId="328749907" sldId="1257"/>
        </pc:sldMkLst>
      </pc:sldChg>
      <pc:sldChg chg="addSp delSp modSp add del mod ord">
        <pc:chgData name="정지윤" userId="02c42eeb-3573-4fe0-87af-c4a597b73e9f" providerId="ADAL" clId="{9FBACC46-319B-4421-86B7-F535C5B48135}" dt="2023-10-31T03:45:22.450" v="4193" actId="47"/>
        <pc:sldMkLst>
          <pc:docMk/>
          <pc:sldMk cId="1395055392" sldId="1257"/>
        </pc:sldMkLst>
        <pc:spChg chg="mod">
          <ac:chgData name="정지윤" userId="02c42eeb-3573-4fe0-87af-c4a597b73e9f" providerId="ADAL" clId="{9FBACC46-319B-4421-86B7-F535C5B48135}" dt="2023-10-31T03:39:21.155" v="4096" actId="6549"/>
          <ac:spMkLst>
            <pc:docMk/>
            <pc:sldMk cId="1395055392" sldId="1257"/>
            <ac:spMk id="7" creationId="{0C81DD60-D84B-4D3C-8F3E-7D0E22E11300}"/>
          </ac:spMkLst>
        </pc:spChg>
        <pc:spChg chg="del mod ord">
          <ac:chgData name="정지윤" userId="02c42eeb-3573-4fe0-87af-c4a597b73e9f" providerId="ADAL" clId="{9FBACC46-319B-4421-86B7-F535C5B48135}" dt="2023-10-31T03:38:45.248" v="3993" actId="478"/>
          <ac:spMkLst>
            <pc:docMk/>
            <pc:sldMk cId="1395055392" sldId="1257"/>
            <ac:spMk id="8" creationId="{792C2419-16CA-5F1D-EAA5-A2716115961B}"/>
          </ac:spMkLst>
        </pc:spChg>
        <pc:spChg chg="del">
          <ac:chgData name="정지윤" userId="02c42eeb-3573-4fe0-87af-c4a597b73e9f" providerId="ADAL" clId="{9FBACC46-319B-4421-86B7-F535C5B48135}" dt="2023-10-31T03:30:39.329" v="3960" actId="478"/>
          <ac:spMkLst>
            <pc:docMk/>
            <pc:sldMk cId="1395055392" sldId="1257"/>
            <ac:spMk id="9" creationId="{1F806A6D-633D-E5A3-19F3-F8946A2C1A02}"/>
          </ac:spMkLst>
        </pc:spChg>
        <pc:spChg chg="add mod">
          <ac:chgData name="정지윤" userId="02c42eeb-3573-4fe0-87af-c4a597b73e9f" providerId="ADAL" clId="{9FBACC46-319B-4421-86B7-F535C5B48135}" dt="2023-10-31T03:38:44.155" v="3992" actId="14100"/>
          <ac:spMkLst>
            <pc:docMk/>
            <pc:sldMk cId="1395055392" sldId="1257"/>
            <ac:spMk id="12" creationId="{A5D37FE1-8B07-0890-7BCA-F5705334B2AF}"/>
          </ac:spMkLst>
        </pc:spChg>
        <pc:graphicFrameChg chg="modGraphic">
          <ac:chgData name="정지윤" userId="02c42eeb-3573-4fe0-87af-c4a597b73e9f" providerId="ADAL" clId="{9FBACC46-319B-4421-86B7-F535C5B48135}" dt="2023-10-31T03:39:06.193" v="4070" actId="20577"/>
          <ac:graphicFrameMkLst>
            <pc:docMk/>
            <pc:sldMk cId="1395055392" sldId="1257"/>
            <ac:graphicFrameMk id="3" creationId="{EB5E6BEF-7528-22F3-81D3-C88DBE43847E}"/>
          </ac:graphicFrameMkLst>
        </pc:graphicFrameChg>
        <pc:picChg chg="add del mod ord modCrop">
          <ac:chgData name="정지윤" userId="02c42eeb-3573-4fe0-87af-c4a597b73e9f" providerId="ADAL" clId="{9FBACC46-319B-4421-86B7-F535C5B48135}" dt="2023-10-31T03:38:18.378" v="3977" actId="478"/>
          <ac:picMkLst>
            <pc:docMk/>
            <pc:sldMk cId="1395055392" sldId="1257"/>
            <ac:picMk id="5" creationId="{3D9E02B4-F5E9-FAE9-1BE8-B6A94C6F735A}"/>
          </ac:picMkLst>
        </pc:picChg>
        <pc:picChg chg="del">
          <ac:chgData name="정지윤" userId="02c42eeb-3573-4fe0-87af-c4a597b73e9f" providerId="ADAL" clId="{9FBACC46-319B-4421-86B7-F535C5B48135}" dt="2023-10-31T03:30:11.257" v="3947" actId="478"/>
          <ac:picMkLst>
            <pc:docMk/>
            <pc:sldMk cId="1395055392" sldId="1257"/>
            <ac:picMk id="6" creationId="{230E6505-595C-596D-1E6D-E488940D0E7A}"/>
          </ac:picMkLst>
        </pc:picChg>
        <pc:picChg chg="add del mod ord modCrop">
          <ac:chgData name="정지윤" userId="02c42eeb-3573-4fe0-87af-c4a597b73e9f" providerId="ADAL" clId="{9FBACC46-319B-4421-86B7-F535C5B48135}" dt="2023-10-31T03:38:27.043" v="3983" actId="478"/>
          <ac:picMkLst>
            <pc:docMk/>
            <pc:sldMk cId="1395055392" sldId="1257"/>
            <ac:picMk id="11" creationId="{C809B030-64B0-B6F8-174E-FD1EB3F069DE}"/>
          </ac:picMkLst>
        </pc:picChg>
        <pc:picChg chg="add mod ord modCrop">
          <ac:chgData name="정지윤" userId="02c42eeb-3573-4fe0-87af-c4a597b73e9f" providerId="ADAL" clId="{9FBACC46-319B-4421-86B7-F535C5B48135}" dt="2023-10-31T03:38:39.410" v="3989" actId="167"/>
          <ac:picMkLst>
            <pc:docMk/>
            <pc:sldMk cId="1395055392" sldId="1257"/>
            <ac:picMk id="14" creationId="{7E72C4B3-ADAF-6E6A-B5C3-54231EEC12B2}"/>
          </ac:picMkLst>
        </pc:picChg>
        <pc:picChg chg="add del mod">
          <ac:chgData name="정지윤" userId="02c42eeb-3573-4fe0-87af-c4a597b73e9f" providerId="ADAL" clId="{9FBACC46-319B-4421-86B7-F535C5B48135}" dt="2023-10-31T03:38:40.037" v="3990" actId="478"/>
          <ac:picMkLst>
            <pc:docMk/>
            <pc:sldMk cId="1395055392" sldId="1257"/>
            <ac:picMk id="15" creationId="{C5EC8FD5-8A2B-A911-FAE0-EA3F855DF654}"/>
          </ac:picMkLst>
        </pc:picChg>
      </pc:sldChg>
      <pc:sldChg chg="delSp modSp add mod">
        <pc:chgData name="정지윤" userId="02c42eeb-3573-4fe0-87af-c4a597b73e9f" providerId="ADAL" clId="{9FBACC46-319B-4421-86B7-F535C5B48135}" dt="2023-10-31T03:42:56.633" v="4184" actId="20577"/>
        <pc:sldMkLst>
          <pc:docMk/>
          <pc:sldMk cId="1232027689" sldId="1258"/>
        </pc:sldMkLst>
        <pc:spChg chg="mod">
          <ac:chgData name="정지윤" userId="02c42eeb-3573-4fe0-87af-c4a597b73e9f" providerId="ADAL" clId="{9FBACC46-319B-4421-86B7-F535C5B48135}" dt="2023-10-31T03:42:52.617" v="4180" actId="20577"/>
          <ac:spMkLst>
            <pc:docMk/>
            <pc:sldMk cId="1232027689" sldId="1258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0-31T03:42:45.947" v="4143" actId="478"/>
          <ac:spMkLst>
            <pc:docMk/>
            <pc:sldMk cId="1232027689" sldId="1258"/>
            <ac:spMk id="12" creationId="{A5D37FE1-8B07-0890-7BCA-F5705334B2AF}"/>
          </ac:spMkLst>
        </pc:spChg>
        <pc:graphicFrameChg chg="mod modGraphic">
          <ac:chgData name="정지윤" userId="02c42eeb-3573-4fe0-87af-c4a597b73e9f" providerId="ADAL" clId="{9FBACC46-319B-4421-86B7-F535C5B48135}" dt="2023-10-31T03:42:56.633" v="4184" actId="20577"/>
          <ac:graphicFrameMkLst>
            <pc:docMk/>
            <pc:sldMk cId="1232027689" sldId="1258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0-31T03:42:44.927" v="4142" actId="478"/>
          <ac:picMkLst>
            <pc:docMk/>
            <pc:sldMk cId="1232027689" sldId="1258"/>
            <ac:picMk id="14" creationId="{7E72C4B3-ADAF-6E6A-B5C3-54231EEC12B2}"/>
          </ac:picMkLst>
        </pc:picChg>
      </pc:sldChg>
      <pc:sldChg chg="addSp delSp modSp add mod">
        <pc:chgData name="정지윤" userId="02c42eeb-3573-4fe0-87af-c4a597b73e9f" providerId="ADAL" clId="{9FBACC46-319B-4421-86B7-F535C5B48135}" dt="2023-10-31T03:47:34.889" v="4252" actId="6549"/>
        <pc:sldMkLst>
          <pc:docMk/>
          <pc:sldMk cId="3647339958" sldId="1259"/>
        </pc:sldMkLst>
        <pc:spChg chg="mod">
          <ac:chgData name="정지윤" userId="02c42eeb-3573-4fe0-87af-c4a597b73e9f" providerId="ADAL" clId="{9FBACC46-319B-4421-86B7-F535C5B48135}" dt="2023-10-31T03:47:34.889" v="4252" actId="6549"/>
          <ac:spMkLst>
            <pc:docMk/>
            <pc:sldMk cId="3647339958" sldId="1259"/>
            <ac:spMk id="7" creationId="{0C81DD60-D84B-4D3C-8F3E-7D0E22E11300}"/>
          </ac:spMkLst>
        </pc:spChg>
        <pc:graphicFrameChg chg="modGraphic">
          <ac:chgData name="정지윤" userId="02c42eeb-3573-4fe0-87af-c4a597b73e9f" providerId="ADAL" clId="{9FBACC46-319B-4421-86B7-F535C5B48135}" dt="2023-10-31T03:46:19.583" v="4196" actId="20577"/>
          <ac:graphicFrameMkLst>
            <pc:docMk/>
            <pc:sldMk cId="3647339958" sldId="1259"/>
            <ac:graphicFrameMk id="3" creationId="{EB5E6BEF-7528-22F3-81D3-C88DBE43847E}"/>
          </ac:graphicFrameMkLst>
        </pc:graphicFrameChg>
        <pc:picChg chg="add mod">
          <ac:chgData name="정지윤" userId="02c42eeb-3573-4fe0-87af-c4a597b73e9f" providerId="ADAL" clId="{9FBACC46-319B-4421-86B7-F535C5B48135}" dt="2023-10-31T03:46:37.407" v="4197"/>
          <ac:picMkLst>
            <pc:docMk/>
            <pc:sldMk cId="3647339958" sldId="1259"/>
            <ac:picMk id="4" creationId="{18AD7C10-08BF-9996-2838-69B18B5EC9A0}"/>
          </ac:picMkLst>
        </pc:picChg>
        <pc:picChg chg="add del mod ord modCrop">
          <ac:chgData name="정지윤" userId="02c42eeb-3573-4fe0-87af-c4a597b73e9f" providerId="ADAL" clId="{9FBACC46-319B-4421-86B7-F535C5B48135}" dt="2023-10-31T03:46:52.837" v="4206" actId="478"/>
          <ac:picMkLst>
            <pc:docMk/>
            <pc:sldMk cId="3647339958" sldId="1259"/>
            <ac:picMk id="6" creationId="{476B5AC2-A3E2-2E31-7BF8-DF2CF5487531}"/>
          </ac:picMkLst>
        </pc:picChg>
      </pc:sldChg>
      <pc:sldChg chg="modSp add mod">
        <pc:chgData name="정지윤" userId="02c42eeb-3573-4fe0-87af-c4a597b73e9f" providerId="ADAL" clId="{9FBACC46-319B-4421-86B7-F535C5B48135}" dt="2023-10-31T03:49:10.050" v="4299" actId="6549"/>
        <pc:sldMkLst>
          <pc:docMk/>
          <pc:sldMk cId="4272561208" sldId="1260"/>
        </pc:sldMkLst>
        <pc:graphicFrameChg chg="mod modGraphic">
          <ac:chgData name="정지윤" userId="02c42eeb-3573-4fe0-87af-c4a597b73e9f" providerId="ADAL" clId="{9FBACC46-319B-4421-86B7-F535C5B48135}" dt="2023-10-31T03:49:10.050" v="4299" actId="6549"/>
          <ac:graphicFrameMkLst>
            <pc:docMk/>
            <pc:sldMk cId="4272561208" sldId="1260"/>
            <ac:graphicFrameMk id="3" creationId="{EB5E6BEF-7528-22F3-81D3-C88DBE43847E}"/>
          </ac:graphicFrameMkLst>
        </pc:graphicFrameChg>
      </pc:sldChg>
      <pc:sldChg chg="addSp delSp modSp add mod">
        <pc:chgData name="정지윤" userId="02c42eeb-3573-4fe0-87af-c4a597b73e9f" providerId="ADAL" clId="{9FBACC46-319B-4421-86B7-F535C5B48135}" dt="2023-10-31T03:53:04.868" v="4488" actId="20577"/>
        <pc:sldMkLst>
          <pc:docMk/>
          <pc:sldMk cId="1736143798" sldId="1261"/>
        </pc:sldMkLst>
        <pc:spChg chg="mod">
          <ac:chgData name="정지윤" userId="02c42eeb-3573-4fe0-87af-c4a597b73e9f" providerId="ADAL" clId="{9FBACC46-319B-4421-86B7-F535C5B48135}" dt="2023-10-31T03:52:50.983" v="4486" actId="20577"/>
          <ac:spMkLst>
            <pc:docMk/>
            <pc:sldMk cId="1736143798" sldId="1261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0-31T03:52:24.890" v="4339" actId="14100"/>
          <ac:spMkLst>
            <pc:docMk/>
            <pc:sldMk cId="1736143798" sldId="1261"/>
            <ac:spMk id="8" creationId="{B5B112B8-C296-E03A-F0D0-DEC2042E7585}"/>
          </ac:spMkLst>
        </pc:spChg>
        <pc:graphicFrameChg chg="mod modGraphic">
          <ac:chgData name="정지윤" userId="02c42eeb-3573-4fe0-87af-c4a597b73e9f" providerId="ADAL" clId="{9FBACC46-319B-4421-86B7-F535C5B48135}" dt="2023-10-31T03:53:04.868" v="4488" actId="20577"/>
          <ac:graphicFrameMkLst>
            <pc:docMk/>
            <pc:sldMk cId="1736143798" sldId="1261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0-31T03:52:27.586" v="4340" actId="1076"/>
          <ac:picMkLst>
            <pc:docMk/>
            <pc:sldMk cId="1736143798" sldId="1261"/>
            <ac:picMk id="5" creationId="{C2B619D8-1D5C-9397-CEF0-FFE0C5D4B3B4}"/>
          </ac:picMkLst>
        </pc:picChg>
        <pc:picChg chg="add del mod">
          <ac:chgData name="정지윤" userId="02c42eeb-3573-4fe0-87af-c4a597b73e9f" providerId="ADAL" clId="{9FBACC46-319B-4421-86B7-F535C5B48135}" dt="2023-10-31T03:52:02.069" v="4335" actId="478"/>
          <ac:picMkLst>
            <pc:docMk/>
            <pc:sldMk cId="1736143798" sldId="1261"/>
            <ac:picMk id="6" creationId="{D7E246B6-4AC4-ABDF-BD71-7DAFF93A55F7}"/>
          </ac:picMkLst>
        </pc:picChg>
      </pc:sldChg>
      <pc:sldChg chg="addSp delSp modSp add mod">
        <pc:chgData name="정지윤" userId="02c42eeb-3573-4fe0-87af-c4a597b73e9f" providerId="ADAL" clId="{9FBACC46-319B-4421-86B7-F535C5B48135}" dt="2023-11-01T01:31:04.891" v="4716" actId="20577"/>
        <pc:sldMkLst>
          <pc:docMk/>
          <pc:sldMk cId="4292174035" sldId="1265"/>
        </pc:sldMkLst>
        <pc:spChg chg="mod">
          <ac:chgData name="정지윤" userId="02c42eeb-3573-4fe0-87af-c4a597b73e9f" providerId="ADAL" clId="{9FBACC46-319B-4421-86B7-F535C5B48135}" dt="2023-11-01T01:26:44.931" v="4529" actId="14100"/>
          <ac:spMkLst>
            <pc:docMk/>
            <pc:sldMk cId="4292174035" sldId="1265"/>
            <ac:spMk id="6" creationId="{F666CC41-84A8-1B9A-EDA4-6E6ED88AA2BF}"/>
          </ac:spMkLst>
        </pc:spChg>
        <pc:spChg chg="mod">
          <ac:chgData name="정지윤" userId="02c42eeb-3573-4fe0-87af-c4a597b73e9f" providerId="ADAL" clId="{9FBACC46-319B-4421-86B7-F535C5B48135}" dt="2023-11-01T01:29:49.685" v="4713" actId="20577"/>
          <ac:spMkLst>
            <pc:docMk/>
            <pc:sldMk cId="4292174035" sldId="1265"/>
            <ac:spMk id="7" creationId="{0C81DD60-D84B-4D3C-8F3E-7D0E22E11300}"/>
          </ac:spMkLst>
        </pc:spChg>
        <pc:graphicFrameChg chg="mod modGraphic">
          <ac:chgData name="정지윤" userId="02c42eeb-3573-4fe0-87af-c4a597b73e9f" providerId="ADAL" clId="{9FBACC46-319B-4421-86B7-F535C5B48135}" dt="2023-11-01T01:31:04.891" v="4716" actId="20577"/>
          <ac:graphicFrameMkLst>
            <pc:docMk/>
            <pc:sldMk cId="4292174035" sldId="1265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1:26:37.505" v="4525" actId="167"/>
          <ac:picMkLst>
            <pc:docMk/>
            <pc:sldMk cId="4292174035" sldId="1265"/>
            <ac:picMk id="8" creationId="{E3FBDC47-E50A-05AD-D8B6-B6BEF5AC3D50}"/>
          </ac:picMkLst>
        </pc:picChg>
        <pc:picChg chg="del">
          <ac:chgData name="정지윤" userId="02c42eeb-3573-4fe0-87af-c4a597b73e9f" providerId="ADAL" clId="{9FBACC46-319B-4421-86B7-F535C5B48135}" dt="2023-11-01T01:26:38.078" v="4526" actId="478"/>
          <ac:picMkLst>
            <pc:docMk/>
            <pc:sldMk cId="4292174035" sldId="1265"/>
            <ac:picMk id="10" creationId="{CCF1F3B3-A7C3-1455-3EC0-4D12EFA6D5B8}"/>
          </ac:picMkLst>
        </pc:picChg>
        <pc:cxnChg chg="mod">
          <ac:chgData name="정지윤" userId="02c42eeb-3573-4fe0-87af-c4a597b73e9f" providerId="ADAL" clId="{9FBACC46-319B-4421-86B7-F535C5B48135}" dt="2023-11-01T01:26:49.931" v="4530" actId="1076"/>
          <ac:cxnSpMkLst>
            <pc:docMk/>
            <pc:sldMk cId="4292174035" sldId="1265"/>
            <ac:cxnSpMk id="4" creationId="{BAD265E0-6064-B537-75F7-319A344A8E86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1:36:11.754" v="4835" actId="13926"/>
        <pc:sldMkLst>
          <pc:docMk/>
          <pc:sldMk cId="459671750" sldId="1266"/>
        </pc:sldMkLst>
        <pc:spChg chg="mod">
          <ac:chgData name="정지윤" userId="02c42eeb-3573-4fe0-87af-c4a597b73e9f" providerId="ADAL" clId="{9FBACC46-319B-4421-86B7-F535C5B48135}" dt="2023-11-01T01:35:14.267" v="4745" actId="14100"/>
          <ac:spMkLst>
            <pc:docMk/>
            <pc:sldMk cId="459671750" sldId="1266"/>
            <ac:spMk id="6" creationId="{F666CC41-84A8-1B9A-EDA4-6E6ED88AA2BF}"/>
          </ac:spMkLst>
        </pc:spChg>
        <pc:spChg chg="mod">
          <ac:chgData name="정지윤" userId="02c42eeb-3573-4fe0-87af-c4a597b73e9f" providerId="ADAL" clId="{9FBACC46-319B-4421-86B7-F535C5B48135}" dt="2023-11-01T01:36:11.754" v="4835" actId="13926"/>
          <ac:spMkLst>
            <pc:docMk/>
            <pc:sldMk cId="459671750" sldId="1266"/>
            <ac:spMk id="7" creationId="{0C81DD60-D84B-4D3C-8F3E-7D0E22E11300}"/>
          </ac:spMkLst>
        </pc:spChg>
        <pc:graphicFrameChg chg="mod modGraphic">
          <ac:chgData name="정지윤" userId="02c42eeb-3573-4fe0-87af-c4a597b73e9f" providerId="ADAL" clId="{9FBACC46-319B-4421-86B7-F535C5B48135}" dt="2023-11-01T01:29:36.605" v="4627"/>
          <ac:graphicFrameMkLst>
            <pc:docMk/>
            <pc:sldMk cId="459671750" sldId="1266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1T01:33:46.989" v="4725" actId="478"/>
          <ac:picMkLst>
            <pc:docMk/>
            <pc:sldMk cId="459671750" sldId="1266"/>
            <ac:picMk id="8" creationId="{E3FBDC47-E50A-05AD-D8B6-B6BEF5AC3D50}"/>
          </ac:picMkLst>
        </pc:picChg>
        <pc:picChg chg="add del mod ord modCrop">
          <ac:chgData name="정지윤" userId="02c42eeb-3573-4fe0-87af-c4a597b73e9f" providerId="ADAL" clId="{9FBACC46-319B-4421-86B7-F535C5B48135}" dt="2023-11-01T01:34:46.927" v="4738" actId="478"/>
          <ac:picMkLst>
            <pc:docMk/>
            <pc:sldMk cId="459671750" sldId="1266"/>
            <ac:picMk id="9" creationId="{F633BEAF-9D3C-82D3-F05E-7FAACD8C3158}"/>
          </ac:picMkLst>
        </pc:picChg>
        <pc:picChg chg="add mod ord modCrop">
          <ac:chgData name="정지윤" userId="02c42eeb-3573-4fe0-87af-c4a597b73e9f" providerId="ADAL" clId="{9FBACC46-319B-4421-86B7-F535C5B48135}" dt="2023-11-01T01:34:46.267" v="4737" actId="167"/>
          <ac:picMkLst>
            <pc:docMk/>
            <pc:sldMk cId="459671750" sldId="1266"/>
            <ac:picMk id="11" creationId="{BC392BAB-839B-3469-EC8D-CF196DC80381}"/>
          </ac:picMkLst>
        </pc:picChg>
        <pc:cxnChg chg="del mod">
          <ac:chgData name="정지윤" userId="02c42eeb-3573-4fe0-87af-c4a597b73e9f" providerId="ADAL" clId="{9FBACC46-319B-4421-86B7-F535C5B48135}" dt="2023-11-01T01:35:10.026" v="4743" actId="478"/>
          <ac:cxnSpMkLst>
            <pc:docMk/>
            <pc:sldMk cId="459671750" sldId="1266"/>
            <ac:cxnSpMk id="4" creationId="{BAD265E0-6064-B537-75F7-319A344A8E86}"/>
          </ac:cxnSpMkLst>
        </pc:cxnChg>
        <pc:cxnChg chg="add mod">
          <ac:chgData name="정지윤" userId="02c42eeb-3573-4fe0-87af-c4a597b73e9f" providerId="ADAL" clId="{9FBACC46-319B-4421-86B7-F535C5B48135}" dt="2023-11-01T01:35:12.387" v="4744" actId="1076"/>
          <ac:cxnSpMkLst>
            <pc:docMk/>
            <pc:sldMk cId="459671750" sldId="1266"/>
            <ac:cxnSpMk id="13" creationId="{57F519F1-CD0E-3266-3850-80E5FAA80F53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1:53:21.802" v="5660" actId="20577"/>
        <pc:sldMkLst>
          <pc:docMk/>
          <pc:sldMk cId="3253917228" sldId="1267"/>
        </pc:sldMkLst>
        <pc:spChg chg="mod">
          <ac:chgData name="정지윤" userId="02c42eeb-3573-4fe0-87af-c4a597b73e9f" providerId="ADAL" clId="{9FBACC46-319B-4421-86B7-F535C5B48135}" dt="2023-11-01T01:52:56.169" v="5658" actId="13926"/>
          <ac:spMkLst>
            <pc:docMk/>
            <pc:sldMk cId="3253917228" sldId="1267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1:51:39.945" v="5360" actId="14100"/>
          <ac:spMkLst>
            <pc:docMk/>
            <pc:sldMk cId="3253917228" sldId="1267"/>
            <ac:spMk id="18" creationId="{7E4AD932-241A-B4CA-BC0D-D9D8C7C94CB2}"/>
          </ac:spMkLst>
        </pc:spChg>
        <pc:graphicFrameChg chg="mod modGraphic">
          <ac:chgData name="정지윤" userId="02c42eeb-3573-4fe0-87af-c4a597b73e9f" providerId="ADAL" clId="{9FBACC46-319B-4421-86B7-F535C5B48135}" dt="2023-11-01T01:53:21.802" v="5660" actId="20577"/>
          <ac:graphicFrameMkLst>
            <pc:docMk/>
            <pc:sldMk cId="3253917228" sldId="1267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1T01:51:29.035" v="5355" actId="478"/>
          <ac:picMkLst>
            <pc:docMk/>
            <pc:sldMk cId="3253917228" sldId="1267"/>
            <ac:picMk id="5" creationId="{92FCD4D4-ECCC-23C7-43D0-DF1931B7161F}"/>
          </ac:picMkLst>
        </pc:picChg>
        <pc:picChg chg="add mod ord modCrop">
          <ac:chgData name="정지윤" userId="02c42eeb-3573-4fe0-87af-c4a597b73e9f" providerId="ADAL" clId="{9FBACC46-319B-4421-86B7-F535C5B48135}" dt="2023-11-01T01:51:34.907" v="5358" actId="167"/>
          <ac:picMkLst>
            <pc:docMk/>
            <pc:sldMk cId="3253917228" sldId="1267"/>
            <ac:picMk id="8" creationId="{CF3F7E23-8FCD-893C-206E-13A08B3A258F}"/>
          </ac:picMkLst>
        </pc:picChg>
        <pc:cxnChg chg="mod">
          <ac:chgData name="정지윤" userId="02c42eeb-3573-4fe0-87af-c4a597b73e9f" providerId="ADAL" clId="{9FBACC46-319B-4421-86B7-F535C5B48135}" dt="2023-11-01T01:51:42.265" v="5361" actId="1076"/>
          <ac:cxnSpMkLst>
            <pc:docMk/>
            <pc:sldMk cId="3253917228" sldId="1267"/>
            <ac:cxnSpMk id="4" creationId="{445AAD6B-76B0-687C-9875-C138E969C392}"/>
          </ac:cxnSpMkLst>
        </pc:cxnChg>
      </pc:sldChg>
      <pc:sldChg chg="modSp add mod">
        <pc:chgData name="정지윤" userId="02c42eeb-3573-4fe0-87af-c4a597b73e9f" providerId="ADAL" clId="{9FBACC46-319B-4421-86B7-F535C5B48135}" dt="2023-11-01T01:53:29.548" v="5662" actId="5793"/>
        <pc:sldMkLst>
          <pc:docMk/>
          <pc:sldMk cId="2890604414" sldId="1268"/>
        </pc:sldMkLst>
        <pc:spChg chg="mod">
          <ac:chgData name="정지윤" userId="02c42eeb-3573-4fe0-87af-c4a597b73e9f" providerId="ADAL" clId="{9FBACC46-319B-4421-86B7-F535C5B48135}" dt="2023-11-01T01:53:29.548" v="5662" actId="5793"/>
          <ac:spMkLst>
            <pc:docMk/>
            <pc:sldMk cId="2890604414" sldId="1268"/>
            <ac:spMk id="7" creationId="{0C81DD60-D84B-4D3C-8F3E-7D0E22E11300}"/>
          </ac:spMkLst>
        </pc:spChg>
        <pc:graphicFrameChg chg="modGraphic">
          <ac:chgData name="정지윤" userId="02c42eeb-3573-4fe0-87af-c4a597b73e9f" providerId="ADAL" clId="{9FBACC46-319B-4421-86B7-F535C5B48135}" dt="2023-11-01T01:35:37.055" v="4771" actId="20577"/>
          <ac:graphicFrameMkLst>
            <pc:docMk/>
            <pc:sldMk cId="2890604414" sldId="1268"/>
            <ac:graphicFrameMk id="3" creationId="{EB5E6BEF-7528-22F3-81D3-C88DBE43847E}"/>
          </ac:graphicFrameMkLst>
        </pc:graphicFrameChg>
      </pc:sldChg>
      <pc:sldChg chg="addSp delSp modSp add mod">
        <pc:chgData name="정지윤" userId="02c42eeb-3573-4fe0-87af-c4a597b73e9f" providerId="ADAL" clId="{9FBACC46-319B-4421-86B7-F535C5B48135}" dt="2023-11-01T01:46:31.323" v="5200" actId="20577"/>
        <pc:sldMkLst>
          <pc:docMk/>
          <pc:sldMk cId="2712149510" sldId="1269"/>
        </pc:sldMkLst>
        <pc:spChg chg="mod ord">
          <ac:chgData name="정지윤" userId="02c42eeb-3573-4fe0-87af-c4a597b73e9f" providerId="ADAL" clId="{9FBACC46-319B-4421-86B7-F535C5B48135}" dt="2023-11-01T01:43:01.792" v="5141" actId="164"/>
          <ac:spMkLst>
            <pc:docMk/>
            <pc:sldMk cId="2712149510" sldId="1269"/>
            <ac:spMk id="6" creationId="{F666CC41-84A8-1B9A-EDA4-6E6ED88AA2BF}"/>
          </ac:spMkLst>
        </pc:spChg>
        <pc:spChg chg="mod">
          <ac:chgData name="정지윤" userId="02c42eeb-3573-4fe0-87af-c4a597b73e9f" providerId="ADAL" clId="{9FBACC46-319B-4421-86B7-F535C5B48135}" dt="2023-11-01T01:46:31.323" v="5200" actId="20577"/>
          <ac:spMkLst>
            <pc:docMk/>
            <pc:sldMk cId="2712149510" sldId="1269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1T01:42:55.256" v="5139" actId="164"/>
          <ac:spMkLst>
            <pc:docMk/>
            <pc:sldMk cId="2712149510" sldId="1269"/>
            <ac:spMk id="14" creationId="{4ACEDF0B-A4D6-6EA7-5D26-3EBDA2D9171D}"/>
          </ac:spMkLst>
        </pc:spChg>
        <pc:spChg chg="add del mod">
          <ac:chgData name="정지윤" userId="02c42eeb-3573-4fe0-87af-c4a597b73e9f" providerId="ADAL" clId="{9FBACC46-319B-4421-86B7-F535C5B48135}" dt="2023-11-01T01:42:24.825" v="5125" actId="478"/>
          <ac:spMkLst>
            <pc:docMk/>
            <pc:sldMk cId="2712149510" sldId="1269"/>
            <ac:spMk id="15" creationId="{E0C740DB-CDC3-54F8-1FDB-1730523A1A20}"/>
          </ac:spMkLst>
        </pc:spChg>
        <pc:spChg chg="add mod">
          <ac:chgData name="정지윤" userId="02c42eeb-3573-4fe0-87af-c4a597b73e9f" providerId="ADAL" clId="{9FBACC46-319B-4421-86B7-F535C5B48135}" dt="2023-11-01T01:43:11.385" v="5146" actId="1076"/>
          <ac:spMkLst>
            <pc:docMk/>
            <pc:sldMk cId="2712149510" sldId="1269"/>
            <ac:spMk id="18" creationId="{AA4CB3E6-0629-966A-BE22-2FE56FE257A0}"/>
          </ac:spMkLst>
        </pc:spChg>
        <pc:spChg chg="add mod">
          <ac:chgData name="정지윤" userId="02c42eeb-3573-4fe0-87af-c4a597b73e9f" providerId="ADAL" clId="{9FBACC46-319B-4421-86B7-F535C5B48135}" dt="2023-11-01T01:44:02.442" v="5175"/>
          <ac:spMkLst>
            <pc:docMk/>
            <pc:sldMk cId="2712149510" sldId="1269"/>
            <ac:spMk id="24" creationId="{C2C0BDB5-B99E-3FF8-2193-D0D732F7C7C8}"/>
          </ac:spMkLst>
        </pc:spChg>
        <pc:spChg chg="add mod">
          <ac:chgData name="정지윤" userId="02c42eeb-3573-4fe0-87af-c4a597b73e9f" providerId="ADAL" clId="{9FBACC46-319B-4421-86B7-F535C5B48135}" dt="2023-11-01T01:44:43.834" v="5181" actId="164"/>
          <ac:spMkLst>
            <pc:docMk/>
            <pc:sldMk cId="2712149510" sldId="1269"/>
            <ac:spMk id="25" creationId="{3F5EA4BE-2C06-545E-A79E-D053FA08EA8D}"/>
          </ac:spMkLst>
        </pc:spChg>
        <pc:grpChg chg="add mod">
          <ac:chgData name="정지윤" userId="02c42eeb-3573-4fe0-87af-c4a597b73e9f" providerId="ADAL" clId="{9FBACC46-319B-4421-86B7-F535C5B48135}" dt="2023-11-01T01:43:18.690" v="5147" actId="164"/>
          <ac:grpSpMkLst>
            <pc:docMk/>
            <pc:sldMk cId="2712149510" sldId="1269"/>
            <ac:grpSpMk id="19" creationId="{A0F493AC-B7D2-61B3-6020-9BDBC85A5EE1}"/>
          </ac:grpSpMkLst>
        </pc:grpChg>
        <pc:grpChg chg="add mod">
          <ac:chgData name="정지윤" userId="02c42eeb-3573-4fe0-87af-c4a597b73e9f" providerId="ADAL" clId="{9FBACC46-319B-4421-86B7-F535C5B48135}" dt="2023-11-01T01:43:20.512" v="5148" actId="164"/>
          <ac:grpSpMkLst>
            <pc:docMk/>
            <pc:sldMk cId="2712149510" sldId="1269"/>
            <ac:grpSpMk id="20" creationId="{8536B782-41E8-14FF-E496-D0C1B08714ED}"/>
          </ac:grpSpMkLst>
        </pc:grpChg>
        <pc:grpChg chg="add mod">
          <ac:chgData name="정지윤" userId="02c42eeb-3573-4fe0-87af-c4a597b73e9f" providerId="ADAL" clId="{9FBACC46-319B-4421-86B7-F535C5B48135}" dt="2023-11-01T01:43:39.849" v="5154" actId="1076"/>
          <ac:grpSpMkLst>
            <pc:docMk/>
            <pc:sldMk cId="2712149510" sldId="1269"/>
            <ac:grpSpMk id="21" creationId="{E1F3EA88-47AF-86AF-3737-D5E2940F228E}"/>
          </ac:grpSpMkLst>
        </pc:grpChg>
        <pc:grpChg chg="add mod">
          <ac:chgData name="정지윤" userId="02c42eeb-3573-4fe0-87af-c4a597b73e9f" providerId="ADAL" clId="{9FBACC46-319B-4421-86B7-F535C5B48135}" dt="2023-11-01T01:43:39.849" v="5154" actId="1076"/>
          <ac:grpSpMkLst>
            <pc:docMk/>
            <pc:sldMk cId="2712149510" sldId="1269"/>
            <ac:grpSpMk id="22" creationId="{E286847C-88D6-7C7F-8FBF-3184C7838820}"/>
          </ac:grpSpMkLst>
        </pc:grpChg>
        <pc:grpChg chg="add mod">
          <ac:chgData name="정지윤" userId="02c42eeb-3573-4fe0-87af-c4a597b73e9f" providerId="ADAL" clId="{9FBACC46-319B-4421-86B7-F535C5B48135}" dt="2023-11-01T01:44:43.834" v="5181" actId="164"/>
          <ac:grpSpMkLst>
            <pc:docMk/>
            <pc:sldMk cId="2712149510" sldId="1269"/>
            <ac:grpSpMk id="26" creationId="{D1104EEC-412C-6CAA-CFFF-AE396B79C4AD}"/>
          </ac:grpSpMkLst>
        </pc:grpChg>
        <pc:graphicFrameChg chg="mod modGraphic">
          <ac:chgData name="정지윤" userId="02c42eeb-3573-4fe0-87af-c4a597b73e9f" providerId="ADAL" clId="{9FBACC46-319B-4421-86B7-F535C5B48135}" dt="2023-11-01T01:40:21.415" v="5020" actId="6549"/>
          <ac:graphicFrameMkLst>
            <pc:docMk/>
            <pc:sldMk cId="2712149510" sldId="1269"/>
            <ac:graphicFrameMk id="3" creationId="{EB5E6BEF-7528-22F3-81D3-C88DBE43847E}"/>
          </ac:graphicFrameMkLst>
        </pc:graphicFrameChg>
        <pc:picChg chg="add mod modCrop">
          <ac:chgData name="정지윤" userId="02c42eeb-3573-4fe0-87af-c4a597b73e9f" providerId="ADAL" clId="{9FBACC46-319B-4421-86B7-F535C5B48135}" dt="2023-11-01T01:43:01.792" v="5141" actId="164"/>
          <ac:picMkLst>
            <pc:docMk/>
            <pc:sldMk cId="2712149510" sldId="1269"/>
            <ac:picMk id="8" creationId="{D684233C-19F8-DB34-7594-05E5E7B0236C}"/>
          </ac:picMkLst>
        </pc:picChg>
        <pc:picChg chg="del">
          <ac:chgData name="정지윤" userId="02c42eeb-3573-4fe0-87af-c4a597b73e9f" providerId="ADAL" clId="{9FBACC46-319B-4421-86B7-F535C5B48135}" dt="2023-11-01T01:38:27.231" v="4910" actId="478"/>
          <ac:picMkLst>
            <pc:docMk/>
            <pc:sldMk cId="2712149510" sldId="1269"/>
            <ac:picMk id="9" creationId="{F633BEAF-9D3C-82D3-F05E-7FAACD8C3158}"/>
          </ac:picMkLst>
        </pc:picChg>
        <pc:picChg chg="add mod modCrop">
          <ac:chgData name="정지윤" userId="02c42eeb-3573-4fe0-87af-c4a597b73e9f" providerId="ADAL" clId="{9FBACC46-319B-4421-86B7-F535C5B48135}" dt="2023-11-01T01:42:55.256" v="5139" actId="164"/>
          <ac:picMkLst>
            <pc:docMk/>
            <pc:sldMk cId="2712149510" sldId="1269"/>
            <ac:picMk id="11" creationId="{073D60BF-4162-E7A7-8432-091BBAEF2351}"/>
          </ac:picMkLst>
        </pc:picChg>
        <pc:picChg chg="add del mod ord modCrop">
          <ac:chgData name="정지윤" userId="02c42eeb-3573-4fe0-87af-c4a597b73e9f" providerId="ADAL" clId="{9FBACC46-319B-4421-86B7-F535C5B48135}" dt="2023-11-01T01:42:24.825" v="5125" actId="478"/>
          <ac:picMkLst>
            <pc:docMk/>
            <pc:sldMk cId="2712149510" sldId="1269"/>
            <ac:picMk id="13" creationId="{0C966EAA-E2F8-A183-03CB-7698702BF35C}"/>
          </ac:picMkLst>
        </pc:picChg>
        <pc:picChg chg="add mod modCrop">
          <ac:chgData name="정지윤" userId="02c42eeb-3573-4fe0-87af-c4a597b73e9f" providerId="ADAL" clId="{9FBACC46-319B-4421-86B7-F535C5B48135}" dt="2023-11-01T01:44:43.834" v="5181" actId="164"/>
          <ac:picMkLst>
            <pc:docMk/>
            <pc:sldMk cId="2712149510" sldId="1269"/>
            <ac:picMk id="23" creationId="{A243A646-1F6C-0159-BB75-53070697C0E1}"/>
          </ac:picMkLst>
        </pc:picChg>
        <pc:cxnChg chg="del mod">
          <ac:chgData name="정지윤" userId="02c42eeb-3573-4fe0-87af-c4a597b73e9f" providerId="ADAL" clId="{9FBACC46-319B-4421-86B7-F535C5B48135}" dt="2023-11-01T01:42:24.825" v="5125" actId="478"/>
          <ac:cxnSpMkLst>
            <pc:docMk/>
            <pc:sldMk cId="2712149510" sldId="1269"/>
            <ac:cxnSpMk id="4" creationId="{BAD265E0-6064-B537-75F7-319A344A8E86}"/>
          </ac:cxnSpMkLst>
        </pc:cxnChg>
        <pc:cxnChg chg="add mod">
          <ac:chgData name="정지윤" userId="02c42eeb-3573-4fe0-87af-c4a597b73e9f" providerId="ADAL" clId="{9FBACC46-319B-4421-86B7-F535C5B48135}" dt="2023-11-01T01:43:18.690" v="5147" actId="164"/>
          <ac:cxnSpMkLst>
            <pc:docMk/>
            <pc:sldMk cId="2712149510" sldId="1269"/>
            <ac:cxnSpMk id="16" creationId="{7A8E9E8C-EEA5-F8E5-40B7-D03635489CEC}"/>
          </ac:cxnSpMkLst>
        </pc:cxnChg>
        <pc:cxnChg chg="add mod">
          <ac:chgData name="정지윤" userId="02c42eeb-3573-4fe0-87af-c4a597b73e9f" providerId="ADAL" clId="{9FBACC46-319B-4421-86B7-F535C5B48135}" dt="2023-11-01T01:43:20.512" v="5148" actId="164"/>
          <ac:cxnSpMkLst>
            <pc:docMk/>
            <pc:sldMk cId="2712149510" sldId="1269"/>
            <ac:cxnSpMk id="17" creationId="{F66FBC8A-A6FE-0531-F59C-97293162881E}"/>
          </ac:cxnSpMkLst>
        </pc:cxnChg>
      </pc:sldChg>
      <pc:sldChg chg="modSp add mod">
        <pc:chgData name="정지윤" userId="02c42eeb-3573-4fe0-87af-c4a597b73e9f" providerId="ADAL" clId="{9FBACC46-319B-4421-86B7-F535C5B48135}" dt="2023-11-01T01:50:15.865" v="5322" actId="5793"/>
        <pc:sldMkLst>
          <pc:docMk/>
          <pc:sldMk cId="2738274887" sldId="1270"/>
        </pc:sldMkLst>
        <pc:spChg chg="mod">
          <ac:chgData name="정지윤" userId="02c42eeb-3573-4fe0-87af-c4a597b73e9f" providerId="ADAL" clId="{9FBACC46-319B-4421-86B7-F535C5B48135}" dt="2023-11-01T01:50:15.865" v="5322" actId="5793"/>
          <ac:spMkLst>
            <pc:docMk/>
            <pc:sldMk cId="2738274887" sldId="1270"/>
            <ac:spMk id="7" creationId="{0C81DD60-D84B-4D3C-8F3E-7D0E22E11300}"/>
          </ac:spMkLst>
        </pc:spChg>
        <pc:graphicFrameChg chg="mod modGraphic">
          <ac:chgData name="정지윤" userId="02c42eeb-3573-4fe0-87af-c4a597b73e9f" providerId="ADAL" clId="{9FBACC46-319B-4421-86B7-F535C5B48135}" dt="2023-11-01T01:47:32.658" v="5218"/>
          <ac:graphicFrameMkLst>
            <pc:docMk/>
            <pc:sldMk cId="2738274887" sldId="1270"/>
            <ac:graphicFrameMk id="3" creationId="{EB5E6BEF-7528-22F3-81D3-C88DBE43847E}"/>
          </ac:graphicFrameMkLst>
        </pc:graphicFrameChg>
      </pc:sldChg>
      <pc:sldChg chg="addSp delSp modSp add mod">
        <pc:chgData name="정지윤" userId="02c42eeb-3573-4fe0-87af-c4a597b73e9f" providerId="ADAL" clId="{9FBACC46-319B-4421-86B7-F535C5B48135}" dt="2023-11-01T01:49:53.550" v="5320" actId="20577"/>
        <pc:sldMkLst>
          <pc:docMk/>
          <pc:sldMk cId="2281295991" sldId="1271"/>
        </pc:sldMkLst>
        <pc:spChg chg="mod">
          <ac:chgData name="정지윤" userId="02c42eeb-3573-4fe0-87af-c4a597b73e9f" providerId="ADAL" clId="{9FBACC46-319B-4421-86B7-F535C5B48135}" dt="2023-11-01T01:48:58.361" v="5250" actId="14100"/>
          <ac:spMkLst>
            <pc:docMk/>
            <pc:sldMk cId="2281295991" sldId="1271"/>
            <ac:spMk id="6" creationId="{F666CC41-84A8-1B9A-EDA4-6E6ED88AA2BF}"/>
          </ac:spMkLst>
        </pc:spChg>
        <pc:spChg chg="mod">
          <ac:chgData name="정지윤" userId="02c42eeb-3573-4fe0-87af-c4a597b73e9f" providerId="ADAL" clId="{9FBACC46-319B-4421-86B7-F535C5B48135}" dt="2023-11-01T01:49:53.550" v="5320" actId="20577"/>
          <ac:spMkLst>
            <pc:docMk/>
            <pc:sldMk cId="2281295991" sldId="1271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1T01:49:00.556" v="5251" actId="571"/>
          <ac:spMkLst>
            <pc:docMk/>
            <pc:sldMk cId="2281295991" sldId="1271"/>
            <ac:spMk id="8" creationId="{0BDB9462-5B23-73DF-D599-5DEA976830D9}"/>
          </ac:spMkLst>
        </pc:spChg>
        <pc:spChg chg="add mod">
          <ac:chgData name="정지윤" userId="02c42eeb-3573-4fe0-87af-c4a597b73e9f" providerId="ADAL" clId="{9FBACC46-319B-4421-86B7-F535C5B48135}" dt="2023-11-01T01:49:03.981" v="5252" actId="571"/>
          <ac:spMkLst>
            <pc:docMk/>
            <pc:sldMk cId="2281295991" sldId="1271"/>
            <ac:spMk id="9" creationId="{FA0C01EA-DB01-7FD0-2AAD-085A08D0B411}"/>
          </ac:spMkLst>
        </pc:spChg>
        <pc:graphicFrameChg chg="mod modGraphic">
          <ac:chgData name="정지윤" userId="02c42eeb-3573-4fe0-87af-c4a597b73e9f" providerId="ADAL" clId="{9FBACC46-319B-4421-86B7-F535C5B48135}" dt="2023-11-01T01:48:19.558" v="5235" actId="20577"/>
          <ac:graphicFrameMkLst>
            <pc:docMk/>
            <pc:sldMk cId="2281295991" sldId="1271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1:48:50.399" v="5246" actId="167"/>
          <ac:picMkLst>
            <pc:docMk/>
            <pc:sldMk cId="2281295991" sldId="1271"/>
            <ac:picMk id="5" creationId="{6DC7E785-659C-1E05-DBE5-490ED68177F1}"/>
          </ac:picMkLst>
        </pc:picChg>
        <pc:picChg chg="del">
          <ac:chgData name="정지윤" userId="02c42eeb-3573-4fe0-87af-c4a597b73e9f" providerId="ADAL" clId="{9FBACC46-319B-4421-86B7-F535C5B48135}" dt="2023-11-01T01:48:51.435" v="5247" actId="478"/>
          <ac:picMkLst>
            <pc:docMk/>
            <pc:sldMk cId="2281295991" sldId="1271"/>
            <ac:picMk id="11" creationId="{BC392BAB-839B-3469-EC8D-CF196DC80381}"/>
          </ac:picMkLst>
        </pc:picChg>
        <pc:cxnChg chg="mod">
          <ac:chgData name="정지윤" userId="02c42eeb-3573-4fe0-87af-c4a597b73e9f" providerId="ADAL" clId="{9FBACC46-319B-4421-86B7-F535C5B48135}" dt="2023-11-01T01:49:06.201" v="5253" actId="1076"/>
          <ac:cxnSpMkLst>
            <pc:docMk/>
            <pc:sldMk cId="2281295991" sldId="1271"/>
            <ac:cxnSpMk id="13" creationId="{57F519F1-CD0E-3266-3850-80E5FAA80F53}"/>
          </ac:cxnSpMkLst>
        </pc:cxnChg>
      </pc:sldChg>
      <pc:sldChg chg="addSp delSp modSp add mod ord">
        <pc:chgData name="정지윤" userId="02c42eeb-3573-4fe0-87af-c4a597b73e9f" providerId="ADAL" clId="{9FBACC46-319B-4421-86B7-F535C5B48135}" dt="2023-11-01T04:03:33.953" v="5929" actId="1076"/>
        <pc:sldMkLst>
          <pc:docMk/>
          <pc:sldMk cId="1485434445" sldId="1272"/>
        </pc:sldMkLst>
        <pc:spChg chg="mod">
          <ac:chgData name="정지윤" userId="02c42eeb-3573-4fe0-87af-c4a597b73e9f" providerId="ADAL" clId="{9FBACC46-319B-4421-86B7-F535C5B48135}" dt="2023-11-01T04:03:32.201" v="5928" actId="14100"/>
          <ac:spMkLst>
            <pc:docMk/>
            <pc:sldMk cId="1485434445" sldId="1272"/>
            <ac:spMk id="13" creationId="{0D3A752A-5591-55DA-6FDF-89A4E52150FC}"/>
          </ac:spMkLst>
        </pc:spChg>
        <pc:graphicFrameChg chg="mod modGraphic">
          <ac:chgData name="정지윤" userId="02c42eeb-3573-4fe0-87af-c4a597b73e9f" providerId="ADAL" clId="{9FBACC46-319B-4421-86B7-F535C5B48135}" dt="2023-11-01T01:57:14.040" v="5721"/>
          <ac:graphicFrameMkLst>
            <pc:docMk/>
            <pc:sldMk cId="1485434445" sldId="1272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1T04:03:25.305" v="5926" actId="478"/>
          <ac:picMkLst>
            <pc:docMk/>
            <pc:sldMk cId="1485434445" sldId="1272"/>
            <ac:picMk id="5" creationId="{DB0F628E-ACA9-E1FC-8C73-B29B1B51D898}"/>
          </ac:picMkLst>
        </pc:picChg>
        <pc:picChg chg="add mod ord modCrop">
          <ac:chgData name="정지윤" userId="02c42eeb-3573-4fe0-87af-c4a597b73e9f" providerId="ADAL" clId="{9FBACC46-319B-4421-86B7-F535C5B48135}" dt="2023-11-01T04:03:24.167" v="5925" actId="167"/>
          <ac:picMkLst>
            <pc:docMk/>
            <pc:sldMk cId="1485434445" sldId="1272"/>
            <ac:picMk id="8" creationId="{F9F6C48E-AFC4-C782-37EE-EB5E4B00AE59}"/>
          </ac:picMkLst>
        </pc:picChg>
        <pc:cxnChg chg="mod">
          <ac:chgData name="정지윤" userId="02c42eeb-3573-4fe0-87af-c4a597b73e9f" providerId="ADAL" clId="{9FBACC46-319B-4421-86B7-F535C5B48135}" dt="2023-11-01T04:03:33.953" v="5929" actId="1076"/>
          <ac:cxnSpMkLst>
            <pc:docMk/>
            <pc:sldMk cId="1485434445" sldId="1272"/>
            <ac:cxnSpMk id="4" creationId="{E74BBA47-047C-D2F6-848A-F83C179462E6}"/>
          </ac:cxnSpMkLst>
        </pc:cxnChg>
      </pc:sldChg>
      <pc:sldChg chg="addSp delSp modSp add mod ord">
        <pc:chgData name="정지윤" userId="02c42eeb-3573-4fe0-87af-c4a597b73e9f" providerId="ADAL" clId="{9FBACC46-319B-4421-86B7-F535C5B48135}" dt="2023-11-01T04:02:48.014" v="5917"/>
        <pc:sldMkLst>
          <pc:docMk/>
          <pc:sldMk cId="520318947" sldId="1273"/>
        </pc:sldMkLst>
        <pc:spChg chg="mod">
          <ac:chgData name="정지윤" userId="02c42eeb-3573-4fe0-87af-c4a597b73e9f" providerId="ADAL" clId="{9FBACC46-319B-4421-86B7-F535C5B48135}" dt="2023-11-01T04:02:39.959" v="5894" actId="20577"/>
          <ac:spMkLst>
            <pc:docMk/>
            <pc:sldMk cId="520318947" sldId="1273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4:00:52.281" v="5836" actId="1076"/>
          <ac:spMkLst>
            <pc:docMk/>
            <pc:sldMk cId="520318947" sldId="1273"/>
            <ac:spMk id="9" creationId="{82932151-0386-5F49-8480-5996917FD854}"/>
          </ac:spMkLst>
        </pc:spChg>
        <pc:graphicFrameChg chg="mod modGraphic">
          <ac:chgData name="정지윤" userId="02c42eeb-3573-4fe0-87af-c4a597b73e9f" providerId="ADAL" clId="{9FBACC46-319B-4421-86B7-F535C5B48135}" dt="2023-11-01T04:02:48.014" v="5917"/>
          <ac:graphicFrameMkLst>
            <pc:docMk/>
            <pc:sldMk cId="520318947" sldId="1273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4:00:45.954" v="5834" actId="167"/>
          <ac:picMkLst>
            <pc:docMk/>
            <pc:sldMk cId="520318947" sldId="1273"/>
            <ac:picMk id="6" creationId="{4CE5930A-E3D7-2A98-BA5C-9482F29787BD}"/>
          </ac:picMkLst>
        </pc:picChg>
        <pc:picChg chg="del">
          <ac:chgData name="정지윤" userId="02c42eeb-3573-4fe0-87af-c4a597b73e9f" providerId="ADAL" clId="{9FBACC46-319B-4421-86B7-F535C5B48135}" dt="2023-11-01T04:00:47.097" v="5835" actId="478"/>
          <ac:picMkLst>
            <pc:docMk/>
            <pc:sldMk cId="520318947" sldId="1273"/>
            <ac:picMk id="8" creationId="{522DB192-E46B-7366-0C88-C020D83490F0}"/>
          </ac:picMkLst>
        </pc:picChg>
        <pc:cxnChg chg="mod">
          <ac:chgData name="정지윤" userId="02c42eeb-3573-4fe0-87af-c4a597b73e9f" providerId="ADAL" clId="{9FBACC46-319B-4421-86B7-F535C5B48135}" dt="2023-11-01T04:00:59.105" v="5837" actId="1076"/>
          <ac:cxnSpMkLst>
            <pc:docMk/>
            <pc:sldMk cId="520318947" sldId="1273"/>
            <ac:cxnSpMk id="4" creationId="{053A19E1-6E6B-4F2B-C72D-8EE58F36A128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2T06:37:43.747" v="16441" actId="20577"/>
        <pc:sldMkLst>
          <pc:docMk/>
          <pc:sldMk cId="3568341532" sldId="1274"/>
        </pc:sldMkLst>
        <pc:spChg chg="mod">
          <ac:chgData name="정지윤" userId="02c42eeb-3573-4fe0-87af-c4a597b73e9f" providerId="ADAL" clId="{9FBACC46-319B-4421-86B7-F535C5B48135}" dt="2023-11-02T06:37:43.747" v="16441" actId="20577"/>
          <ac:spMkLst>
            <pc:docMk/>
            <pc:sldMk cId="3568341532" sldId="1274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1T02:22:05.485" v="5798" actId="478"/>
          <ac:spMkLst>
            <pc:docMk/>
            <pc:sldMk cId="3568341532" sldId="1274"/>
            <ac:spMk id="18" creationId="{7E4AD932-241A-B4CA-BC0D-D9D8C7C94CB2}"/>
          </ac:spMkLst>
        </pc:spChg>
        <pc:graphicFrameChg chg="mod modGraphic">
          <ac:chgData name="정지윤" userId="02c42eeb-3573-4fe0-87af-c4a597b73e9f" providerId="ADAL" clId="{9FBACC46-319B-4421-86B7-F535C5B48135}" dt="2023-11-01T02:23:50.777" v="5826" actId="20577"/>
          <ac:graphicFrameMkLst>
            <pc:docMk/>
            <pc:sldMk cId="3568341532" sldId="1274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2:22:01.485" v="5796" actId="167"/>
          <ac:picMkLst>
            <pc:docMk/>
            <pc:sldMk cId="3568341532" sldId="1274"/>
            <ac:picMk id="6" creationId="{1F006F61-2D35-3FC4-F837-C2AE6C61A326}"/>
          </ac:picMkLst>
        </pc:picChg>
        <pc:picChg chg="del">
          <ac:chgData name="정지윤" userId="02c42eeb-3573-4fe0-87af-c4a597b73e9f" providerId="ADAL" clId="{9FBACC46-319B-4421-86B7-F535C5B48135}" dt="2023-11-01T02:22:02.739" v="5797" actId="478"/>
          <ac:picMkLst>
            <pc:docMk/>
            <pc:sldMk cId="3568341532" sldId="1274"/>
            <ac:picMk id="8" creationId="{CF3F7E23-8FCD-893C-206E-13A08B3A258F}"/>
          </ac:picMkLst>
        </pc:picChg>
        <pc:cxnChg chg="del">
          <ac:chgData name="정지윤" userId="02c42eeb-3573-4fe0-87af-c4a597b73e9f" providerId="ADAL" clId="{9FBACC46-319B-4421-86B7-F535C5B48135}" dt="2023-11-01T02:22:05.485" v="5798" actId="478"/>
          <ac:cxnSpMkLst>
            <pc:docMk/>
            <pc:sldMk cId="3568341532" sldId="1274"/>
            <ac:cxnSpMk id="4" creationId="{445AAD6B-76B0-687C-9875-C138E969C392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4:39:06.035" v="7341" actId="6549"/>
        <pc:sldMkLst>
          <pc:docMk/>
          <pc:sldMk cId="2465085187" sldId="1275"/>
        </pc:sldMkLst>
        <pc:spChg chg="mod">
          <ac:chgData name="정지윤" userId="02c42eeb-3573-4fe0-87af-c4a597b73e9f" providerId="ADAL" clId="{9FBACC46-319B-4421-86B7-F535C5B48135}" dt="2023-11-01T04:04:51.361" v="5976" actId="14100"/>
          <ac:spMkLst>
            <pc:docMk/>
            <pc:sldMk cId="2465085187" sldId="1275"/>
            <ac:spMk id="6" creationId="{F666CC41-84A8-1B9A-EDA4-6E6ED88AA2BF}"/>
          </ac:spMkLst>
        </pc:spChg>
        <pc:spChg chg="mod">
          <ac:chgData name="정지윤" userId="02c42eeb-3573-4fe0-87af-c4a597b73e9f" providerId="ADAL" clId="{9FBACC46-319B-4421-86B7-F535C5B48135}" dt="2023-11-01T04:39:06.035" v="7341" actId="6549"/>
          <ac:spMkLst>
            <pc:docMk/>
            <pc:sldMk cId="2465085187" sldId="1275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1T04:04:53.180" v="5977" actId="571"/>
          <ac:spMkLst>
            <pc:docMk/>
            <pc:sldMk cId="2465085187" sldId="1275"/>
            <ac:spMk id="10" creationId="{96653A8C-0ECB-A10E-869C-B9FD7C249FEA}"/>
          </ac:spMkLst>
        </pc:spChg>
        <pc:spChg chg="add del mod">
          <ac:chgData name="정지윤" userId="02c42eeb-3573-4fe0-87af-c4a597b73e9f" providerId="ADAL" clId="{9FBACC46-319B-4421-86B7-F535C5B48135}" dt="2023-11-01T04:07:13.798" v="6249"/>
          <ac:spMkLst>
            <pc:docMk/>
            <pc:sldMk cId="2465085187" sldId="1275"/>
            <ac:spMk id="12" creationId="{8C027CA9-0F3D-943A-2BC0-71FC02B09091}"/>
          </ac:spMkLst>
        </pc:spChg>
        <pc:graphicFrameChg chg="mod modGraphic">
          <ac:chgData name="정지윤" userId="02c42eeb-3573-4fe0-87af-c4a597b73e9f" providerId="ADAL" clId="{9FBACC46-319B-4421-86B7-F535C5B48135}" dt="2023-11-01T04:38:49.119" v="7335" actId="20577"/>
          <ac:graphicFrameMkLst>
            <pc:docMk/>
            <pc:sldMk cId="2465085187" sldId="1275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1T04:04:43.109" v="5974" actId="478"/>
          <ac:picMkLst>
            <pc:docMk/>
            <pc:sldMk cId="2465085187" sldId="1275"/>
            <ac:picMk id="8" creationId="{E3FBDC47-E50A-05AD-D8B6-B6BEF5AC3D50}"/>
          </ac:picMkLst>
        </pc:picChg>
        <pc:picChg chg="add mod ord modCrop">
          <ac:chgData name="정지윤" userId="02c42eeb-3573-4fe0-87af-c4a597b73e9f" providerId="ADAL" clId="{9FBACC46-319B-4421-86B7-F535C5B48135}" dt="2023-11-01T04:04:42.063" v="5973" actId="167"/>
          <ac:picMkLst>
            <pc:docMk/>
            <pc:sldMk cId="2465085187" sldId="1275"/>
            <ac:picMk id="9" creationId="{21E0A21A-B077-AF9D-40FA-808D8D18A810}"/>
          </ac:picMkLst>
        </pc:picChg>
        <pc:cxnChg chg="mod">
          <ac:chgData name="정지윤" userId="02c42eeb-3573-4fe0-87af-c4a597b73e9f" providerId="ADAL" clId="{9FBACC46-319B-4421-86B7-F535C5B48135}" dt="2023-11-01T04:04:55.232" v="5978" actId="1076"/>
          <ac:cxnSpMkLst>
            <pc:docMk/>
            <pc:sldMk cId="2465085187" sldId="1275"/>
            <ac:cxnSpMk id="4" creationId="{BAD265E0-6064-B537-75F7-319A344A8E86}"/>
          </ac:cxnSpMkLst>
        </pc:cxnChg>
        <pc:cxnChg chg="add mod">
          <ac:chgData name="정지윤" userId="02c42eeb-3573-4fe0-87af-c4a597b73e9f" providerId="ADAL" clId="{9FBACC46-319B-4421-86B7-F535C5B48135}" dt="2023-11-01T04:04:57" v="5979" actId="571"/>
          <ac:cxnSpMkLst>
            <pc:docMk/>
            <pc:sldMk cId="2465085187" sldId="1275"/>
            <ac:cxnSpMk id="11" creationId="{17BA07AD-83BD-A7C5-0CBF-372A2986A174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4:16:26.250" v="6307" actId="20577"/>
        <pc:sldMkLst>
          <pc:docMk/>
          <pc:sldMk cId="3895168311" sldId="1276"/>
        </pc:sldMkLst>
        <pc:spChg chg="mod">
          <ac:chgData name="정지윤" userId="02c42eeb-3573-4fe0-87af-c4a597b73e9f" providerId="ADAL" clId="{9FBACC46-319B-4421-86B7-F535C5B48135}" dt="2023-11-01T04:08:59.832" v="6305" actId="14100"/>
          <ac:spMkLst>
            <pc:docMk/>
            <pc:sldMk cId="3895168311" sldId="1276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1T04:07:14.419" v="6250"/>
          <ac:spMkLst>
            <pc:docMk/>
            <pc:sldMk cId="3895168311" sldId="1276"/>
            <ac:spMk id="9" creationId="{0A059123-A385-4C08-82F9-A4139336C4E8}"/>
          </ac:spMkLst>
        </pc:spChg>
        <pc:spChg chg="add del">
          <ac:chgData name="정지윤" userId="02c42eeb-3573-4fe0-87af-c4a597b73e9f" providerId="ADAL" clId="{9FBACC46-319B-4421-86B7-F535C5B48135}" dt="2023-11-01T04:07:18.987" v="6252" actId="11529"/>
          <ac:spMkLst>
            <pc:docMk/>
            <pc:sldMk cId="3895168311" sldId="1276"/>
            <ac:spMk id="10" creationId="{2A339DD5-9DC3-DB87-2F39-3E9EA8317B0B}"/>
          </ac:spMkLst>
        </pc:spChg>
        <pc:spChg chg="add mod">
          <ac:chgData name="정지윤" userId="02c42eeb-3573-4fe0-87af-c4a597b73e9f" providerId="ADAL" clId="{9FBACC46-319B-4421-86B7-F535C5B48135}" dt="2023-11-01T04:07:30.176" v="6256" actId="14100"/>
          <ac:spMkLst>
            <pc:docMk/>
            <pc:sldMk cId="3895168311" sldId="1276"/>
            <ac:spMk id="11" creationId="{A60798FA-6D2D-CF4A-25E8-135786815D1F}"/>
          </ac:spMkLst>
        </pc:spChg>
        <pc:spChg chg="add mod">
          <ac:chgData name="정지윤" userId="02c42eeb-3573-4fe0-87af-c4a597b73e9f" providerId="ADAL" clId="{9FBACC46-319B-4421-86B7-F535C5B48135}" dt="2023-11-01T04:07:35.360" v="6258" actId="14100"/>
          <ac:spMkLst>
            <pc:docMk/>
            <pc:sldMk cId="3895168311" sldId="1276"/>
            <ac:spMk id="12" creationId="{1982B935-2257-4142-63A8-E4EA24C2A760}"/>
          </ac:spMkLst>
        </pc:spChg>
        <pc:spChg chg="del">
          <ac:chgData name="정지윤" userId="02c42eeb-3573-4fe0-87af-c4a597b73e9f" providerId="ADAL" clId="{9FBACC46-319B-4421-86B7-F535C5B48135}" dt="2023-11-01T04:07:02.699" v="6245" actId="478"/>
          <ac:spMkLst>
            <pc:docMk/>
            <pc:sldMk cId="3895168311" sldId="1276"/>
            <ac:spMk id="13" creationId="{0D3A752A-5591-55DA-6FDF-89A4E52150FC}"/>
          </ac:spMkLst>
        </pc:spChg>
        <pc:spChg chg="add mod">
          <ac:chgData name="정지윤" userId="02c42eeb-3573-4fe0-87af-c4a597b73e9f" providerId="ADAL" clId="{9FBACC46-319B-4421-86B7-F535C5B48135}" dt="2023-11-01T04:07:38.508" v="6259" actId="571"/>
          <ac:spMkLst>
            <pc:docMk/>
            <pc:sldMk cId="3895168311" sldId="1276"/>
            <ac:spMk id="14" creationId="{401B255D-EE33-7EDB-FD8D-29CF42CDF674}"/>
          </ac:spMkLst>
        </pc:spChg>
        <pc:spChg chg="add mod">
          <ac:chgData name="정지윤" userId="02c42eeb-3573-4fe0-87af-c4a597b73e9f" providerId="ADAL" clId="{9FBACC46-319B-4421-86B7-F535C5B48135}" dt="2023-11-01T04:08:06.671" v="6274" actId="164"/>
          <ac:spMkLst>
            <pc:docMk/>
            <pc:sldMk cId="3895168311" sldId="1276"/>
            <ac:spMk id="15" creationId="{A213B39B-98F8-3CB0-627E-842C6D69274F}"/>
          </ac:spMkLst>
        </pc:spChg>
        <pc:spChg chg="add mod">
          <ac:chgData name="정지윤" userId="02c42eeb-3573-4fe0-87af-c4a597b73e9f" providerId="ADAL" clId="{9FBACC46-319B-4421-86B7-F535C5B48135}" dt="2023-11-01T04:08:06.671" v="6274" actId="164"/>
          <ac:spMkLst>
            <pc:docMk/>
            <pc:sldMk cId="3895168311" sldId="1276"/>
            <ac:spMk id="16" creationId="{FAC1BF3D-E377-18DF-FC88-D3A33F0E3B32}"/>
          </ac:spMkLst>
        </pc:spChg>
        <pc:spChg chg="mod">
          <ac:chgData name="정지윤" userId="02c42eeb-3573-4fe0-87af-c4a597b73e9f" providerId="ADAL" clId="{9FBACC46-319B-4421-86B7-F535C5B48135}" dt="2023-11-01T04:08:09.896" v="6275" actId="571"/>
          <ac:spMkLst>
            <pc:docMk/>
            <pc:sldMk cId="3895168311" sldId="1276"/>
            <ac:spMk id="19" creationId="{EF293DD0-E431-C8BD-690B-C99CCB7BA2A4}"/>
          </ac:spMkLst>
        </pc:spChg>
        <pc:spChg chg="mod">
          <ac:chgData name="정지윤" userId="02c42eeb-3573-4fe0-87af-c4a597b73e9f" providerId="ADAL" clId="{9FBACC46-319B-4421-86B7-F535C5B48135}" dt="2023-11-01T04:08:16.873" v="6277" actId="20577"/>
          <ac:spMkLst>
            <pc:docMk/>
            <pc:sldMk cId="3895168311" sldId="1276"/>
            <ac:spMk id="20" creationId="{96DB18DC-0AB4-16A9-D1CA-470271FEA4A8}"/>
          </ac:spMkLst>
        </pc:spChg>
        <pc:spChg chg="mod">
          <ac:chgData name="정지윤" userId="02c42eeb-3573-4fe0-87af-c4a597b73e9f" providerId="ADAL" clId="{9FBACC46-319B-4421-86B7-F535C5B48135}" dt="2023-11-01T04:08:20.144" v="6278" actId="571"/>
          <ac:spMkLst>
            <pc:docMk/>
            <pc:sldMk cId="3895168311" sldId="1276"/>
            <ac:spMk id="22" creationId="{DD6E86A8-BB6D-36A8-519B-67B126B3455B}"/>
          </ac:spMkLst>
        </pc:spChg>
        <pc:spChg chg="mod">
          <ac:chgData name="정지윤" userId="02c42eeb-3573-4fe0-87af-c4a597b73e9f" providerId="ADAL" clId="{9FBACC46-319B-4421-86B7-F535C5B48135}" dt="2023-11-01T04:08:20.984" v="6279" actId="20577"/>
          <ac:spMkLst>
            <pc:docMk/>
            <pc:sldMk cId="3895168311" sldId="1276"/>
            <ac:spMk id="23" creationId="{9A7073D5-585E-A9CD-7DFF-21B980520F6D}"/>
          </ac:spMkLst>
        </pc:spChg>
        <pc:spChg chg="add mod">
          <ac:chgData name="정지윤" userId="02c42eeb-3573-4fe0-87af-c4a597b73e9f" providerId="ADAL" clId="{9FBACC46-319B-4421-86B7-F535C5B48135}" dt="2023-11-01T04:08:32.312" v="6295"/>
          <ac:spMkLst>
            <pc:docMk/>
            <pc:sldMk cId="3895168311" sldId="1276"/>
            <ac:spMk id="25" creationId="{98995EF9-BCF3-2F5A-5E14-96E8406D0CEA}"/>
          </ac:spMkLst>
        </pc:spChg>
        <pc:spChg chg="add mod">
          <ac:chgData name="정지윤" userId="02c42eeb-3573-4fe0-87af-c4a597b73e9f" providerId="ADAL" clId="{9FBACC46-319B-4421-86B7-F535C5B48135}" dt="2023-11-01T04:08:43.668" v="6298" actId="692"/>
          <ac:spMkLst>
            <pc:docMk/>
            <pc:sldMk cId="3895168311" sldId="1276"/>
            <ac:spMk id="26" creationId="{44C631FB-E79A-6A57-A8A3-A9000F00DFBD}"/>
          </ac:spMkLst>
        </pc:spChg>
        <pc:spChg chg="add mod">
          <ac:chgData name="정지윤" userId="02c42eeb-3573-4fe0-87af-c4a597b73e9f" providerId="ADAL" clId="{9FBACC46-319B-4421-86B7-F535C5B48135}" dt="2023-11-01T04:08:43.668" v="6298" actId="692"/>
          <ac:spMkLst>
            <pc:docMk/>
            <pc:sldMk cId="3895168311" sldId="1276"/>
            <ac:spMk id="27" creationId="{FA55829B-4601-AEE4-10ED-8B3C755AE451}"/>
          </ac:spMkLst>
        </pc:spChg>
        <pc:spChg chg="add mod">
          <ac:chgData name="정지윤" userId="02c42eeb-3573-4fe0-87af-c4a597b73e9f" providerId="ADAL" clId="{9FBACC46-319B-4421-86B7-F535C5B48135}" dt="2023-11-01T04:08:43.668" v="6298" actId="692"/>
          <ac:spMkLst>
            <pc:docMk/>
            <pc:sldMk cId="3895168311" sldId="1276"/>
            <ac:spMk id="28" creationId="{4B8ADE33-0233-538A-7B00-7AD1A8768159}"/>
          </ac:spMkLst>
        </pc:spChg>
        <pc:spChg chg="mod">
          <ac:chgData name="정지윤" userId="02c42eeb-3573-4fe0-87af-c4a597b73e9f" providerId="ADAL" clId="{9FBACC46-319B-4421-86B7-F535C5B48135}" dt="2023-11-01T04:08:54.932" v="6304" actId="207"/>
          <ac:spMkLst>
            <pc:docMk/>
            <pc:sldMk cId="3895168311" sldId="1276"/>
            <ac:spMk id="30" creationId="{B00FA49A-03D7-3D1F-ACE2-BD1027CB7891}"/>
          </ac:spMkLst>
        </pc:spChg>
        <pc:spChg chg="mod">
          <ac:chgData name="정지윤" userId="02c42eeb-3573-4fe0-87af-c4a597b73e9f" providerId="ADAL" clId="{9FBACC46-319B-4421-86B7-F535C5B48135}" dt="2023-11-01T04:08:27.874" v="6280" actId="571"/>
          <ac:spMkLst>
            <pc:docMk/>
            <pc:sldMk cId="3895168311" sldId="1276"/>
            <ac:spMk id="31" creationId="{C962AFE1-01F3-630F-7E5A-BC779B5C79BA}"/>
          </ac:spMkLst>
        </pc:spChg>
        <pc:spChg chg="mod">
          <ac:chgData name="정지윤" userId="02c42eeb-3573-4fe0-87af-c4a597b73e9f" providerId="ADAL" clId="{9FBACC46-319B-4421-86B7-F535C5B48135}" dt="2023-11-01T04:08:47.745" v="6299" actId="207"/>
          <ac:spMkLst>
            <pc:docMk/>
            <pc:sldMk cId="3895168311" sldId="1276"/>
            <ac:spMk id="33" creationId="{640D71C3-9044-1DFE-F899-495C74540BE5}"/>
          </ac:spMkLst>
        </pc:spChg>
        <pc:spChg chg="mod">
          <ac:chgData name="정지윤" userId="02c42eeb-3573-4fe0-87af-c4a597b73e9f" providerId="ADAL" clId="{9FBACC46-319B-4421-86B7-F535C5B48135}" dt="2023-11-01T04:08:33.827" v="6297" actId="20577"/>
          <ac:spMkLst>
            <pc:docMk/>
            <pc:sldMk cId="3895168311" sldId="1276"/>
            <ac:spMk id="34" creationId="{B8A68023-1DD1-59BF-18EF-783A037D5C4C}"/>
          </ac:spMkLst>
        </pc:spChg>
        <pc:spChg chg="mod">
          <ac:chgData name="정지윤" userId="02c42eeb-3573-4fe0-87af-c4a597b73e9f" providerId="ADAL" clId="{9FBACC46-319B-4421-86B7-F535C5B48135}" dt="2023-11-01T04:08:52.011" v="6303" actId="207"/>
          <ac:spMkLst>
            <pc:docMk/>
            <pc:sldMk cId="3895168311" sldId="1276"/>
            <ac:spMk id="36" creationId="{77D59BE7-A6BC-7659-6B99-4CA1C3E75CD6}"/>
          </ac:spMkLst>
        </pc:spChg>
        <pc:spChg chg="mod">
          <ac:chgData name="정지윤" userId="02c42eeb-3573-4fe0-87af-c4a597b73e9f" providerId="ADAL" clId="{9FBACC46-319B-4421-86B7-F535C5B48135}" dt="2023-11-01T04:08:49.178" v="6301"/>
          <ac:spMkLst>
            <pc:docMk/>
            <pc:sldMk cId="3895168311" sldId="1276"/>
            <ac:spMk id="37" creationId="{AAFCE023-4C46-AC57-E185-81BC83CE747C}"/>
          </ac:spMkLst>
        </pc:spChg>
        <pc:grpChg chg="add mod">
          <ac:chgData name="정지윤" userId="02c42eeb-3573-4fe0-87af-c4a597b73e9f" providerId="ADAL" clId="{9FBACC46-319B-4421-86B7-F535C5B48135}" dt="2023-11-01T04:08:06.671" v="6274" actId="164"/>
          <ac:grpSpMkLst>
            <pc:docMk/>
            <pc:sldMk cId="3895168311" sldId="1276"/>
            <ac:grpSpMk id="17" creationId="{F57AD655-BB07-B74D-1599-3E21E64306EC}"/>
          </ac:grpSpMkLst>
        </pc:grpChg>
        <pc:grpChg chg="add mod">
          <ac:chgData name="정지윤" userId="02c42eeb-3573-4fe0-87af-c4a597b73e9f" providerId="ADAL" clId="{9FBACC46-319B-4421-86B7-F535C5B48135}" dt="2023-11-01T04:08:15.944" v="6276" actId="1076"/>
          <ac:grpSpMkLst>
            <pc:docMk/>
            <pc:sldMk cId="3895168311" sldId="1276"/>
            <ac:grpSpMk id="18" creationId="{F706AE04-44FB-61C4-2935-7F4DE0403D58}"/>
          </ac:grpSpMkLst>
        </pc:grpChg>
        <pc:grpChg chg="add mod">
          <ac:chgData name="정지윤" userId="02c42eeb-3573-4fe0-87af-c4a597b73e9f" providerId="ADAL" clId="{9FBACC46-319B-4421-86B7-F535C5B48135}" dt="2023-11-01T04:08:20.144" v="6278" actId="571"/>
          <ac:grpSpMkLst>
            <pc:docMk/>
            <pc:sldMk cId="3895168311" sldId="1276"/>
            <ac:grpSpMk id="21" creationId="{9B9D8C88-3A8E-B748-2D4F-917285769ABD}"/>
          </ac:grpSpMkLst>
        </pc:grpChg>
        <pc:grpChg chg="add mod">
          <ac:chgData name="정지윤" userId="02c42eeb-3573-4fe0-87af-c4a597b73e9f" providerId="ADAL" clId="{9FBACC46-319B-4421-86B7-F535C5B48135}" dt="2023-11-01T04:08:27.874" v="6280" actId="571"/>
          <ac:grpSpMkLst>
            <pc:docMk/>
            <pc:sldMk cId="3895168311" sldId="1276"/>
            <ac:grpSpMk id="29" creationId="{42F6BC02-1A9B-3FE7-020B-97EEFC348B4B}"/>
          </ac:grpSpMkLst>
        </pc:grpChg>
        <pc:grpChg chg="add mod">
          <ac:chgData name="정지윤" userId="02c42eeb-3573-4fe0-87af-c4a597b73e9f" providerId="ADAL" clId="{9FBACC46-319B-4421-86B7-F535C5B48135}" dt="2023-11-01T04:08:27.874" v="6280" actId="571"/>
          <ac:grpSpMkLst>
            <pc:docMk/>
            <pc:sldMk cId="3895168311" sldId="1276"/>
            <ac:grpSpMk id="32" creationId="{6FB23059-3F2E-78A2-C6A9-933BB5C2749C}"/>
          </ac:grpSpMkLst>
        </pc:grpChg>
        <pc:grpChg chg="add mod">
          <ac:chgData name="정지윤" userId="02c42eeb-3573-4fe0-87af-c4a597b73e9f" providerId="ADAL" clId="{9FBACC46-319B-4421-86B7-F535C5B48135}" dt="2023-11-01T04:08:49.178" v="6301"/>
          <ac:grpSpMkLst>
            <pc:docMk/>
            <pc:sldMk cId="3895168311" sldId="1276"/>
            <ac:grpSpMk id="35" creationId="{013271BA-5034-6E1B-7AF5-9274BE8CF6D4}"/>
          </ac:grpSpMkLst>
        </pc:grpChg>
        <pc:graphicFrameChg chg="modGraphic">
          <ac:chgData name="정지윤" userId="02c42eeb-3573-4fe0-87af-c4a597b73e9f" providerId="ADAL" clId="{9FBACC46-319B-4421-86B7-F535C5B48135}" dt="2023-11-01T04:16:26.250" v="6307" actId="20577"/>
          <ac:graphicFrameMkLst>
            <pc:docMk/>
            <pc:sldMk cId="3895168311" sldId="1276"/>
            <ac:graphicFrameMk id="3" creationId="{EB5E6BEF-7528-22F3-81D3-C88DBE43847E}"/>
          </ac:graphicFrameMkLst>
        </pc:graphicFrameChg>
        <pc:picChg chg="add mod modCrop">
          <ac:chgData name="정지윤" userId="02c42eeb-3573-4fe0-87af-c4a597b73e9f" providerId="ADAL" clId="{9FBACC46-319B-4421-86B7-F535C5B48135}" dt="2023-11-01T04:07:08.280" v="6247" actId="1076"/>
          <ac:picMkLst>
            <pc:docMk/>
            <pc:sldMk cId="3895168311" sldId="1276"/>
            <ac:picMk id="6" creationId="{800A1BAB-0F6A-3248-7F46-92F22922429A}"/>
          </ac:picMkLst>
        </pc:picChg>
        <pc:picChg chg="del">
          <ac:chgData name="정지윤" userId="02c42eeb-3573-4fe0-87af-c4a597b73e9f" providerId="ADAL" clId="{9FBACC46-319B-4421-86B7-F535C5B48135}" dt="2023-11-01T04:07:02.699" v="6245" actId="478"/>
          <ac:picMkLst>
            <pc:docMk/>
            <pc:sldMk cId="3895168311" sldId="1276"/>
            <ac:picMk id="8" creationId="{F9F6C48E-AFC4-C782-37EE-EB5E4B00AE59}"/>
          </ac:picMkLst>
        </pc:picChg>
        <pc:picChg chg="add mod">
          <ac:chgData name="정지윤" userId="02c42eeb-3573-4fe0-87af-c4a597b73e9f" providerId="ADAL" clId="{9FBACC46-319B-4421-86B7-F535C5B48135}" dt="2023-11-01T04:08:27.874" v="6280" actId="571"/>
          <ac:picMkLst>
            <pc:docMk/>
            <pc:sldMk cId="3895168311" sldId="1276"/>
            <ac:picMk id="24" creationId="{38F414FD-A114-CDA0-120D-28224B7E01E7}"/>
          </ac:picMkLst>
        </pc:picChg>
        <pc:cxnChg chg="del">
          <ac:chgData name="정지윤" userId="02c42eeb-3573-4fe0-87af-c4a597b73e9f" providerId="ADAL" clId="{9FBACC46-319B-4421-86B7-F535C5B48135}" dt="2023-11-01T04:07:02.699" v="6245" actId="478"/>
          <ac:cxnSpMkLst>
            <pc:docMk/>
            <pc:sldMk cId="3895168311" sldId="1276"/>
            <ac:cxnSpMk id="4" creationId="{E74BBA47-047C-D2F6-848A-F83C179462E6}"/>
          </ac:cxnSpMkLst>
        </pc:cxnChg>
      </pc:sldChg>
      <pc:sldChg chg="add del">
        <pc:chgData name="정지윤" userId="02c42eeb-3573-4fe0-87af-c4a597b73e9f" providerId="ADAL" clId="{9FBACC46-319B-4421-86B7-F535C5B48135}" dt="2023-11-01T04:16:44.545" v="6310" actId="47"/>
        <pc:sldMkLst>
          <pc:docMk/>
          <pc:sldMk cId="2837109636" sldId="1277"/>
        </pc:sldMkLst>
      </pc:sldChg>
      <pc:sldChg chg="addSp delSp modSp add mod">
        <pc:chgData name="정지윤" userId="02c42eeb-3573-4fe0-87af-c4a597b73e9f" providerId="ADAL" clId="{9FBACC46-319B-4421-86B7-F535C5B48135}" dt="2023-11-01T04:22:42.144" v="6429" actId="13926"/>
        <pc:sldMkLst>
          <pc:docMk/>
          <pc:sldMk cId="2552596326" sldId="1278"/>
        </pc:sldMkLst>
        <pc:spChg chg="mod">
          <ac:chgData name="정지윤" userId="02c42eeb-3573-4fe0-87af-c4a597b73e9f" providerId="ADAL" clId="{9FBACC46-319B-4421-86B7-F535C5B48135}" dt="2023-11-01T04:21:46.942" v="6335" actId="14100"/>
          <ac:spMkLst>
            <pc:docMk/>
            <pc:sldMk cId="2552596326" sldId="1278"/>
            <ac:spMk id="6" creationId="{F666CC41-84A8-1B9A-EDA4-6E6ED88AA2BF}"/>
          </ac:spMkLst>
        </pc:spChg>
        <pc:spChg chg="mod">
          <ac:chgData name="정지윤" userId="02c42eeb-3573-4fe0-87af-c4a597b73e9f" providerId="ADAL" clId="{9FBACC46-319B-4421-86B7-F535C5B48135}" dt="2023-11-01T04:22:42.144" v="6429" actId="13926"/>
          <ac:spMkLst>
            <pc:docMk/>
            <pc:sldMk cId="2552596326" sldId="1278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1T04:19:54.167" v="6322" actId="478"/>
          <ac:spMkLst>
            <pc:docMk/>
            <pc:sldMk cId="2552596326" sldId="1278"/>
            <ac:spMk id="10" creationId="{96653A8C-0ECB-A10E-869C-B9FD7C249FEA}"/>
          </ac:spMkLst>
        </pc:spChg>
        <pc:picChg chg="add del mod ord modCrop">
          <ac:chgData name="정지윤" userId="02c42eeb-3573-4fe0-87af-c4a597b73e9f" providerId="ADAL" clId="{9FBACC46-319B-4421-86B7-F535C5B48135}" dt="2023-11-01T04:21:39.088" v="6332" actId="478"/>
          <ac:picMkLst>
            <pc:docMk/>
            <pc:sldMk cId="2552596326" sldId="1278"/>
            <ac:picMk id="8" creationId="{B5780359-A19B-0D57-DE17-374689C805D5}"/>
          </ac:picMkLst>
        </pc:picChg>
        <pc:picChg chg="del">
          <ac:chgData name="정지윤" userId="02c42eeb-3573-4fe0-87af-c4a597b73e9f" providerId="ADAL" clId="{9FBACC46-319B-4421-86B7-F535C5B48135}" dt="2023-11-01T04:19:48.190" v="6319" actId="478"/>
          <ac:picMkLst>
            <pc:docMk/>
            <pc:sldMk cId="2552596326" sldId="1278"/>
            <ac:picMk id="9" creationId="{21E0A21A-B077-AF9D-40FA-808D8D18A810}"/>
          </ac:picMkLst>
        </pc:picChg>
        <pc:picChg chg="add mod ord modCrop">
          <ac:chgData name="정지윤" userId="02c42eeb-3573-4fe0-87af-c4a597b73e9f" providerId="ADAL" clId="{9FBACC46-319B-4421-86B7-F535C5B48135}" dt="2023-11-01T04:21:37.990" v="6331" actId="167"/>
          <ac:picMkLst>
            <pc:docMk/>
            <pc:sldMk cId="2552596326" sldId="1278"/>
            <ac:picMk id="13" creationId="{0F985513-84CC-A344-2EFC-0DC20BF65D16}"/>
          </ac:picMkLst>
        </pc:picChg>
        <pc:cxnChg chg="mod">
          <ac:chgData name="정지윤" userId="02c42eeb-3573-4fe0-87af-c4a597b73e9f" providerId="ADAL" clId="{9FBACC46-319B-4421-86B7-F535C5B48135}" dt="2023-11-01T04:21:48.870" v="6336" actId="1076"/>
          <ac:cxnSpMkLst>
            <pc:docMk/>
            <pc:sldMk cId="2552596326" sldId="1278"/>
            <ac:cxnSpMk id="4" creationId="{BAD265E0-6064-B537-75F7-319A344A8E86}"/>
          </ac:cxnSpMkLst>
        </pc:cxnChg>
        <pc:cxnChg chg="del">
          <ac:chgData name="정지윤" userId="02c42eeb-3573-4fe0-87af-c4a597b73e9f" providerId="ADAL" clId="{9FBACC46-319B-4421-86B7-F535C5B48135}" dt="2023-11-01T04:19:54.167" v="6322" actId="478"/>
          <ac:cxnSpMkLst>
            <pc:docMk/>
            <pc:sldMk cId="2552596326" sldId="1278"/>
            <ac:cxnSpMk id="11" creationId="{17BA07AD-83BD-A7C5-0CBF-372A2986A174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4:24:39.669" v="6542" actId="20577"/>
        <pc:sldMkLst>
          <pc:docMk/>
          <pc:sldMk cId="2650630402" sldId="1279"/>
        </pc:sldMkLst>
        <pc:spChg chg="mod">
          <ac:chgData name="정지윤" userId="02c42eeb-3573-4fe0-87af-c4a597b73e9f" providerId="ADAL" clId="{9FBACC46-319B-4421-86B7-F535C5B48135}" dt="2023-11-01T04:23:37.198" v="6476" actId="14100"/>
          <ac:spMkLst>
            <pc:docMk/>
            <pc:sldMk cId="2650630402" sldId="1279"/>
            <ac:spMk id="6" creationId="{F666CC41-84A8-1B9A-EDA4-6E6ED88AA2BF}"/>
          </ac:spMkLst>
        </pc:spChg>
        <pc:spChg chg="mod">
          <ac:chgData name="정지윤" userId="02c42eeb-3573-4fe0-87af-c4a597b73e9f" providerId="ADAL" clId="{9FBACC46-319B-4421-86B7-F535C5B48135}" dt="2023-11-01T04:24:39.669" v="6542" actId="20577"/>
          <ac:spMkLst>
            <pc:docMk/>
            <pc:sldMk cId="2650630402" sldId="1279"/>
            <ac:spMk id="7" creationId="{0C81DD60-D84B-4D3C-8F3E-7D0E22E11300}"/>
          </ac:spMkLst>
        </pc:spChg>
        <pc:graphicFrameChg chg="mod modGraphic">
          <ac:chgData name="정지윤" userId="02c42eeb-3573-4fe0-87af-c4a597b73e9f" providerId="ADAL" clId="{9FBACC46-319B-4421-86B7-F535C5B48135}" dt="2023-11-01T04:23:10.199" v="6462"/>
          <ac:graphicFrameMkLst>
            <pc:docMk/>
            <pc:sldMk cId="2650630402" sldId="1279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4:23:30.686" v="6473" actId="167"/>
          <ac:picMkLst>
            <pc:docMk/>
            <pc:sldMk cId="2650630402" sldId="1279"/>
            <ac:picMk id="8" creationId="{73192B0E-8917-3695-028E-0982294995A1}"/>
          </ac:picMkLst>
        </pc:picChg>
        <pc:picChg chg="del">
          <ac:chgData name="정지윤" userId="02c42eeb-3573-4fe0-87af-c4a597b73e9f" providerId="ADAL" clId="{9FBACC46-319B-4421-86B7-F535C5B48135}" dt="2023-11-01T04:23:31.711" v="6474" actId="478"/>
          <ac:picMkLst>
            <pc:docMk/>
            <pc:sldMk cId="2650630402" sldId="1279"/>
            <ac:picMk id="13" creationId="{0F985513-84CC-A344-2EFC-0DC20BF65D16}"/>
          </ac:picMkLst>
        </pc:picChg>
        <pc:cxnChg chg="mod">
          <ac:chgData name="정지윤" userId="02c42eeb-3573-4fe0-87af-c4a597b73e9f" providerId="ADAL" clId="{9FBACC46-319B-4421-86B7-F535C5B48135}" dt="2023-11-01T04:23:38.982" v="6477" actId="1076"/>
          <ac:cxnSpMkLst>
            <pc:docMk/>
            <pc:sldMk cId="2650630402" sldId="1279"/>
            <ac:cxnSpMk id="4" creationId="{BAD265E0-6064-B537-75F7-319A344A8E86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4:40:26.608" v="7365" actId="20577"/>
        <pc:sldMkLst>
          <pc:docMk/>
          <pc:sldMk cId="484620486" sldId="1280"/>
        </pc:sldMkLst>
        <pc:spChg chg="mod">
          <ac:chgData name="정지윤" userId="02c42eeb-3573-4fe0-87af-c4a597b73e9f" providerId="ADAL" clId="{9FBACC46-319B-4421-86B7-F535C5B48135}" dt="2023-11-01T04:33:02.093" v="6574" actId="14100"/>
          <ac:spMkLst>
            <pc:docMk/>
            <pc:sldMk cId="484620486" sldId="1280"/>
            <ac:spMk id="6" creationId="{F666CC41-84A8-1B9A-EDA4-6E6ED88AA2BF}"/>
          </ac:spMkLst>
        </pc:spChg>
        <pc:spChg chg="mod">
          <ac:chgData name="정지윤" userId="02c42eeb-3573-4fe0-87af-c4a597b73e9f" providerId="ADAL" clId="{9FBACC46-319B-4421-86B7-F535C5B48135}" dt="2023-11-01T04:35:58.533" v="7294" actId="20577"/>
          <ac:spMkLst>
            <pc:docMk/>
            <pc:sldMk cId="484620486" sldId="1280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1T04:35:48.895" v="7288"/>
          <ac:spMkLst>
            <pc:docMk/>
            <pc:sldMk cId="484620486" sldId="1280"/>
            <ac:spMk id="12" creationId="{3FBEBF3B-2A29-9DEE-53B9-FFBD51807A68}"/>
          </ac:spMkLst>
        </pc:spChg>
        <pc:spChg chg="add mod">
          <ac:chgData name="정지윤" userId="02c42eeb-3573-4fe0-87af-c4a597b73e9f" providerId="ADAL" clId="{9FBACC46-319B-4421-86B7-F535C5B48135}" dt="2023-11-01T04:36:13.813" v="7298" actId="1076"/>
          <ac:spMkLst>
            <pc:docMk/>
            <pc:sldMk cId="484620486" sldId="1280"/>
            <ac:spMk id="13" creationId="{365DB192-FDDE-2E6B-5F58-E6987E545154}"/>
          </ac:spMkLst>
        </pc:spChg>
        <pc:spChg chg="add mod">
          <ac:chgData name="정지윤" userId="02c42eeb-3573-4fe0-87af-c4a597b73e9f" providerId="ADAL" clId="{9FBACC46-319B-4421-86B7-F535C5B48135}" dt="2023-11-01T04:36:20.760" v="7299" actId="571"/>
          <ac:spMkLst>
            <pc:docMk/>
            <pc:sldMk cId="484620486" sldId="1280"/>
            <ac:spMk id="14" creationId="{2E36030F-C347-E30F-8C6F-75D02B9E044B}"/>
          </ac:spMkLst>
        </pc:spChg>
        <pc:graphicFrameChg chg="mod modGraphic">
          <ac:chgData name="정지윤" userId="02c42eeb-3573-4fe0-87af-c4a597b73e9f" providerId="ADAL" clId="{9FBACC46-319B-4421-86B7-F535C5B48135}" dt="2023-11-01T04:40:26.608" v="7365" actId="20577"/>
          <ac:graphicFrameMkLst>
            <pc:docMk/>
            <pc:sldMk cId="484620486" sldId="1280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1T04:32:55.139" v="6572" actId="478"/>
          <ac:picMkLst>
            <pc:docMk/>
            <pc:sldMk cId="484620486" sldId="1280"/>
            <ac:picMk id="8" creationId="{73192B0E-8917-3695-028E-0982294995A1}"/>
          </ac:picMkLst>
        </pc:picChg>
        <pc:picChg chg="add mod ord modCrop">
          <ac:chgData name="정지윤" userId="02c42eeb-3573-4fe0-87af-c4a597b73e9f" providerId="ADAL" clId="{9FBACC46-319B-4421-86B7-F535C5B48135}" dt="2023-11-01T04:32:53.940" v="6571" actId="167"/>
          <ac:picMkLst>
            <pc:docMk/>
            <pc:sldMk cId="484620486" sldId="1280"/>
            <ac:picMk id="9" creationId="{BAD1D9E1-7EEB-4B23-3465-93E6B4D60F9E}"/>
          </ac:picMkLst>
        </pc:picChg>
        <pc:picChg chg="add mod modCrop">
          <ac:chgData name="정지윤" userId="02c42eeb-3573-4fe0-87af-c4a597b73e9f" providerId="ADAL" clId="{9FBACC46-319B-4421-86B7-F535C5B48135}" dt="2023-11-01T04:36:13.813" v="7298" actId="1076"/>
          <ac:picMkLst>
            <pc:docMk/>
            <pc:sldMk cId="484620486" sldId="1280"/>
            <ac:picMk id="11" creationId="{3787D749-6871-A226-C07E-AD00E74B4C9D}"/>
          </ac:picMkLst>
        </pc:picChg>
        <pc:cxnChg chg="mod">
          <ac:chgData name="정지윤" userId="02c42eeb-3573-4fe0-87af-c4a597b73e9f" providerId="ADAL" clId="{9FBACC46-319B-4421-86B7-F535C5B48135}" dt="2023-11-01T04:33:03.861" v="6575" actId="1076"/>
          <ac:cxnSpMkLst>
            <pc:docMk/>
            <pc:sldMk cId="484620486" sldId="1280"/>
            <ac:cxnSpMk id="4" creationId="{BAD265E0-6064-B537-75F7-319A344A8E86}"/>
          </ac:cxnSpMkLst>
        </pc:cxnChg>
        <pc:cxnChg chg="add del mod">
          <ac:chgData name="정지윤" userId="02c42eeb-3573-4fe0-87af-c4a597b73e9f" providerId="ADAL" clId="{9FBACC46-319B-4421-86B7-F535C5B48135}" dt="2023-11-01T04:36:26.103" v="7301" actId="478"/>
          <ac:cxnSpMkLst>
            <pc:docMk/>
            <pc:sldMk cId="484620486" sldId="1280"/>
            <ac:cxnSpMk id="15" creationId="{9A42876B-75EF-BD33-C317-6F30E7C75BC8}"/>
          </ac:cxnSpMkLst>
        </pc:cxnChg>
        <pc:cxnChg chg="add">
          <ac:chgData name="정지윤" userId="02c42eeb-3573-4fe0-87af-c4a597b73e9f" providerId="ADAL" clId="{9FBACC46-319B-4421-86B7-F535C5B48135}" dt="2023-11-01T04:36:30.384" v="7302" actId="11529"/>
          <ac:cxnSpMkLst>
            <pc:docMk/>
            <pc:sldMk cId="484620486" sldId="1280"/>
            <ac:cxnSpMk id="17" creationId="{67363AA6-0663-8940-5EFE-9683BE2CEDAF}"/>
          </ac:cxnSpMkLst>
        </pc:cxnChg>
      </pc:sldChg>
      <pc:sldChg chg="addSp delSp modSp add mod ord">
        <pc:chgData name="정지윤" userId="02c42eeb-3573-4fe0-87af-c4a597b73e9f" providerId="ADAL" clId="{9FBACC46-319B-4421-86B7-F535C5B48135}" dt="2023-11-01T04:39:15.546" v="7342"/>
        <pc:sldMkLst>
          <pc:docMk/>
          <pc:sldMk cId="2968431506" sldId="1281"/>
        </pc:sldMkLst>
        <pc:spChg chg="mod">
          <ac:chgData name="정지윤" userId="02c42eeb-3573-4fe0-87af-c4a597b73e9f" providerId="ADAL" clId="{9FBACC46-319B-4421-86B7-F535C5B48135}" dt="2023-11-01T04:36:58.140" v="7309" actId="1076"/>
          <ac:spMkLst>
            <pc:docMk/>
            <pc:sldMk cId="2968431506" sldId="1281"/>
            <ac:spMk id="6" creationId="{F666CC41-84A8-1B9A-EDA4-6E6ED88AA2BF}"/>
          </ac:spMkLst>
        </pc:spChg>
        <pc:spChg chg="mod">
          <ac:chgData name="정지윤" userId="02c42eeb-3573-4fe0-87af-c4a597b73e9f" providerId="ADAL" clId="{9FBACC46-319B-4421-86B7-F535C5B48135}" dt="2023-11-01T04:39:15.546" v="7342"/>
          <ac:spMkLst>
            <pc:docMk/>
            <pc:sldMk cId="2968431506" sldId="1281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1T04:36:36.754" v="7305" actId="478"/>
          <ac:spMkLst>
            <pc:docMk/>
            <pc:sldMk cId="2968431506" sldId="1281"/>
            <ac:spMk id="12" creationId="{3FBEBF3B-2A29-9DEE-53B9-FFBD51807A68}"/>
          </ac:spMkLst>
        </pc:spChg>
        <pc:spChg chg="del">
          <ac:chgData name="정지윤" userId="02c42eeb-3573-4fe0-87af-c4a597b73e9f" providerId="ADAL" clId="{9FBACC46-319B-4421-86B7-F535C5B48135}" dt="2023-11-01T04:36:35.780" v="7304" actId="478"/>
          <ac:spMkLst>
            <pc:docMk/>
            <pc:sldMk cId="2968431506" sldId="1281"/>
            <ac:spMk id="13" creationId="{365DB192-FDDE-2E6B-5F58-E6987E545154}"/>
          </ac:spMkLst>
        </pc:spChg>
        <pc:spChg chg="del">
          <ac:chgData name="정지윤" userId="02c42eeb-3573-4fe0-87af-c4a597b73e9f" providerId="ADAL" clId="{9FBACC46-319B-4421-86B7-F535C5B48135}" dt="2023-11-01T04:37:20.577" v="7320" actId="478"/>
          <ac:spMkLst>
            <pc:docMk/>
            <pc:sldMk cId="2968431506" sldId="1281"/>
            <ac:spMk id="14" creationId="{2E36030F-C347-E30F-8C6F-75D02B9E044B}"/>
          </ac:spMkLst>
        </pc:spChg>
        <pc:picChg chg="del mod modCrop">
          <ac:chgData name="정지윤" userId="02c42eeb-3573-4fe0-87af-c4a597b73e9f" providerId="ADAL" clId="{9FBACC46-319B-4421-86B7-F535C5B48135}" dt="2023-11-01T04:37:18.605" v="7319" actId="478"/>
          <ac:picMkLst>
            <pc:docMk/>
            <pc:sldMk cId="2968431506" sldId="1281"/>
            <ac:picMk id="9" creationId="{BAD1D9E1-7EEB-4B23-3465-93E6B4D60F9E}"/>
          </ac:picMkLst>
        </pc:picChg>
        <pc:picChg chg="add mod ord modCrop">
          <ac:chgData name="정지윤" userId="02c42eeb-3573-4fe0-87af-c4a597b73e9f" providerId="ADAL" clId="{9FBACC46-319B-4421-86B7-F535C5B48135}" dt="2023-11-01T04:37:17.707" v="7318" actId="167"/>
          <ac:picMkLst>
            <pc:docMk/>
            <pc:sldMk cId="2968431506" sldId="1281"/>
            <ac:picMk id="10" creationId="{D1386B62-E941-50A1-1A3A-C03C63FD8A26}"/>
          </ac:picMkLst>
        </pc:picChg>
        <pc:picChg chg="del">
          <ac:chgData name="정지윤" userId="02c42eeb-3573-4fe0-87af-c4a597b73e9f" providerId="ADAL" clId="{9FBACC46-319B-4421-86B7-F535C5B48135}" dt="2023-11-01T04:36:35.780" v="7304" actId="478"/>
          <ac:picMkLst>
            <pc:docMk/>
            <pc:sldMk cId="2968431506" sldId="1281"/>
            <ac:picMk id="11" creationId="{3787D749-6871-A226-C07E-AD00E74B4C9D}"/>
          </ac:picMkLst>
        </pc:picChg>
        <pc:cxnChg chg="mod">
          <ac:chgData name="정지윤" userId="02c42eeb-3573-4fe0-87af-c4a597b73e9f" providerId="ADAL" clId="{9FBACC46-319B-4421-86B7-F535C5B48135}" dt="2023-11-01T04:37:00.156" v="7310" actId="1076"/>
          <ac:cxnSpMkLst>
            <pc:docMk/>
            <pc:sldMk cId="2968431506" sldId="1281"/>
            <ac:cxnSpMk id="4" creationId="{BAD265E0-6064-B537-75F7-319A344A8E86}"/>
          </ac:cxnSpMkLst>
        </pc:cxnChg>
        <pc:cxnChg chg="del mod">
          <ac:chgData name="정지윤" userId="02c42eeb-3573-4fe0-87af-c4a597b73e9f" providerId="ADAL" clId="{9FBACC46-319B-4421-86B7-F535C5B48135}" dt="2023-11-01T04:36:42.266" v="7307" actId="478"/>
          <ac:cxnSpMkLst>
            <pc:docMk/>
            <pc:sldMk cId="2968431506" sldId="1281"/>
            <ac:cxnSpMk id="17" creationId="{67363AA6-0663-8940-5EFE-9683BE2CEDAF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4:50:45.803" v="8202" actId="20577"/>
        <pc:sldMkLst>
          <pc:docMk/>
          <pc:sldMk cId="361438128" sldId="1282"/>
        </pc:sldMkLst>
        <pc:spChg chg="del">
          <ac:chgData name="정지윤" userId="02c42eeb-3573-4fe0-87af-c4a597b73e9f" providerId="ADAL" clId="{9FBACC46-319B-4421-86B7-F535C5B48135}" dt="2023-11-01T04:40:00.504" v="7362" actId="478"/>
          <ac:spMkLst>
            <pc:docMk/>
            <pc:sldMk cId="361438128" sldId="1282"/>
            <ac:spMk id="6" creationId="{F666CC41-84A8-1B9A-EDA4-6E6ED88AA2BF}"/>
          </ac:spMkLst>
        </pc:spChg>
        <pc:spChg chg="mod">
          <ac:chgData name="정지윤" userId="02c42eeb-3573-4fe0-87af-c4a597b73e9f" providerId="ADAL" clId="{9FBACC46-319B-4421-86B7-F535C5B48135}" dt="2023-11-01T04:50:45.803" v="8202" actId="20577"/>
          <ac:spMkLst>
            <pc:docMk/>
            <pc:sldMk cId="361438128" sldId="1282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1T04:40:00.758" v="7363"/>
          <ac:spMkLst>
            <pc:docMk/>
            <pc:sldMk cId="361438128" sldId="1282"/>
            <ac:spMk id="8" creationId="{1B12B7CC-6C27-6D60-9701-EF1128C4FB0A}"/>
          </ac:spMkLst>
        </pc:spChg>
        <pc:picChg chg="add mod">
          <ac:chgData name="정지윤" userId="02c42eeb-3573-4fe0-87af-c4a597b73e9f" providerId="ADAL" clId="{9FBACC46-319B-4421-86B7-F535C5B48135}" dt="2023-11-01T04:40:00.758" v="7363"/>
          <ac:picMkLst>
            <pc:docMk/>
            <pc:sldMk cId="361438128" sldId="1282"/>
            <ac:picMk id="5" creationId="{754F5F73-E609-3528-1569-50700807DE36}"/>
          </ac:picMkLst>
        </pc:picChg>
        <pc:picChg chg="del">
          <ac:chgData name="정지윤" userId="02c42eeb-3573-4fe0-87af-c4a597b73e9f" providerId="ADAL" clId="{9FBACC46-319B-4421-86B7-F535C5B48135}" dt="2023-11-01T04:40:00.504" v="7362" actId="478"/>
          <ac:picMkLst>
            <pc:docMk/>
            <pc:sldMk cId="361438128" sldId="1282"/>
            <ac:picMk id="10" creationId="{D1386B62-E941-50A1-1A3A-C03C63FD8A26}"/>
          </ac:picMkLst>
        </pc:picChg>
        <pc:cxnChg chg="del">
          <ac:chgData name="정지윤" userId="02c42eeb-3573-4fe0-87af-c4a597b73e9f" providerId="ADAL" clId="{9FBACC46-319B-4421-86B7-F535C5B48135}" dt="2023-11-01T04:40:00.504" v="7362" actId="478"/>
          <ac:cxnSpMkLst>
            <pc:docMk/>
            <pc:sldMk cId="361438128" sldId="1282"/>
            <ac:cxnSpMk id="4" creationId="{BAD265E0-6064-B537-75F7-319A344A8E86}"/>
          </ac:cxnSpMkLst>
        </pc:cxnChg>
        <pc:cxnChg chg="add mod">
          <ac:chgData name="정지윤" userId="02c42eeb-3573-4fe0-87af-c4a597b73e9f" providerId="ADAL" clId="{9FBACC46-319B-4421-86B7-F535C5B48135}" dt="2023-11-01T04:40:04.785" v="7364"/>
          <ac:cxnSpMkLst>
            <pc:docMk/>
            <pc:sldMk cId="361438128" sldId="1282"/>
            <ac:cxnSpMk id="9" creationId="{2BF24AFB-B449-A747-4F97-1D5C961FF0B3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4:44:11.023" v="7803" actId="20577"/>
        <pc:sldMkLst>
          <pc:docMk/>
          <pc:sldMk cId="2900440599" sldId="1283"/>
        </pc:sldMkLst>
        <pc:spChg chg="del">
          <ac:chgData name="정지윤" userId="02c42eeb-3573-4fe0-87af-c4a597b73e9f" providerId="ADAL" clId="{9FBACC46-319B-4421-86B7-F535C5B48135}" dt="2023-11-01T04:41:35.492" v="7378" actId="478"/>
          <ac:spMkLst>
            <pc:docMk/>
            <pc:sldMk cId="2900440599" sldId="1283"/>
            <ac:spMk id="6" creationId="{F666CC41-84A8-1B9A-EDA4-6E6ED88AA2BF}"/>
          </ac:spMkLst>
        </pc:spChg>
        <pc:spChg chg="mod">
          <ac:chgData name="정지윤" userId="02c42eeb-3573-4fe0-87af-c4a597b73e9f" providerId="ADAL" clId="{9FBACC46-319B-4421-86B7-F535C5B48135}" dt="2023-11-01T04:44:11.023" v="7803" actId="20577"/>
          <ac:spMkLst>
            <pc:docMk/>
            <pc:sldMk cId="2900440599" sldId="1283"/>
            <ac:spMk id="7" creationId="{0C81DD60-D84B-4D3C-8F3E-7D0E22E11300}"/>
          </ac:spMkLst>
        </pc:spChg>
        <pc:spChg chg="add del mod">
          <ac:chgData name="정지윤" userId="02c42eeb-3573-4fe0-87af-c4a597b73e9f" providerId="ADAL" clId="{9FBACC46-319B-4421-86B7-F535C5B48135}" dt="2023-11-01T04:42:33.039" v="7640" actId="478"/>
          <ac:spMkLst>
            <pc:docMk/>
            <pc:sldMk cId="2900440599" sldId="1283"/>
            <ac:spMk id="10" creationId="{FC9ECEA6-5097-13A6-A1B1-F68B73FFCFFC}"/>
          </ac:spMkLst>
        </pc:spChg>
        <pc:spChg chg="del">
          <ac:chgData name="정지윤" userId="02c42eeb-3573-4fe0-87af-c4a597b73e9f" providerId="ADAL" clId="{9FBACC46-319B-4421-86B7-F535C5B48135}" dt="2023-11-01T04:41:00.180" v="7367" actId="478"/>
          <ac:spMkLst>
            <pc:docMk/>
            <pc:sldMk cId="2900440599" sldId="1283"/>
            <ac:spMk id="12" creationId="{3FBEBF3B-2A29-9DEE-53B9-FFBD51807A68}"/>
          </ac:spMkLst>
        </pc:spChg>
        <pc:spChg chg="del">
          <ac:chgData name="정지윤" userId="02c42eeb-3573-4fe0-87af-c4a597b73e9f" providerId="ADAL" clId="{9FBACC46-319B-4421-86B7-F535C5B48135}" dt="2023-11-01T04:41:00.180" v="7367" actId="478"/>
          <ac:spMkLst>
            <pc:docMk/>
            <pc:sldMk cId="2900440599" sldId="1283"/>
            <ac:spMk id="13" creationId="{365DB192-FDDE-2E6B-5F58-E6987E545154}"/>
          </ac:spMkLst>
        </pc:spChg>
        <pc:graphicFrameChg chg="modGraphic">
          <ac:chgData name="정지윤" userId="02c42eeb-3573-4fe0-87af-c4a597b73e9f" providerId="ADAL" clId="{9FBACC46-319B-4421-86B7-F535C5B48135}" dt="2023-11-01T04:43:12.706" v="7701" actId="20577"/>
          <ac:graphicFrameMkLst>
            <pc:docMk/>
            <pc:sldMk cId="2900440599" sldId="1283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4:41:32.836" v="7376" actId="167"/>
          <ac:picMkLst>
            <pc:docMk/>
            <pc:sldMk cId="2900440599" sldId="1283"/>
            <ac:picMk id="8" creationId="{A04FBC3D-B1DC-F413-FAC7-E3B86636AD04}"/>
          </ac:picMkLst>
        </pc:picChg>
        <pc:picChg chg="del mod">
          <ac:chgData name="정지윤" userId="02c42eeb-3573-4fe0-87af-c4a597b73e9f" providerId="ADAL" clId="{9FBACC46-319B-4421-86B7-F535C5B48135}" dt="2023-11-01T04:41:34.011" v="7377" actId="478"/>
          <ac:picMkLst>
            <pc:docMk/>
            <pc:sldMk cId="2900440599" sldId="1283"/>
            <ac:picMk id="9" creationId="{BAD1D9E1-7EEB-4B23-3465-93E6B4D60F9E}"/>
          </ac:picMkLst>
        </pc:picChg>
        <pc:picChg chg="del">
          <ac:chgData name="정지윤" userId="02c42eeb-3573-4fe0-87af-c4a597b73e9f" providerId="ADAL" clId="{9FBACC46-319B-4421-86B7-F535C5B48135}" dt="2023-11-01T04:41:00.180" v="7367" actId="478"/>
          <ac:picMkLst>
            <pc:docMk/>
            <pc:sldMk cId="2900440599" sldId="1283"/>
            <ac:picMk id="11" creationId="{3787D749-6871-A226-C07E-AD00E74B4C9D}"/>
          </ac:picMkLst>
        </pc:picChg>
        <pc:cxnChg chg="mod">
          <ac:chgData name="정지윤" userId="02c42eeb-3573-4fe0-87af-c4a597b73e9f" providerId="ADAL" clId="{9FBACC46-319B-4421-86B7-F535C5B48135}" dt="2023-11-01T04:41:38.540" v="7379" actId="1076"/>
          <ac:cxnSpMkLst>
            <pc:docMk/>
            <pc:sldMk cId="2900440599" sldId="1283"/>
            <ac:cxnSpMk id="4" creationId="{BAD265E0-6064-B537-75F7-319A344A8E86}"/>
          </ac:cxnSpMkLst>
        </pc:cxnChg>
        <pc:cxnChg chg="del mod">
          <ac:chgData name="정지윤" userId="02c42eeb-3573-4fe0-87af-c4a597b73e9f" providerId="ADAL" clId="{9FBACC46-319B-4421-86B7-F535C5B48135}" dt="2023-11-01T04:41:39.849" v="7380" actId="478"/>
          <ac:cxnSpMkLst>
            <pc:docMk/>
            <pc:sldMk cId="2900440599" sldId="1283"/>
            <ac:cxnSpMk id="17" creationId="{67363AA6-0663-8940-5EFE-9683BE2CEDAF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4:48:11.873" v="8172" actId="20577"/>
        <pc:sldMkLst>
          <pc:docMk/>
          <pc:sldMk cId="597245971" sldId="1284"/>
        </pc:sldMkLst>
        <pc:spChg chg="mod">
          <ac:chgData name="정지윤" userId="02c42eeb-3573-4fe0-87af-c4a597b73e9f" providerId="ADAL" clId="{9FBACC46-319B-4421-86B7-F535C5B48135}" dt="2023-11-01T04:47:05.259" v="8131" actId="14100"/>
          <ac:spMkLst>
            <pc:docMk/>
            <pc:sldMk cId="597245971" sldId="1284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1T04:47:17.815" v="8135" actId="571"/>
          <ac:spMkLst>
            <pc:docMk/>
            <pc:sldMk cId="597245971" sldId="1284"/>
            <ac:spMk id="11" creationId="{A0557EDB-793E-E0E5-C2EB-DD1047C28306}"/>
          </ac:spMkLst>
        </pc:spChg>
        <pc:spChg chg="mod ord">
          <ac:chgData name="정지윤" userId="02c42eeb-3573-4fe0-87af-c4a597b73e9f" providerId="ADAL" clId="{9FBACC46-319B-4421-86B7-F535C5B48135}" dt="2023-11-01T04:47:13.867" v="8134" actId="14100"/>
          <ac:spMkLst>
            <pc:docMk/>
            <pc:sldMk cId="597245971" sldId="1284"/>
            <ac:spMk id="14" creationId="{2E36030F-C347-E30F-8C6F-75D02B9E044B}"/>
          </ac:spMkLst>
        </pc:spChg>
        <pc:spChg chg="add mod">
          <ac:chgData name="정지윤" userId="02c42eeb-3573-4fe0-87af-c4a597b73e9f" providerId="ADAL" clId="{9FBACC46-319B-4421-86B7-F535C5B48135}" dt="2023-11-01T04:47:30.884" v="8150" actId="1076"/>
          <ac:spMkLst>
            <pc:docMk/>
            <pc:sldMk cId="597245971" sldId="1284"/>
            <ac:spMk id="15" creationId="{6596BF9B-FA45-7845-8272-C7BAC29E5931}"/>
          </ac:spMkLst>
        </pc:spChg>
        <pc:spChg chg="add mod">
          <ac:chgData name="정지윤" userId="02c42eeb-3573-4fe0-87af-c4a597b73e9f" providerId="ADAL" clId="{9FBACC46-319B-4421-86B7-F535C5B48135}" dt="2023-11-01T04:47:52.674" v="8169" actId="208"/>
          <ac:spMkLst>
            <pc:docMk/>
            <pc:sldMk cId="597245971" sldId="1284"/>
            <ac:spMk id="18" creationId="{EBFC3AED-4039-3CEA-480F-0D022541744E}"/>
          </ac:spMkLst>
        </pc:spChg>
        <pc:spChg chg="add mod">
          <ac:chgData name="정지윤" userId="02c42eeb-3573-4fe0-87af-c4a597b73e9f" providerId="ADAL" clId="{9FBACC46-319B-4421-86B7-F535C5B48135}" dt="2023-11-01T04:47:52.674" v="8169" actId="208"/>
          <ac:spMkLst>
            <pc:docMk/>
            <pc:sldMk cId="597245971" sldId="1284"/>
            <ac:spMk id="19" creationId="{5CB97610-9BF8-7674-A7F7-C5E1BC99BA26}"/>
          </ac:spMkLst>
        </pc:spChg>
        <pc:spChg chg="add mod">
          <ac:chgData name="정지윤" userId="02c42eeb-3573-4fe0-87af-c4a597b73e9f" providerId="ADAL" clId="{9FBACC46-319B-4421-86B7-F535C5B48135}" dt="2023-11-01T04:47:40.284" v="8166"/>
          <ac:spMkLst>
            <pc:docMk/>
            <pc:sldMk cId="597245971" sldId="1284"/>
            <ac:spMk id="21" creationId="{FBE2DBD5-EF47-3539-0559-183B110B7A55}"/>
          </ac:spMkLst>
        </pc:spChg>
        <pc:graphicFrameChg chg="modGraphic">
          <ac:chgData name="정지윤" userId="02c42eeb-3573-4fe0-87af-c4a597b73e9f" providerId="ADAL" clId="{9FBACC46-319B-4421-86B7-F535C5B48135}" dt="2023-11-01T04:48:11.873" v="8172" actId="20577"/>
          <ac:graphicFrameMkLst>
            <pc:docMk/>
            <pc:sldMk cId="597245971" sldId="1284"/>
            <ac:graphicFrameMk id="3" creationId="{EB5E6BEF-7528-22F3-81D3-C88DBE43847E}"/>
          </ac:graphicFrameMkLst>
        </pc:graphicFrameChg>
        <pc:picChg chg="add del">
          <ac:chgData name="정지윤" userId="02c42eeb-3573-4fe0-87af-c4a597b73e9f" providerId="ADAL" clId="{9FBACC46-319B-4421-86B7-F535C5B48135}" dt="2023-11-01T04:46:18.030" v="8115" actId="478"/>
          <ac:picMkLst>
            <pc:docMk/>
            <pc:sldMk cId="597245971" sldId="1284"/>
            <ac:picMk id="6" creationId="{AEEB799A-FAAD-E29B-8C60-7216DED3B931}"/>
          </ac:picMkLst>
        </pc:picChg>
        <pc:picChg chg="del mod">
          <ac:chgData name="정지윤" userId="02c42eeb-3573-4fe0-87af-c4a597b73e9f" providerId="ADAL" clId="{9FBACC46-319B-4421-86B7-F535C5B48135}" dt="2023-11-01T04:46:41.579" v="8122" actId="478"/>
          <ac:picMkLst>
            <pc:docMk/>
            <pc:sldMk cId="597245971" sldId="1284"/>
            <ac:picMk id="8" creationId="{A04FBC3D-B1DC-F413-FAC7-E3B86636AD04}"/>
          </ac:picMkLst>
        </pc:picChg>
        <pc:picChg chg="add mod modCrop">
          <ac:chgData name="정지윤" userId="02c42eeb-3573-4fe0-87af-c4a597b73e9f" providerId="ADAL" clId="{9FBACC46-319B-4421-86B7-F535C5B48135}" dt="2023-11-01T04:46:58.067" v="8129" actId="1076"/>
          <ac:picMkLst>
            <pc:docMk/>
            <pc:sldMk cId="597245971" sldId="1284"/>
            <ac:picMk id="9" creationId="{611D1275-F86E-9B81-9A94-D4B01C5D9933}"/>
          </ac:picMkLst>
        </pc:picChg>
        <pc:picChg chg="add mod modCrop">
          <ac:chgData name="정지윤" userId="02c42eeb-3573-4fe0-87af-c4a597b73e9f" providerId="ADAL" clId="{9FBACC46-319B-4421-86B7-F535C5B48135}" dt="2023-11-01T04:46:56.724" v="8128" actId="1076"/>
          <ac:picMkLst>
            <pc:docMk/>
            <pc:sldMk cId="597245971" sldId="1284"/>
            <ac:picMk id="10" creationId="{69E003A3-DD1D-8B81-6C50-857DA6121617}"/>
          </ac:picMkLst>
        </pc:picChg>
        <pc:picChg chg="add mod">
          <ac:chgData name="정지윤" userId="02c42eeb-3573-4fe0-87af-c4a597b73e9f" providerId="ADAL" clId="{9FBACC46-319B-4421-86B7-F535C5B48135}" dt="2023-11-01T04:47:36.628" v="8151" actId="571"/>
          <ac:picMkLst>
            <pc:docMk/>
            <pc:sldMk cId="597245971" sldId="1284"/>
            <ac:picMk id="16" creationId="{48BD92E5-6FDA-B126-8CF9-0AAC43059633}"/>
          </ac:picMkLst>
        </pc:picChg>
        <pc:picChg chg="add mod">
          <ac:chgData name="정지윤" userId="02c42eeb-3573-4fe0-87af-c4a597b73e9f" providerId="ADAL" clId="{9FBACC46-319B-4421-86B7-F535C5B48135}" dt="2023-11-01T04:47:36.628" v="8151" actId="571"/>
          <ac:picMkLst>
            <pc:docMk/>
            <pc:sldMk cId="597245971" sldId="1284"/>
            <ac:picMk id="17" creationId="{20B8FC91-E39C-3D85-834E-24568A813143}"/>
          </ac:picMkLst>
        </pc:picChg>
        <pc:cxnChg chg="del">
          <ac:chgData name="정지윤" userId="02c42eeb-3573-4fe0-87af-c4a597b73e9f" providerId="ADAL" clId="{9FBACC46-319B-4421-86B7-F535C5B48135}" dt="2023-11-01T04:47:22.716" v="8137" actId="478"/>
          <ac:cxnSpMkLst>
            <pc:docMk/>
            <pc:sldMk cId="597245971" sldId="1284"/>
            <ac:cxnSpMk id="4" creationId="{BAD265E0-6064-B537-75F7-319A344A8E86}"/>
          </ac:cxnSpMkLst>
        </pc:cxnChg>
        <pc:cxnChg chg="add">
          <ac:chgData name="정지윤" userId="02c42eeb-3573-4fe0-87af-c4a597b73e9f" providerId="ADAL" clId="{9FBACC46-319B-4421-86B7-F535C5B48135}" dt="2023-11-01T04:47:21.547" v="8136" actId="11529"/>
          <ac:cxnSpMkLst>
            <pc:docMk/>
            <pc:sldMk cId="597245971" sldId="1284"/>
            <ac:cxnSpMk id="13" creationId="{91AD52D2-506A-1863-7B6C-D6011DAF11C8}"/>
          </ac:cxnSpMkLst>
        </pc:cxnChg>
        <pc:cxnChg chg="add mod">
          <ac:chgData name="정지윤" userId="02c42eeb-3573-4fe0-87af-c4a597b73e9f" providerId="ADAL" clId="{9FBACC46-319B-4421-86B7-F535C5B48135}" dt="2023-11-01T04:47:52.674" v="8169" actId="208"/>
          <ac:cxnSpMkLst>
            <pc:docMk/>
            <pc:sldMk cId="597245971" sldId="1284"/>
            <ac:cxnSpMk id="20" creationId="{EED40B48-D14A-6B53-B3CE-0F0AA73241EC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4:59:16.132" v="8477"/>
        <pc:sldMkLst>
          <pc:docMk/>
          <pc:sldMk cId="2463839136" sldId="1285"/>
        </pc:sldMkLst>
        <pc:spChg chg="mod">
          <ac:chgData name="정지윤" userId="02c42eeb-3573-4fe0-87af-c4a597b73e9f" providerId="ADAL" clId="{9FBACC46-319B-4421-86B7-F535C5B48135}" dt="2023-11-01T04:59:16.132" v="8477"/>
          <ac:spMkLst>
            <pc:docMk/>
            <pc:sldMk cId="2463839136" sldId="1285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1T04:57:06.732" v="8416"/>
          <ac:spMkLst>
            <pc:docMk/>
            <pc:sldMk cId="2463839136" sldId="1285"/>
            <ac:spMk id="9" creationId="{2B36FCD3-3A89-BF28-DED6-7FBE3BA16485}"/>
          </ac:spMkLst>
        </pc:spChg>
        <pc:spChg chg="add mod">
          <ac:chgData name="정지윤" userId="02c42eeb-3573-4fe0-87af-c4a597b73e9f" providerId="ADAL" clId="{9FBACC46-319B-4421-86B7-F535C5B48135}" dt="2023-11-01T04:58:03.890" v="8441" actId="14100"/>
          <ac:spMkLst>
            <pc:docMk/>
            <pc:sldMk cId="2463839136" sldId="1285"/>
            <ac:spMk id="13" creationId="{11D8C093-DAA7-B8E9-094B-84C91AC228A9}"/>
          </ac:spMkLst>
        </pc:spChg>
        <pc:spChg chg="del">
          <ac:chgData name="정지윤" userId="02c42eeb-3573-4fe0-87af-c4a597b73e9f" providerId="ADAL" clId="{9FBACC46-319B-4421-86B7-F535C5B48135}" dt="2023-11-01T04:57:01.174" v="8414" actId="478"/>
          <ac:spMkLst>
            <pc:docMk/>
            <pc:sldMk cId="2463839136" sldId="1285"/>
            <ac:spMk id="14" creationId="{2E36030F-C347-E30F-8C6F-75D02B9E044B}"/>
          </ac:spMkLst>
        </pc:spChg>
        <pc:spChg chg="add mod">
          <ac:chgData name="정지윤" userId="02c42eeb-3573-4fe0-87af-c4a597b73e9f" providerId="ADAL" clId="{9FBACC46-319B-4421-86B7-F535C5B48135}" dt="2023-11-01T04:58:36.458" v="8447" actId="14100"/>
          <ac:spMkLst>
            <pc:docMk/>
            <pc:sldMk cId="2463839136" sldId="1285"/>
            <ac:spMk id="15" creationId="{9427905F-5BA0-FD4D-07CE-5CDAFB18AF67}"/>
          </ac:spMkLst>
        </pc:spChg>
        <pc:spChg chg="add mod">
          <ac:chgData name="정지윤" userId="02c42eeb-3573-4fe0-87af-c4a597b73e9f" providerId="ADAL" clId="{9FBACC46-319B-4421-86B7-F535C5B48135}" dt="2023-11-01T04:58:45.618" v="8468"/>
          <ac:spMkLst>
            <pc:docMk/>
            <pc:sldMk cId="2463839136" sldId="1285"/>
            <ac:spMk id="20" creationId="{D4F3F2D4-4B50-ABC0-0E63-9D5735A3D28F}"/>
          </ac:spMkLst>
        </pc:spChg>
        <pc:spChg chg="add mod">
          <ac:chgData name="정지윤" userId="02c42eeb-3573-4fe0-87af-c4a597b73e9f" providerId="ADAL" clId="{9FBACC46-319B-4421-86B7-F535C5B48135}" dt="2023-11-01T04:58:52.173" v="8471" actId="692"/>
          <ac:spMkLst>
            <pc:docMk/>
            <pc:sldMk cId="2463839136" sldId="1285"/>
            <ac:spMk id="22" creationId="{0AE702FB-3B1C-B993-CCBE-62926F7236A0}"/>
          </ac:spMkLst>
        </pc:spChg>
        <pc:spChg chg="add mod">
          <ac:chgData name="정지윤" userId="02c42eeb-3573-4fe0-87af-c4a597b73e9f" providerId="ADAL" clId="{9FBACC46-319B-4421-86B7-F535C5B48135}" dt="2023-11-01T04:58:49.114" v="8470" actId="14100"/>
          <ac:spMkLst>
            <pc:docMk/>
            <pc:sldMk cId="2463839136" sldId="1285"/>
            <ac:spMk id="23" creationId="{464C0CAE-44C0-13BE-4357-A5C01D1BDCE5}"/>
          </ac:spMkLst>
        </pc:spChg>
        <pc:graphicFrameChg chg="mod modGraphic">
          <ac:chgData name="정지윤" userId="02c42eeb-3573-4fe0-87af-c4a597b73e9f" providerId="ADAL" clId="{9FBACC46-319B-4421-86B7-F535C5B48135}" dt="2023-11-01T04:59:03.963" v="8473" actId="20577"/>
          <ac:graphicFrameMkLst>
            <pc:docMk/>
            <pc:sldMk cId="2463839136" sldId="1285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4:57:35.569" v="8429" actId="167"/>
          <ac:picMkLst>
            <pc:docMk/>
            <pc:sldMk cId="2463839136" sldId="1285"/>
            <ac:picMk id="6" creationId="{963E4A5E-7B11-FE8A-8739-DFDBF6936261}"/>
          </ac:picMkLst>
        </pc:picChg>
        <pc:picChg chg="del">
          <ac:chgData name="정지윤" userId="02c42eeb-3573-4fe0-87af-c4a597b73e9f" providerId="ADAL" clId="{9FBACC46-319B-4421-86B7-F535C5B48135}" dt="2023-11-01T04:57:01.174" v="8414" actId="478"/>
          <ac:picMkLst>
            <pc:docMk/>
            <pc:sldMk cId="2463839136" sldId="1285"/>
            <ac:picMk id="8" creationId="{A04FBC3D-B1DC-F413-FAC7-E3B86636AD04}"/>
          </ac:picMkLst>
        </pc:picChg>
        <pc:picChg chg="add del mod">
          <ac:chgData name="정지윤" userId="02c42eeb-3573-4fe0-87af-c4a597b73e9f" providerId="ADAL" clId="{9FBACC46-319B-4421-86B7-F535C5B48135}" dt="2023-11-01T04:57:36.647" v="8430" actId="478"/>
          <ac:picMkLst>
            <pc:docMk/>
            <pc:sldMk cId="2463839136" sldId="1285"/>
            <ac:picMk id="10" creationId="{CF10D651-0E4B-7793-3C1C-671F2C1D841B}"/>
          </ac:picMkLst>
        </pc:picChg>
        <pc:picChg chg="add mod modCrop">
          <ac:chgData name="정지윤" userId="02c42eeb-3573-4fe0-87af-c4a597b73e9f" providerId="ADAL" clId="{9FBACC46-319B-4421-86B7-F535C5B48135}" dt="2023-11-01T04:57:50.882" v="8437" actId="732"/>
          <ac:picMkLst>
            <pc:docMk/>
            <pc:sldMk cId="2463839136" sldId="1285"/>
            <ac:picMk id="12" creationId="{F0FACB87-16B7-F0F4-485C-C906BF75BD4C}"/>
          </ac:picMkLst>
        </pc:picChg>
        <pc:picChg chg="add mod">
          <ac:chgData name="정지윤" userId="02c42eeb-3573-4fe0-87af-c4a597b73e9f" providerId="ADAL" clId="{9FBACC46-319B-4421-86B7-F535C5B48135}" dt="2023-11-01T04:58:39.899" v="8448" actId="571"/>
          <ac:picMkLst>
            <pc:docMk/>
            <pc:sldMk cId="2463839136" sldId="1285"/>
            <ac:picMk id="19" creationId="{207AA7FA-5A9C-FB8B-8DC2-9DF1E64071EC}"/>
          </ac:picMkLst>
        </pc:picChg>
        <pc:picChg chg="add mod">
          <ac:chgData name="정지윤" userId="02c42eeb-3573-4fe0-87af-c4a597b73e9f" providerId="ADAL" clId="{9FBACC46-319B-4421-86B7-F535C5B48135}" dt="2023-11-01T04:58:39.899" v="8448" actId="571"/>
          <ac:picMkLst>
            <pc:docMk/>
            <pc:sldMk cId="2463839136" sldId="1285"/>
            <ac:picMk id="21" creationId="{12B90D1E-368E-D43E-AE9F-14C95009AD33}"/>
          </ac:picMkLst>
        </pc:picChg>
        <pc:cxnChg chg="del">
          <ac:chgData name="정지윤" userId="02c42eeb-3573-4fe0-87af-c4a597b73e9f" providerId="ADAL" clId="{9FBACC46-319B-4421-86B7-F535C5B48135}" dt="2023-11-01T04:57:01.174" v="8414" actId="478"/>
          <ac:cxnSpMkLst>
            <pc:docMk/>
            <pc:sldMk cId="2463839136" sldId="1285"/>
            <ac:cxnSpMk id="4" creationId="{BAD265E0-6064-B537-75F7-319A344A8E86}"/>
          </ac:cxnSpMkLst>
        </pc:cxnChg>
        <pc:cxnChg chg="add mod">
          <ac:chgData name="정지윤" userId="02c42eeb-3573-4fe0-87af-c4a597b73e9f" providerId="ADAL" clId="{9FBACC46-319B-4421-86B7-F535C5B48135}" dt="2023-11-01T04:58:36.458" v="8447" actId="14100"/>
          <ac:cxnSpMkLst>
            <pc:docMk/>
            <pc:sldMk cId="2463839136" sldId="1285"/>
            <ac:cxnSpMk id="17" creationId="{08D7454F-BB84-B6AF-DC47-BCA602B14CB2}"/>
          </ac:cxnSpMkLst>
        </pc:cxnChg>
        <pc:cxnChg chg="add mod">
          <ac:chgData name="정지윤" userId="02c42eeb-3573-4fe0-87af-c4a597b73e9f" providerId="ADAL" clId="{9FBACC46-319B-4421-86B7-F535C5B48135}" dt="2023-11-01T04:58:52.173" v="8471" actId="692"/>
          <ac:cxnSpMkLst>
            <pc:docMk/>
            <pc:sldMk cId="2463839136" sldId="1285"/>
            <ac:cxnSpMk id="24" creationId="{C7B49144-B40E-FA0A-2772-949BFD579D1B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5:01:20.291" v="8743" actId="692"/>
        <pc:sldMkLst>
          <pc:docMk/>
          <pc:sldMk cId="2602070867" sldId="1286"/>
        </pc:sldMkLst>
        <pc:spChg chg="mod">
          <ac:chgData name="정지윤" userId="02c42eeb-3573-4fe0-87af-c4a597b73e9f" providerId="ADAL" clId="{9FBACC46-319B-4421-86B7-F535C5B48135}" dt="2023-11-01T05:00:11.507" v="8705" actId="6549"/>
          <ac:spMkLst>
            <pc:docMk/>
            <pc:sldMk cId="2602070867" sldId="1286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5:00:59.187" v="8723" actId="1076"/>
          <ac:spMkLst>
            <pc:docMk/>
            <pc:sldMk cId="2602070867" sldId="1286"/>
            <ac:spMk id="13" creationId="{11D8C093-DAA7-B8E9-094B-84C91AC228A9}"/>
          </ac:spMkLst>
        </pc:spChg>
        <pc:spChg chg="mod">
          <ac:chgData name="정지윤" userId="02c42eeb-3573-4fe0-87af-c4a597b73e9f" providerId="ADAL" clId="{9FBACC46-319B-4421-86B7-F535C5B48135}" dt="2023-11-01T05:00:55.682" v="8722" actId="14100"/>
          <ac:spMkLst>
            <pc:docMk/>
            <pc:sldMk cId="2602070867" sldId="1286"/>
            <ac:spMk id="15" creationId="{9427905F-5BA0-FD4D-07CE-5CDAFB18AF67}"/>
          </ac:spMkLst>
        </pc:spChg>
        <pc:spChg chg="del">
          <ac:chgData name="정지윤" userId="02c42eeb-3573-4fe0-87af-c4a597b73e9f" providerId="ADAL" clId="{9FBACC46-319B-4421-86B7-F535C5B48135}" dt="2023-11-01T05:01:01.270" v="8724" actId="478"/>
          <ac:spMkLst>
            <pc:docMk/>
            <pc:sldMk cId="2602070867" sldId="1286"/>
            <ac:spMk id="20" creationId="{D4F3F2D4-4B50-ABC0-0E63-9D5735A3D28F}"/>
          </ac:spMkLst>
        </pc:spChg>
        <pc:spChg chg="del">
          <ac:chgData name="정지윤" userId="02c42eeb-3573-4fe0-87af-c4a597b73e9f" providerId="ADAL" clId="{9FBACC46-319B-4421-86B7-F535C5B48135}" dt="2023-11-01T05:01:01.270" v="8724" actId="478"/>
          <ac:spMkLst>
            <pc:docMk/>
            <pc:sldMk cId="2602070867" sldId="1286"/>
            <ac:spMk id="22" creationId="{0AE702FB-3B1C-B993-CCBE-62926F7236A0}"/>
          </ac:spMkLst>
        </pc:spChg>
        <pc:spChg chg="del">
          <ac:chgData name="정지윤" userId="02c42eeb-3573-4fe0-87af-c4a597b73e9f" providerId="ADAL" clId="{9FBACC46-319B-4421-86B7-F535C5B48135}" dt="2023-11-01T05:01:01.270" v="8724" actId="478"/>
          <ac:spMkLst>
            <pc:docMk/>
            <pc:sldMk cId="2602070867" sldId="1286"/>
            <ac:spMk id="23" creationId="{464C0CAE-44C0-13BE-4357-A5C01D1BDCE5}"/>
          </ac:spMkLst>
        </pc:spChg>
        <pc:spChg chg="add mod">
          <ac:chgData name="정지윤" userId="02c42eeb-3573-4fe0-87af-c4a597b73e9f" providerId="ADAL" clId="{9FBACC46-319B-4421-86B7-F535C5B48135}" dt="2023-11-01T05:01:08.810" v="8740"/>
          <ac:spMkLst>
            <pc:docMk/>
            <pc:sldMk cId="2602070867" sldId="1286"/>
            <ac:spMk id="26" creationId="{D91F2A2F-37D4-027A-4EEE-E2BF0654475D}"/>
          </ac:spMkLst>
        </pc:spChg>
        <pc:spChg chg="add mod">
          <ac:chgData name="정지윤" userId="02c42eeb-3573-4fe0-87af-c4a597b73e9f" providerId="ADAL" clId="{9FBACC46-319B-4421-86B7-F535C5B48135}" dt="2023-11-01T05:01:20.291" v="8743" actId="692"/>
          <ac:spMkLst>
            <pc:docMk/>
            <pc:sldMk cId="2602070867" sldId="1286"/>
            <ac:spMk id="27" creationId="{8CE0C4F5-5A3F-C823-FCE8-42BB5B843142}"/>
          </ac:spMkLst>
        </pc:spChg>
        <pc:spChg chg="add mod">
          <ac:chgData name="정지윤" userId="02c42eeb-3573-4fe0-87af-c4a597b73e9f" providerId="ADAL" clId="{9FBACC46-319B-4421-86B7-F535C5B48135}" dt="2023-11-01T05:01:20.291" v="8743" actId="692"/>
          <ac:spMkLst>
            <pc:docMk/>
            <pc:sldMk cId="2602070867" sldId="1286"/>
            <ac:spMk id="28" creationId="{D1CE12A5-A8EF-2A4B-DEAF-62892C921B35}"/>
          </ac:spMkLst>
        </pc:spChg>
        <pc:picChg chg="add mod ord modCrop">
          <ac:chgData name="정지윤" userId="02c42eeb-3573-4fe0-87af-c4a597b73e9f" providerId="ADAL" clId="{9FBACC46-319B-4421-86B7-F535C5B48135}" dt="2023-11-01T05:00:30.665" v="8712" actId="167"/>
          <ac:picMkLst>
            <pc:docMk/>
            <pc:sldMk cId="2602070867" sldId="1286"/>
            <ac:picMk id="5" creationId="{7FB61BD4-07FB-7A5B-F22E-9379D0E94251}"/>
          </ac:picMkLst>
        </pc:picChg>
        <pc:picChg chg="del">
          <ac:chgData name="정지윤" userId="02c42eeb-3573-4fe0-87af-c4a597b73e9f" providerId="ADAL" clId="{9FBACC46-319B-4421-86B7-F535C5B48135}" dt="2023-11-01T05:00:31.908" v="8713" actId="478"/>
          <ac:picMkLst>
            <pc:docMk/>
            <pc:sldMk cId="2602070867" sldId="1286"/>
            <ac:picMk id="6" creationId="{963E4A5E-7B11-FE8A-8739-DFDBF6936261}"/>
          </ac:picMkLst>
        </pc:picChg>
        <pc:picChg chg="add mod ord modCrop">
          <ac:chgData name="정지윤" userId="02c42eeb-3573-4fe0-87af-c4a597b73e9f" providerId="ADAL" clId="{9FBACC46-319B-4421-86B7-F535C5B48135}" dt="2023-11-01T05:00:48.594" v="8719" actId="167"/>
          <ac:picMkLst>
            <pc:docMk/>
            <pc:sldMk cId="2602070867" sldId="1286"/>
            <ac:picMk id="10" creationId="{491B140D-89C4-EAE2-7675-B0DFCCE76460}"/>
          </ac:picMkLst>
        </pc:picChg>
        <pc:picChg chg="del">
          <ac:chgData name="정지윤" userId="02c42eeb-3573-4fe0-87af-c4a597b73e9f" providerId="ADAL" clId="{9FBACC46-319B-4421-86B7-F535C5B48135}" dt="2023-11-01T05:00:50.178" v="8720" actId="478"/>
          <ac:picMkLst>
            <pc:docMk/>
            <pc:sldMk cId="2602070867" sldId="1286"/>
            <ac:picMk id="12" creationId="{F0FACB87-16B7-F0F4-485C-C906BF75BD4C}"/>
          </ac:picMkLst>
        </pc:picChg>
        <pc:picChg chg="add mod">
          <ac:chgData name="정지윤" userId="02c42eeb-3573-4fe0-87af-c4a597b73e9f" providerId="ADAL" clId="{9FBACC46-319B-4421-86B7-F535C5B48135}" dt="2023-11-01T05:01:05.300" v="8725" actId="571"/>
          <ac:picMkLst>
            <pc:docMk/>
            <pc:sldMk cId="2602070867" sldId="1286"/>
            <ac:picMk id="18" creationId="{878E76E5-A085-486F-A7E6-7DC0B18B004A}"/>
          </ac:picMkLst>
        </pc:picChg>
        <pc:picChg chg="del">
          <ac:chgData name="정지윤" userId="02c42eeb-3573-4fe0-87af-c4a597b73e9f" providerId="ADAL" clId="{9FBACC46-319B-4421-86B7-F535C5B48135}" dt="2023-11-01T05:01:01.270" v="8724" actId="478"/>
          <ac:picMkLst>
            <pc:docMk/>
            <pc:sldMk cId="2602070867" sldId="1286"/>
            <ac:picMk id="19" creationId="{207AA7FA-5A9C-FB8B-8DC2-9DF1E64071EC}"/>
          </ac:picMkLst>
        </pc:picChg>
        <pc:picChg chg="del">
          <ac:chgData name="정지윤" userId="02c42eeb-3573-4fe0-87af-c4a597b73e9f" providerId="ADAL" clId="{9FBACC46-319B-4421-86B7-F535C5B48135}" dt="2023-11-01T05:01:01.270" v="8724" actId="478"/>
          <ac:picMkLst>
            <pc:docMk/>
            <pc:sldMk cId="2602070867" sldId="1286"/>
            <ac:picMk id="21" creationId="{12B90D1E-368E-D43E-AE9F-14C95009AD33}"/>
          </ac:picMkLst>
        </pc:picChg>
        <pc:picChg chg="add mod">
          <ac:chgData name="정지윤" userId="02c42eeb-3573-4fe0-87af-c4a597b73e9f" providerId="ADAL" clId="{9FBACC46-319B-4421-86B7-F535C5B48135}" dt="2023-11-01T05:01:05.300" v="8725" actId="571"/>
          <ac:picMkLst>
            <pc:docMk/>
            <pc:sldMk cId="2602070867" sldId="1286"/>
            <ac:picMk id="25" creationId="{12CB144A-7A18-2512-6757-5E0BF4DA7E23}"/>
          </ac:picMkLst>
        </pc:picChg>
        <pc:cxnChg chg="mod">
          <ac:chgData name="정지윤" userId="02c42eeb-3573-4fe0-87af-c4a597b73e9f" providerId="ADAL" clId="{9FBACC46-319B-4421-86B7-F535C5B48135}" dt="2023-11-01T05:00:59.187" v="8723" actId="1076"/>
          <ac:cxnSpMkLst>
            <pc:docMk/>
            <pc:sldMk cId="2602070867" sldId="1286"/>
            <ac:cxnSpMk id="17" creationId="{08D7454F-BB84-B6AF-DC47-BCA602B14CB2}"/>
          </ac:cxnSpMkLst>
        </pc:cxnChg>
        <pc:cxnChg chg="del mod">
          <ac:chgData name="정지윤" userId="02c42eeb-3573-4fe0-87af-c4a597b73e9f" providerId="ADAL" clId="{9FBACC46-319B-4421-86B7-F535C5B48135}" dt="2023-11-01T05:01:01.270" v="8724" actId="478"/>
          <ac:cxnSpMkLst>
            <pc:docMk/>
            <pc:sldMk cId="2602070867" sldId="1286"/>
            <ac:cxnSpMk id="24" creationId="{C7B49144-B40E-FA0A-2772-949BFD579D1B}"/>
          </ac:cxnSpMkLst>
        </pc:cxnChg>
        <pc:cxnChg chg="add mod">
          <ac:chgData name="정지윤" userId="02c42eeb-3573-4fe0-87af-c4a597b73e9f" providerId="ADAL" clId="{9FBACC46-319B-4421-86B7-F535C5B48135}" dt="2023-11-01T05:01:20.291" v="8743" actId="692"/>
          <ac:cxnSpMkLst>
            <pc:docMk/>
            <pc:sldMk cId="2602070867" sldId="1286"/>
            <ac:cxnSpMk id="29" creationId="{3037511E-6104-1C24-A309-06AB7607FF25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5:04:39.027" v="8805" actId="692"/>
        <pc:sldMkLst>
          <pc:docMk/>
          <pc:sldMk cId="2837840231" sldId="1287"/>
        </pc:sldMkLst>
        <pc:spChg chg="mod">
          <ac:chgData name="정지윤" userId="02c42eeb-3573-4fe0-87af-c4a597b73e9f" providerId="ADAL" clId="{9FBACC46-319B-4421-86B7-F535C5B48135}" dt="2023-11-01T05:02:19.486" v="8771" actId="6549"/>
          <ac:spMkLst>
            <pc:docMk/>
            <pc:sldMk cId="2837840231" sldId="1287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5:04:13.761" v="8797" actId="14100"/>
          <ac:spMkLst>
            <pc:docMk/>
            <pc:sldMk cId="2837840231" sldId="1287"/>
            <ac:spMk id="13" creationId="{11D8C093-DAA7-B8E9-094B-84C91AC228A9}"/>
          </ac:spMkLst>
        </pc:spChg>
        <pc:spChg chg="add mod">
          <ac:chgData name="정지윤" userId="02c42eeb-3573-4fe0-87af-c4a597b73e9f" providerId="ADAL" clId="{9FBACC46-319B-4421-86B7-F535C5B48135}" dt="2023-11-01T05:04:39.027" v="8805" actId="692"/>
          <ac:spMkLst>
            <pc:docMk/>
            <pc:sldMk cId="2837840231" sldId="1287"/>
            <ac:spMk id="21" creationId="{C3B83C79-E8C7-3964-4A89-92956754BBB0}"/>
          </ac:spMkLst>
        </pc:spChg>
        <pc:spChg chg="add mod">
          <ac:chgData name="정지윤" userId="02c42eeb-3573-4fe0-87af-c4a597b73e9f" providerId="ADAL" clId="{9FBACC46-319B-4421-86B7-F535C5B48135}" dt="2023-11-01T05:04:39.027" v="8805" actId="692"/>
          <ac:spMkLst>
            <pc:docMk/>
            <pc:sldMk cId="2837840231" sldId="1287"/>
            <ac:spMk id="22" creationId="{C9EEAA62-49B4-0849-AE0D-98EB5A53D118}"/>
          </ac:spMkLst>
        </pc:spChg>
        <pc:spChg chg="del">
          <ac:chgData name="정지윤" userId="02c42eeb-3573-4fe0-87af-c4a597b73e9f" providerId="ADAL" clId="{9FBACC46-319B-4421-86B7-F535C5B48135}" dt="2023-11-01T05:04:17.261" v="8798" actId="478"/>
          <ac:spMkLst>
            <pc:docMk/>
            <pc:sldMk cId="2837840231" sldId="1287"/>
            <ac:spMk id="27" creationId="{8CE0C4F5-5A3F-C823-FCE8-42BB5B843142}"/>
          </ac:spMkLst>
        </pc:spChg>
        <pc:spChg chg="del">
          <ac:chgData name="정지윤" userId="02c42eeb-3573-4fe0-87af-c4a597b73e9f" providerId="ADAL" clId="{9FBACC46-319B-4421-86B7-F535C5B48135}" dt="2023-11-01T05:04:17.261" v="8798" actId="478"/>
          <ac:spMkLst>
            <pc:docMk/>
            <pc:sldMk cId="2837840231" sldId="1287"/>
            <ac:spMk id="28" creationId="{D1CE12A5-A8EF-2A4B-DEAF-62892C921B35}"/>
          </ac:spMkLst>
        </pc:spChg>
        <pc:spChg chg="add mod">
          <ac:chgData name="정지윤" userId="02c42eeb-3573-4fe0-87af-c4a597b73e9f" providerId="ADAL" clId="{9FBACC46-319B-4421-86B7-F535C5B48135}" dt="2023-11-01T05:04:27.090" v="8801" actId="571"/>
          <ac:spMkLst>
            <pc:docMk/>
            <pc:sldMk cId="2837840231" sldId="1287"/>
            <ac:spMk id="31" creationId="{43190854-365E-5135-5193-538D01BDB3E7}"/>
          </ac:spMkLst>
        </pc:spChg>
        <pc:spChg chg="add mod">
          <ac:chgData name="정지윤" userId="02c42eeb-3573-4fe0-87af-c4a597b73e9f" providerId="ADAL" clId="{9FBACC46-319B-4421-86B7-F535C5B48135}" dt="2023-11-01T05:04:27.090" v="8801" actId="571"/>
          <ac:spMkLst>
            <pc:docMk/>
            <pc:sldMk cId="2837840231" sldId="1287"/>
            <ac:spMk id="32" creationId="{C162D296-CACF-22D7-181F-EF7E0C3D8A0F}"/>
          </ac:spMkLst>
        </pc:spChg>
        <pc:picChg chg="del mod">
          <ac:chgData name="정지윤" userId="02c42eeb-3573-4fe0-87af-c4a597b73e9f" providerId="ADAL" clId="{9FBACC46-319B-4421-86B7-F535C5B48135}" dt="2023-11-01T05:03:18.339" v="8781" actId="478"/>
          <ac:picMkLst>
            <pc:docMk/>
            <pc:sldMk cId="2837840231" sldId="1287"/>
            <ac:picMk id="5" creationId="{7FB61BD4-07FB-7A5B-F22E-9379D0E94251}"/>
          </ac:picMkLst>
        </pc:picChg>
        <pc:picChg chg="add mod ord modCrop">
          <ac:chgData name="정지윤" userId="02c42eeb-3573-4fe0-87af-c4a597b73e9f" providerId="ADAL" clId="{9FBACC46-319B-4421-86B7-F535C5B48135}" dt="2023-11-01T05:04:07.993" v="8795" actId="1076"/>
          <ac:picMkLst>
            <pc:docMk/>
            <pc:sldMk cId="2837840231" sldId="1287"/>
            <ac:picMk id="6" creationId="{8AB31A86-4EC3-B5C3-0F34-954DDE0BF132}"/>
          </ac:picMkLst>
        </pc:picChg>
        <pc:picChg chg="del">
          <ac:chgData name="정지윤" userId="02c42eeb-3573-4fe0-87af-c4a597b73e9f" providerId="ADAL" clId="{9FBACC46-319B-4421-86B7-F535C5B48135}" dt="2023-11-01T05:03:52.597" v="8792" actId="478"/>
          <ac:picMkLst>
            <pc:docMk/>
            <pc:sldMk cId="2837840231" sldId="1287"/>
            <ac:picMk id="10" creationId="{491B140D-89C4-EAE2-7675-B0DFCCE76460}"/>
          </ac:picMkLst>
        </pc:picChg>
        <pc:picChg chg="add mod ord modCrop">
          <ac:chgData name="정지윤" userId="02c42eeb-3573-4fe0-87af-c4a597b73e9f" providerId="ADAL" clId="{9FBACC46-319B-4421-86B7-F535C5B48135}" dt="2023-11-01T05:04:02.649" v="8794" actId="1076"/>
          <ac:picMkLst>
            <pc:docMk/>
            <pc:sldMk cId="2837840231" sldId="1287"/>
            <ac:picMk id="12" creationId="{E44E319C-A617-3502-9AA1-4A32908DFE62}"/>
          </ac:picMkLst>
        </pc:picChg>
        <pc:picChg chg="del">
          <ac:chgData name="정지윤" userId="02c42eeb-3573-4fe0-87af-c4a597b73e9f" providerId="ADAL" clId="{9FBACC46-319B-4421-86B7-F535C5B48135}" dt="2023-11-01T05:04:17.261" v="8798" actId="478"/>
          <ac:picMkLst>
            <pc:docMk/>
            <pc:sldMk cId="2837840231" sldId="1287"/>
            <ac:picMk id="18" creationId="{878E76E5-A085-486F-A7E6-7DC0B18B004A}"/>
          </ac:picMkLst>
        </pc:picChg>
        <pc:picChg chg="add mod">
          <ac:chgData name="정지윤" userId="02c42eeb-3573-4fe0-87af-c4a597b73e9f" providerId="ADAL" clId="{9FBACC46-319B-4421-86B7-F535C5B48135}" dt="2023-11-01T05:04:28.410" v="8802" actId="1076"/>
          <ac:picMkLst>
            <pc:docMk/>
            <pc:sldMk cId="2837840231" sldId="1287"/>
            <ac:picMk id="19" creationId="{393A4B54-AF79-9EF7-F2B4-78BB463AB30F}"/>
          </ac:picMkLst>
        </pc:picChg>
        <pc:picChg chg="add mod">
          <ac:chgData name="정지윤" userId="02c42eeb-3573-4fe0-87af-c4a597b73e9f" providerId="ADAL" clId="{9FBACC46-319B-4421-86B7-F535C5B48135}" dt="2023-11-01T05:04:28.410" v="8802" actId="1076"/>
          <ac:picMkLst>
            <pc:docMk/>
            <pc:sldMk cId="2837840231" sldId="1287"/>
            <ac:picMk id="20" creationId="{921FA2FE-B501-427F-3CEB-95E1E6794CCC}"/>
          </ac:picMkLst>
        </pc:picChg>
        <pc:picChg chg="add mod">
          <ac:chgData name="정지윤" userId="02c42eeb-3573-4fe0-87af-c4a597b73e9f" providerId="ADAL" clId="{9FBACC46-319B-4421-86B7-F535C5B48135}" dt="2023-11-01T05:04:27.090" v="8801" actId="571"/>
          <ac:picMkLst>
            <pc:docMk/>
            <pc:sldMk cId="2837840231" sldId="1287"/>
            <ac:picMk id="24" creationId="{7F05B006-23D9-D3CA-DB6F-FD2710DA4F36}"/>
          </ac:picMkLst>
        </pc:picChg>
        <pc:picChg chg="del">
          <ac:chgData name="정지윤" userId="02c42eeb-3573-4fe0-87af-c4a597b73e9f" providerId="ADAL" clId="{9FBACC46-319B-4421-86B7-F535C5B48135}" dt="2023-11-01T05:04:17.261" v="8798" actId="478"/>
          <ac:picMkLst>
            <pc:docMk/>
            <pc:sldMk cId="2837840231" sldId="1287"/>
            <ac:picMk id="25" creationId="{12CB144A-7A18-2512-6757-5E0BF4DA7E23}"/>
          </ac:picMkLst>
        </pc:picChg>
        <pc:picChg chg="add mod">
          <ac:chgData name="정지윤" userId="02c42eeb-3573-4fe0-87af-c4a597b73e9f" providerId="ADAL" clId="{9FBACC46-319B-4421-86B7-F535C5B48135}" dt="2023-11-01T05:04:27.090" v="8801" actId="571"/>
          <ac:picMkLst>
            <pc:docMk/>
            <pc:sldMk cId="2837840231" sldId="1287"/>
            <ac:picMk id="30" creationId="{1C5461E0-B110-A545-94CE-C423C4E0DA46}"/>
          </ac:picMkLst>
        </pc:picChg>
        <pc:cxnChg chg="mod">
          <ac:chgData name="정지윤" userId="02c42eeb-3573-4fe0-87af-c4a597b73e9f" providerId="ADAL" clId="{9FBACC46-319B-4421-86B7-F535C5B48135}" dt="2023-11-01T05:04:13.761" v="8797" actId="14100"/>
          <ac:cxnSpMkLst>
            <pc:docMk/>
            <pc:sldMk cId="2837840231" sldId="1287"/>
            <ac:cxnSpMk id="17" creationId="{08D7454F-BB84-B6AF-DC47-BCA602B14CB2}"/>
          </ac:cxnSpMkLst>
        </pc:cxnChg>
        <pc:cxnChg chg="add mod">
          <ac:chgData name="정지윤" userId="02c42eeb-3573-4fe0-87af-c4a597b73e9f" providerId="ADAL" clId="{9FBACC46-319B-4421-86B7-F535C5B48135}" dt="2023-11-01T05:04:39.027" v="8805" actId="692"/>
          <ac:cxnSpMkLst>
            <pc:docMk/>
            <pc:sldMk cId="2837840231" sldId="1287"/>
            <ac:cxnSpMk id="23" creationId="{9D124D7B-1A7F-78CA-2933-8C5F4C78EC53}"/>
          </ac:cxnSpMkLst>
        </pc:cxnChg>
        <pc:cxnChg chg="del mod">
          <ac:chgData name="정지윤" userId="02c42eeb-3573-4fe0-87af-c4a597b73e9f" providerId="ADAL" clId="{9FBACC46-319B-4421-86B7-F535C5B48135}" dt="2023-11-01T05:04:17.261" v="8798" actId="478"/>
          <ac:cxnSpMkLst>
            <pc:docMk/>
            <pc:sldMk cId="2837840231" sldId="1287"/>
            <ac:cxnSpMk id="29" creationId="{3037511E-6104-1C24-A309-06AB7607FF25}"/>
          </ac:cxnSpMkLst>
        </pc:cxnChg>
        <pc:cxnChg chg="add mod">
          <ac:chgData name="정지윤" userId="02c42eeb-3573-4fe0-87af-c4a597b73e9f" providerId="ADAL" clId="{9FBACC46-319B-4421-86B7-F535C5B48135}" dt="2023-11-01T05:04:27.090" v="8801" actId="571"/>
          <ac:cxnSpMkLst>
            <pc:docMk/>
            <pc:sldMk cId="2837840231" sldId="1287"/>
            <ac:cxnSpMk id="33" creationId="{94C6C55B-3F13-8ADD-4AFC-70AC81A3E96A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5:11:41.681" v="8935" actId="13926"/>
        <pc:sldMkLst>
          <pc:docMk/>
          <pc:sldMk cId="1495738115" sldId="1288"/>
        </pc:sldMkLst>
        <pc:spChg chg="mod">
          <ac:chgData name="정지윤" userId="02c42eeb-3573-4fe0-87af-c4a597b73e9f" providerId="ADAL" clId="{9FBACC46-319B-4421-86B7-F535C5B48135}" dt="2023-11-01T05:11:41.681" v="8935" actId="13926"/>
          <ac:spMkLst>
            <pc:docMk/>
            <pc:sldMk cId="1495738115" sldId="1288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1T05:08:22.981" v="8825" actId="571"/>
          <ac:spMkLst>
            <pc:docMk/>
            <pc:sldMk cId="1495738115" sldId="1288"/>
            <ac:spMk id="9" creationId="{6F9CADD8-B61C-635D-7D9E-6972F14A38AD}"/>
          </ac:spMkLst>
        </pc:spChg>
        <pc:spChg chg="add mod">
          <ac:chgData name="정지윤" userId="02c42eeb-3573-4fe0-87af-c4a597b73e9f" providerId="ADAL" clId="{9FBACC46-319B-4421-86B7-F535C5B48135}" dt="2023-11-01T05:08:24.750" v="8826" actId="571"/>
          <ac:spMkLst>
            <pc:docMk/>
            <pc:sldMk cId="1495738115" sldId="1288"/>
            <ac:spMk id="10" creationId="{3061FCE5-142A-F100-BDEB-09E5FD88FD2D}"/>
          </ac:spMkLst>
        </pc:spChg>
        <pc:spChg chg="add mod">
          <ac:chgData name="정지윤" userId="02c42eeb-3573-4fe0-87af-c4a597b73e9f" providerId="ADAL" clId="{9FBACC46-319B-4421-86B7-F535C5B48135}" dt="2023-11-01T05:08:28.253" v="8827" actId="571"/>
          <ac:spMkLst>
            <pc:docMk/>
            <pc:sldMk cId="1495738115" sldId="1288"/>
            <ac:spMk id="11" creationId="{0DEAA066-9B3D-E59E-E4E2-D8C89D4FFABF}"/>
          </ac:spMkLst>
        </pc:spChg>
        <pc:spChg chg="mod">
          <ac:chgData name="정지윤" userId="02c42eeb-3573-4fe0-87af-c4a597b73e9f" providerId="ADAL" clId="{9FBACC46-319B-4421-86B7-F535C5B48135}" dt="2023-11-01T05:08:21.185" v="8824" actId="14100"/>
          <ac:spMkLst>
            <pc:docMk/>
            <pc:sldMk cId="1495738115" sldId="1288"/>
            <ac:spMk id="14" creationId="{2E36030F-C347-E30F-8C6F-75D02B9E044B}"/>
          </ac:spMkLst>
        </pc:spChg>
        <pc:graphicFrameChg chg="modGraphic">
          <ac:chgData name="정지윤" userId="02c42eeb-3573-4fe0-87af-c4a597b73e9f" providerId="ADAL" clId="{9FBACC46-319B-4421-86B7-F535C5B48135}" dt="2023-11-01T05:09:20.250" v="8858" actId="20577"/>
          <ac:graphicFrameMkLst>
            <pc:docMk/>
            <pc:sldMk cId="1495738115" sldId="1288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5:08:07.929" v="8820" actId="167"/>
          <ac:picMkLst>
            <pc:docMk/>
            <pc:sldMk cId="1495738115" sldId="1288"/>
            <ac:picMk id="6" creationId="{1B56BA79-D5C8-ACFF-4F0D-365D3BD45849}"/>
          </ac:picMkLst>
        </pc:picChg>
        <pc:picChg chg="del">
          <ac:chgData name="정지윤" userId="02c42eeb-3573-4fe0-87af-c4a597b73e9f" providerId="ADAL" clId="{9FBACC46-319B-4421-86B7-F535C5B48135}" dt="2023-11-01T05:08:09.844" v="8821" actId="478"/>
          <ac:picMkLst>
            <pc:docMk/>
            <pc:sldMk cId="1495738115" sldId="1288"/>
            <ac:picMk id="8" creationId="{A04FBC3D-B1DC-F413-FAC7-E3B86636AD04}"/>
          </ac:picMkLst>
        </pc:picChg>
        <pc:cxnChg chg="del mod">
          <ac:chgData name="정지윤" userId="02c42eeb-3573-4fe0-87af-c4a597b73e9f" providerId="ADAL" clId="{9FBACC46-319B-4421-86B7-F535C5B48135}" dt="2023-11-01T05:08:34.139" v="8829" actId="478"/>
          <ac:cxnSpMkLst>
            <pc:docMk/>
            <pc:sldMk cId="1495738115" sldId="1288"/>
            <ac:cxnSpMk id="4" creationId="{BAD265E0-6064-B537-75F7-319A344A8E86}"/>
          </ac:cxnSpMkLst>
        </pc:cxnChg>
        <pc:cxnChg chg="add mod">
          <ac:chgData name="정지윤" userId="02c42eeb-3573-4fe0-87af-c4a597b73e9f" providerId="ADAL" clId="{9FBACC46-319B-4421-86B7-F535C5B48135}" dt="2023-11-01T05:08:45.876" v="8839" actId="1038"/>
          <ac:cxnSpMkLst>
            <pc:docMk/>
            <pc:sldMk cId="1495738115" sldId="1288"/>
            <ac:cxnSpMk id="13" creationId="{D5DB25E2-3D4B-AB97-079A-6B127205B9B2}"/>
          </ac:cxnSpMkLst>
        </pc:cxnChg>
        <pc:cxnChg chg="add mod">
          <ac:chgData name="정지윤" userId="02c42eeb-3573-4fe0-87af-c4a597b73e9f" providerId="ADAL" clId="{9FBACC46-319B-4421-86B7-F535C5B48135}" dt="2023-11-01T05:08:45.876" v="8839" actId="1038"/>
          <ac:cxnSpMkLst>
            <pc:docMk/>
            <pc:sldMk cId="1495738115" sldId="1288"/>
            <ac:cxnSpMk id="15" creationId="{D9FE1139-CDCB-577F-56F7-3807D1994CC8}"/>
          </ac:cxnSpMkLst>
        </pc:cxnChg>
        <pc:cxnChg chg="add mod">
          <ac:chgData name="정지윤" userId="02c42eeb-3573-4fe0-87af-c4a597b73e9f" providerId="ADAL" clId="{9FBACC46-319B-4421-86B7-F535C5B48135}" dt="2023-11-01T05:08:45.876" v="8839" actId="1038"/>
          <ac:cxnSpMkLst>
            <pc:docMk/>
            <pc:sldMk cId="1495738115" sldId="1288"/>
            <ac:cxnSpMk id="16" creationId="{07A4B35B-E842-5E08-9FC8-9F1BBAEDD581}"/>
          </ac:cxnSpMkLst>
        </pc:cxnChg>
        <pc:cxnChg chg="add mod">
          <ac:chgData name="정지윤" userId="02c42eeb-3573-4fe0-87af-c4a597b73e9f" providerId="ADAL" clId="{9FBACC46-319B-4421-86B7-F535C5B48135}" dt="2023-11-01T05:08:45.876" v="8839" actId="1038"/>
          <ac:cxnSpMkLst>
            <pc:docMk/>
            <pc:sldMk cId="1495738115" sldId="1288"/>
            <ac:cxnSpMk id="17" creationId="{5E523CBC-D3CD-E408-0062-59CF5F9FCEEA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5:20:08.384" v="9028" actId="14100"/>
        <pc:sldMkLst>
          <pc:docMk/>
          <pc:sldMk cId="1495462671" sldId="1289"/>
        </pc:sldMkLst>
        <pc:spChg chg="mod">
          <ac:chgData name="정지윤" userId="02c42eeb-3573-4fe0-87af-c4a597b73e9f" providerId="ADAL" clId="{9FBACC46-319B-4421-86B7-F535C5B48135}" dt="2023-11-01T05:20:08.384" v="9028" actId="14100"/>
          <ac:spMkLst>
            <pc:docMk/>
            <pc:sldMk cId="1495462671" sldId="1289"/>
            <ac:spMk id="13" creationId="{0D3A752A-5591-55DA-6FDF-89A4E52150FC}"/>
          </ac:spMkLst>
        </pc:spChg>
        <pc:picChg chg="del">
          <ac:chgData name="정지윤" userId="02c42eeb-3573-4fe0-87af-c4a597b73e9f" providerId="ADAL" clId="{9FBACC46-319B-4421-86B7-F535C5B48135}" dt="2023-11-01T05:19:53.486" v="9022" actId="478"/>
          <ac:picMkLst>
            <pc:docMk/>
            <pc:sldMk cId="1495462671" sldId="1289"/>
            <ac:picMk id="5" creationId="{DB0F628E-ACA9-E1FC-8C73-B29B1B51D898}"/>
          </ac:picMkLst>
        </pc:picChg>
        <pc:picChg chg="add mod ord modCrop">
          <ac:chgData name="정지윤" userId="02c42eeb-3573-4fe0-87af-c4a597b73e9f" providerId="ADAL" clId="{9FBACC46-319B-4421-86B7-F535C5B48135}" dt="2023-11-01T05:19:59.426" v="9026" actId="1076"/>
          <ac:picMkLst>
            <pc:docMk/>
            <pc:sldMk cId="1495462671" sldId="1289"/>
            <ac:picMk id="8" creationId="{E060D1D3-B2B7-4581-3E85-F335086A1B1D}"/>
          </ac:picMkLst>
        </pc:picChg>
        <pc:cxnChg chg="mod">
          <ac:chgData name="정지윤" userId="02c42eeb-3573-4fe0-87af-c4a597b73e9f" providerId="ADAL" clId="{9FBACC46-319B-4421-86B7-F535C5B48135}" dt="2023-11-01T05:20:02.857" v="9027" actId="1076"/>
          <ac:cxnSpMkLst>
            <pc:docMk/>
            <pc:sldMk cId="1495462671" sldId="1289"/>
            <ac:cxnSpMk id="4" creationId="{E74BBA47-047C-D2F6-848A-F83C179462E6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5:19:34.080" v="9014" actId="1076"/>
        <pc:sldMkLst>
          <pc:docMk/>
          <pc:sldMk cId="3733163512" sldId="1290"/>
        </pc:sldMkLst>
        <pc:spChg chg="mod">
          <ac:chgData name="정지윤" userId="02c42eeb-3573-4fe0-87af-c4a597b73e9f" providerId="ADAL" clId="{9FBACC46-319B-4421-86B7-F535C5B48135}" dt="2023-11-01T05:16:54.326" v="8998" actId="6549"/>
          <ac:spMkLst>
            <pc:docMk/>
            <pc:sldMk cId="3733163512" sldId="1290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5:19:32.160" v="9013" actId="1076"/>
          <ac:spMkLst>
            <pc:docMk/>
            <pc:sldMk cId="3733163512" sldId="1290"/>
            <ac:spMk id="9" creationId="{82932151-0386-5F49-8480-5996917FD854}"/>
          </ac:spMkLst>
        </pc:spChg>
        <pc:graphicFrameChg chg="mod">
          <ac:chgData name="정지윤" userId="02c42eeb-3573-4fe0-87af-c4a597b73e9f" providerId="ADAL" clId="{9FBACC46-319B-4421-86B7-F535C5B48135}" dt="2023-11-01T05:16:30.239" v="8946"/>
          <ac:graphicFrameMkLst>
            <pc:docMk/>
            <pc:sldMk cId="3733163512" sldId="1290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5:19:28.704" v="9012" actId="1038"/>
          <ac:picMkLst>
            <pc:docMk/>
            <pc:sldMk cId="3733163512" sldId="1290"/>
            <ac:picMk id="6" creationId="{8DA125FD-2B71-21E6-1DF3-6C4B76D57A4D}"/>
          </ac:picMkLst>
        </pc:picChg>
        <pc:picChg chg="del">
          <ac:chgData name="정지윤" userId="02c42eeb-3573-4fe0-87af-c4a597b73e9f" providerId="ADAL" clId="{9FBACC46-319B-4421-86B7-F535C5B48135}" dt="2023-11-01T05:19:25.697" v="9009" actId="478"/>
          <ac:picMkLst>
            <pc:docMk/>
            <pc:sldMk cId="3733163512" sldId="1290"/>
            <ac:picMk id="8" creationId="{522DB192-E46B-7366-0C88-C020D83490F0}"/>
          </ac:picMkLst>
        </pc:picChg>
        <pc:cxnChg chg="mod">
          <ac:chgData name="정지윤" userId="02c42eeb-3573-4fe0-87af-c4a597b73e9f" providerId="ADAL" clId="{9FBACC46-319B-4421-86B7-F535C5B48135}" dt="2023-11-01T05:19:34.080" v="9014" actId="1076"/>
          <ac:cxnSpMkLst>
            <pc:docMk/>
            <pc:sldMk cId="3733163512" sldId="1290"/>
            <ac:cxnSpMk id="4" creationId="{053A19E1-6E6B-4F2B-C72D-8EE58F36A128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6:01:20.175" v="9055" actId="6549"/>
        <pc:sldMkLst>
          <pc:docMk/>
          <pc:sldMk cId="1100756332" sldId="1291"/>
        </pc:sldMkLst>
        <pc:spChg chg="mod">
          <ac:chgData name="정지윤" userId="02c42eeb-3573-4fe0-87af-c4a597b73e9f" providerId="ADAL" clId="{9FBACC46-319B-4421-86B7-F535C5B48135}" dt="2023-11-01T06:01:20.175" v="9055" actId="6549"/>
          <ac:spMkLst>
            <pc:docMk/>
            <pc:sldMk cId="1100756332" sldId="1291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6:00:18.995" v="9041" actId="14100"/>
          <ac:spMkLst>
            <pc:docMk/>
            <pc:sldMk cId="1100756332" sldId="1291"/>
            <ac:spMk id="9" creationId="{82932151-0386-5F49-8480-5996917FD854}"/>
          </ac:spMkLst>
        </pc:spChg>
        <pc:graphicFrameChg chg="modGraphic">
          <ac:chgData name="정지윤" userId="02c42eeb-3573-4fe0-87af-c4a597b73e9f" providerId="ADAL" clId="{9FBACC46-319B-4421-86B7-F535C5B48135}" dt="2023-11-01T06:01:06.811" v="9049" actId="20577"/>
          <ac:graphicFrameMkLst>
            <pc:docMk/>
            <pc:sldMk cId="1100756332" sldId="1291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1T06:00:12.264" v="9039" actId="478"/>
          <ac:picMkLst>
            <pc:docMk/>
            <pc:sldMk cId="1100756332" sldId="1291"/>
            <ac:picMk id="6" creationId="{8DA125FD-2B71-21E6-1DF3-6C4B76D57A4D}"/>
          </ac:picMkLst>
        </pc:picChg>
        <pc:picChg chg="add mod ord modCrop">
          <ac:chgData name="정지윤" userId="02c42eeb-3573-4fe0-87af-c4a597b73e9f" providerId="ADAL" clId="{9FBACC46-319B-4421-86B7-F535C5B48135}" dt="2023-11-01T06:00:10.845" v="9038" actId="167"/>
          <ac:picMkLst>
            <pc:docMk/>
            <pc:sldMk cId="1100756332" sldId="1291"/>
            <ac:picMk id="8" creationId="{2B70D9C1-193E-BE90-960F-DF10E7B4B38A}"/>
          </ac:picMkLst>
        </pc:picChg>
        <pc:cxnChg chg="del mod">
          <ac:chgData name="정지윤" userId="02c42eeb-3573-4fe0-87af-c4a597b73e9f" providerId="ADAL" clId="{9FBACC46-319B-4421-86B7-F535C5B48135}" dt="2023-11-01T06:00:25.404" v="9043" actId="478"/>
          <ac:cxnSpMkLst>
            <pc:docMk/>
            <pc:sldMk cId="1100756332" sldId="1291"/>
            <ac:cxnSpMk id="4" creationId="{053A19E1-6E6B-4F2B-C72D-8EE58F36A128}"/>
          </ac:cxnSpMkLst>
        </pc:cxnChg>
        <pc:cxnChg chg="add mod">
          <ac:chgData name="정지윤" userId="02c42eeb-3573-4fe0-87af-c4a597b73e9f" providerId="ADAL" clId="{9FBACC46-319B-4421-86B7-F535C5B48135}" dt="2023-11-01T06:00:31.763" v="9047" actId="1076"/>
          <ac:cxnSpMkLst>
            <pc:docMk/>
            <pc:sldMk cId="1100756332" sldId="1291"/>
            <ac:cxnSpMk id="11" creationId="{6B0D11E0-7AB6-AFF0-E5C3-CCB53AF0C708}"/>
          </ac:cxnSpMkLst>
        </pc:cxnChg>
      </pc:sldChg>
      <pc:sldChg chg="modSp add mod ord">
        <pc:chgData name="정지윤" userId="02c42eeb-3573-4fe0-87af-c4a597b73e9f" providerId="ADAL" clId="{9FBACC46-319B-4421-86B7-F535C5B48135}" dt="2023-11-01T06:02:51.267" v="9212" actId="20577"/>
        <pc:sldMkLst>
          <pc:docMk/>
          <pc:sldMk cId="2321739673" sldId="1292"/>
        </pc:sldMkLst>
        <pc:spChg chg="mod">
          <ac:chgData name="정지윤" userId="02c42eeb-3573-4fe0-87af-c4a597b73e9f" providerId="ADAL" clId="{9FBACC46-319B-4421-86B7-F535C5B48135}" dt="2023-11-01T06:02:51.267" v="9212" actId="20577"/>
          <ac:spMkLst>
            <pc:docMk/>
            <pc:sldMk cId="2321739673" sldId="1292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6:01:53.338" v="9065" actId="14100"/>
          <ac:spMkLst>
            <pc:docMk/>
            <pc:sldMk cId="2321739673" sldId="1292"/>
            <ac:spMk id="9" creationId="{82932151-0386-5F49-8480-5996917FD854}"/>
          </ac:spMkLst>
        </pc:spChg>
        <pc:graphicFrameChg chg="modGraphic">
          <ac:chgData name="정지윤" userId="02c42eeb-3573-4fe0-87af-c4a597b73e9f" providerId="ADAL" clId="{9FBACC46-319B-4421-86B7-F535C5B48135}" dt="2023-11-01T06:02:20.035" v="9067" actId="20577"/>
          <ac:graphicFrameMkLst>
            <pc:docMk/>
            <pc:sldMk cId="2321739673" sldId="1292"/>
            <ac:graphicFrameMk id="3" creationId="{EB5E6BEF-7528-22F3-81D3-C88DBE43847E}"/>
          </ac:graphicFrameMkLst>
        </pc:graphicFrameChg>
        <pc:cxnChg chg="mod">
          <ac:chgData name="정지윤" userId="02c42eeb-3573-4fe0-87af-c4a597b73e9f" providerId="ADAL" clId="{9FBACC46-319B-4421-86B7-F535C5B48135}" dt="2023-11-01T06:01:51.642" v="9064" actId="1076"/>
          <ac:cxnSpMkLst>
            <pc:docMk/>
            <pc:sldMk cId="2321739673" sldId="1292"/>
            <ac:cxnSpMk id="11" creationId="{6B0D11E0-7AB6-AFF0-E5C3-CCB53AF0C708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6:09:39.601" v="9357" actId="14100"/>
        <pc:sldMkLst>
          <pc:docMk/>
          <pc:sldMk cId="2939920213" sldId="1293"/>
        </pc:sldMkLst>
        <pc:spChg chg="mod">
          <ac:chgData name="정지윤" userId="02c42eeb-3573-4fe0-87af-c4a597b73e9f" providerId="ADAL" clId="{9FBACC46-319B-4421-86B7-F535C5B48135}" dt="2023-11-01T06:09:39.601" v="9357" actId="14100"/>
          <ac:spMkLst>
            <pc:docMk/>
            <pc:sldMk cId="2939920213" sldId="1293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6:09:35.538" v="9356" actId="1076"/>
          <ac:spMkLst>
            <pc:docMk/>
            <pc:sldMk cId="2939920213" sldId="1293"/>
            <ac:spMk id="9" creationId="{82932151-0386-5F49-8480-5996917FD854}"/>
          </ac:spMkLst>
        </pc:spChg>
        <pc:spChg chg="add mod">
          <ac:chgData name="정지윤" userId="02c42eeb-3573-4fe0-87af-c4a597b73e9f" providerId="ADAL" clId="{9FBACC46-319B-4421-86B7-F535C5B48135}" dt="2023-11-01T06:09:35.538" v="9356" actId="1076"/>
          <ac:spMkLst>
            <pc:docMk/>
            <pc:sldMk cId="2939920213" sldId="1293"/>
            <ac:spMk id="12" creationId="{B74AEA62-9107-A6A7-55E3-EFA7048ED0DB}"/>
          </ac:spMkLst>
        </pc:spChg>
        <pc:spChg chg="add mod">
          <ac:chgData name="정지윤" userId="02c42eeb-3573-4fe0-87af-c4a597b73e9f" providerId="ADAL" clId="{9FBACC46-319B-4421-86B7-F535C5B48135}" dt="2023-11-01T06:09:32.705" v="9355"/>
          <ac:spMkLst>
            <pc:docMk/>
            <pc:sldMk cId="2939920213" sldId="1293"/>
            <ac:spMk id="14" creationId="{CD844076-950E-5CC8-72B0-566663C2EAF1}"/>
          </ac:spMkLst>
        </pc:spChg>
        <pc:graphicFrameChg chg="modGraphic">
          <ac:chgData name="정지윤" userId="02c42eeb-3573-4fe0-87af-c4a597b73e9f" providerId="ADAL" clId="{9FBACC46-319B-4421-86B7-F535C5B48135}" dt="2023-11-01T06:07:30.478" v="9231" actId="20577"/>
          <ac:graphicFrameMkLst>
            <pc:docMk/>
            <pc:sldMk cId="2939920213" sldId="1293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6:09:35.538" v="9356" actId="1076"/>
          <ac:picMkLst>
            <pc:docMk/>
            <pc:sldMk cId="2939920213" sldId="1293"/>
            <ac:picMk id="5" creationId="{BB94746B-1D08-CEE9-62AE-1A79B338024D}"/>
          </ac:picMkLst>
        </pc:picChg>
        <pc:picChg chg="del">
          <ac:chgData name="정지윤" userId="02c42eeb-3573-4fe0-87af-c4a597b73e9f" providerId="ADAL" clId="{9FBACC46-319B-4421-86B7-F535C5B48135}" dt="2023-11-01T06:07:08.998" v="9226" actId="478"/>
          <ac:picMkLst>
            <pc:docMk/>
            <pc:sldMk cId="2939920213" sldId="1293"/>
            <ac:picMk id="8" creationId="{2B70D9C1-193E-BE90-960F-DF10E7B4B38A}"/>
          </ac:picMkLst>
        </pc:picChg>
        <pc:picChg chg="add mod modCrop">
          <ac:chgData name="정지윤" userId="02c42eeb-3573-4fe0-87af-c4a597b73e9f" providerId="ADAL" clId="{9FBACC46-319B-4421-86B7-F535C5B48135}" dt="2023-11-01T06:09:35.538" v="9356" actId="1076"/>
          <ac:picMkLst>
            <pc:docMk/>
            <pc:sldMk cId="2939920213" sldId="1293"/>
            <ac:picMk id="10" creationId="{AD44DCA0-971F-B00A-2197-B9FC7941C247}"/>
          </ac:picMkLst>
        </pc:picChg>
        <pc:cxnChg chg="mod">
          <ac:chgData name="정지윤" userId="02c42eeb-3573-4fe0-87af-c4a597b73e9f" providerId="ADAL" clId="{9FBACC46-319B-4421-86B7-F535C5B48135}" dt="2023-11-01T06:09:35.538" v="9356" actId="1076"/>
          <ac:cxnSpMkLst>
            <pc:docMk/>
            <pc:sldMk cId="2939920213" sldId="1293"/>
            <ac:cxnSpMk id="11" creationId="{6B0D11E0-7AB6-AFF0-E5C3-CCB53AF0C708}"/>
          </ac:cxnSpMkLst>
        </pc:cxnChg>
        <pc:cxnChg chg="add mod">
          <ac:chgData name="정지윤" userId="02c42eeb-3573-4fe0-87af-c4a597b73e9f" providerId="ADAL" clId="{9FBACC46-319B-4421-86B7-F535C5B48135}" dt="2023-11-01T06:09:35.538" v="9356" actId="1076"/>
          <ac:cxnSpMkLst>
            <pc:docMk/>
            <pc:sldMk cId="2939920213" sldId="1293"/>
            <ac:cxnSpMk id="13" creationId="{565A86CD-ABE3-2661-151C-DF47ABB1F78A}"/>
          </ac:cxnSpMkLst>
        </pc:cxnChg>
      </pc:sldChg>
      <pc:sldChg chg="add del">
        <pc:chgData name="정지윤" userId="02c42eeb-3573-4fe0-87af-c4a597b73e9f" providerId="ADAL" clId="{9FBACC46-319B-4421-86B7-F535C5B48135}" dt="2023-11-01T06:10:23.048" v="9365" actId="47"/>
        <pc:sldMkLst>
          <pc:docMk/>
          <pc:sldMk cId="1457248816" sldId="1294"/>
        </pc:sldMkLst>
      </pc:sldChg>
      <pc:sldChg chg="addSp delSp modSp add mod">
        <pc:chgData name="정지윤" userId="02c42eeb-3573-4fe0-87af-c4a597b73e9f" providerId="ADAL" clId="{9FBACC46-319B-4421-86B7-F535C5B48135}" dt="2023-11-01T06:14:34.885" v="9403" actId="22"/>
        <pc:sldMkLst>
          <pc:docMk/>
          <pc:sldMk cId="439643513" sldId="1295"/>
        </pc:sldMkLst>
        <pc:spChg chg="add del">
          <ac:chgData name="정지윤" userId="02c42eeb-3573-4fe0-87af-c4a597b73e9f" providerId="ADAL" clId="{9FBACC46-319B-4421-86B7-F535C5B48135}" dt="2023-11-01T06:14:34.885" v="9403" actId="22"/>
          <ac:spMkLst>
            <pc:docMk/>
            <pc:sldMk cId="439643513" sldId="1295"/>
            <ac:spMk id="6" creationId="{75BF7932-801E-8210-106D-C02D91F6A1ED}"/>
          </ac:spMkLst>
        </pc:spChg>
        <pc:spChg chg="mod">
          <ac:chgData name="정지윤" userId="02c42eeb-3573-4fe0-87af-c4a597b73e9f" providerId="ADAL" clId="{9FBACC46-319B-4421-86B7-F535C5B48135}" dt="2023-11-01T06:11:06.180" v="9369"/>
          <ac:spMkLst>
            <pc:docMk/>
            <pc:sldMk cId="439643513" sldId="1295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6:10:18.977" v="9364" actId="14100"/>
          <ac:spMkLst>
            <pc:docMk/>
            <pc:sldMk cId="439643513" sldId="1295"/>
            <ac:spMk id="9" creationId="{82932151-0386-5F49-8480-5996917FD854}"/>
          </ac:spMkLst>
        </pc:spChg>
        <pc:graphicFrameChg chg="mod modGraphic">
          <ac:chgData name="정지윤" userId="02c42eeb-3573-4fe0-87af-c4a597b73e9f" providerId="ADAL" clId="{9FBACC46-319B-4421-86B7-F535C5B48135}" dt="2023-11-01T06:13:08.435" v="9401"/>
          <ac:graphicFrameMkLst>
            <pc:docMk/>
            <pc:sldMk cId="439643513" sldId="1295"/>
            <ac:graphicFrameMk id="3" creationId="{EB5E6BEF-7528-22F3-81D3-C88DBE43847E}"/>
          </ac:graphicFrameMkLst>
        </pc:graphicFrameChg>
        <pc:picChg chg="add mod ord">
          <ac:chgData name="정지윤" userId="02c42eeb-3573-4fe0-87af-c4a597b73e9f" providerId="ADAL" clId="{9FBACC46-319B-4421-86B7-F535C5B48135}" dt="2023-11-01T06:09:52.139" v="9362" actId="167"/>
          <ac:picMkLst>
            <pc:docMk/>
            <pc:sldMk cId="439643513" sldId="1295"/>
            <ac:picMk id="4" creationId="{1A1AA268-70B0-ACF8-EDAD-E67900FB81BE}"/>
          </ac:picMkLst>
        </pc:picChg>
        <pc:picChg chg="del">
          <ac:chgData name="정지윤" userId="02c42eeb-3573-4fe0-87af-c4a597b73e9f" providerId="ADAL" clId="{9FBACC46-319B-4421-86B7-F535C5B48135}" dt="2023-11-01T06:09:53.503" v="9363" actId="478"/>
          <ac:picMkLst>
            <pc:docMk/>
            <pc:sldMk cId="439643513" sldId="1295"/>
            <ac:picMk id="8" creationId="{2B70D9C1-193E-BE90-960F-DF10E7B4B38A}"/>
          </ac:picMkLst>
        </pc:picChg>
      </pc:sldChg>
      <pc:sldChg chg="addSp delSp modSp add mod">
        <pc:chgData name="정지윤" userId="02c42eeb-3573-4fe0-87af-c4a597b73e9f" providerId="ADAL" clId="{9FBACC46-319B-4421-86B7-F535C5B48135}" dt="2023-11-01T06:17:50.428" v="9766" actId="20577"/>
        <pc:sldMkLst>
          <pc:docMk/>
          <pc:sldMk cId="1915384850" sldId="1296"/>
        </pc:sldMkLst>
        <pc:spChg chg="mod">
          <ac:chgData name="정지윤" userId="02c42eeb-3573-4fe0-87af-c4a597b73e9f" providerId="ADAL" clId="{9FBACC46-319B-4421-86B7-F535C5B48135}" dt="2023-11-01T06:17:31.968" v="9764" actId="20577"/>
          <ac:spMkLst>
            <pc:docMk/>
            <pc:sldMk cId="1915384850" sldId="1296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6:16:02.969" v="9440" actId="14100"/>
          <ac:spMkLst>
            <pc:docMk/>
            <pc:sldMk cId="1915384850" sldId="1296"/>
            <ac:spMk id="9" creationId="{82932151-0386-5F49-8480-5996917FD854}"/>
          </ac:spMkLst>
        </pc:spChg>
        <pc:graphicFrameChg chg="mod modGraphic">
          <ac:chgData name="정지윤" userId="02c42eeb-3573-4fe0-87af-c4a597b73e9f" providerId="ADAL" clId="{9FBACC46-319B-4421-86B7-F535C5B48135}" dt="2023-11-01T06:17:50.428" v="9766" actId="20577"/>
          <ac:graphicFrameMkLst>
            <pc:docMk/>
            <pc:sldMk cId="1915384850" sldId="1296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1T06:15:54.355" v="9437" actId="478"/>
          <ac:picMkLst>
            <pc:docMk/>
            <pc:sldMk cId="1915384850" sldId="1296"/>
            <ac:picMk id="4" creationId="{1A1AA268-70B0-ACF8-EDAD-E67900FB81BE}"/>
          </ac:picMkLst>
        </pc:picChg>
        <pc:picChg chg="add mod ord modCrop">
          <ac:chgData name="정지윤" userId="02c42eeb-3573-4fe0-87af-c4a597b73e9f" providerId="ADAL" clId="{9FBACC46-319B-4421-86B7-F535C5B48135}" dt="2023-11-01T06:15:53.106" v="9436" actId="167"/>
          <ac:picMkLst>
            <pc:docMk/>
            <pc:sldMk cId="1915384850" sldId="1296"/>
            <ac:picMk id="6" creationId="{AFEA1717-F9C1-D46F-C3E3-77713F83963B}"/>
          </ac:picMkLst>
        </pc:picChg>
        <pc:cxnChg chg="mod">
          <ac:chgData name="정지윤" userId="02c42eeb-3573-4fe0-87af-c4a597b73e9f" providerId="ADAL" clId="{9FBACC46-319B-4421-86B7-F535C5B48135}" dt="2023-11-01T06:16:06.249" v="9441" actId="1076"/>
          <ac:cxnSpMkLst>
            <pc:docMk/>
            <pc:sldMk cId="1915384850" sldId="1296"/>
            <ac:cxnSpMk id="11" creationId="{6B0D11E0-7AB6-AFF0-E5C3-CCB53AF0C708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6:27:09.729" v="10073" actId="20577"/>
        <pc:sldMkLst>
          <pc:docMk/>
          <pc:sldMk cId="3838450971" sldId="1297"/>
        </pc:sldMkLst>
        <pc:spChg chg="add del mod">
          <ac:chgData name="정지윤" userId="02c42eeb-3573-4fe0-87af-c4a597b73e9f" providerId="ADAL" clId="{9FBACC46-319B-4421-86B7-F535C5B48135}" dt="2023-11-01T06:26:32.499" v="10071" actId="478"/>
          <ac:spMkLst>
            <pc:docMk/>
            <pc:sldMk cId="3838450971" sldId="1297"/>
            <ac:spMk id="5" creationId="{9D1B79B7-3DEF-0D17-6F5B-455D7E8D264B}"/>
          </ac:spMkLst>
        </pc:spChg>
        <pc:spChg chg="mod">
          <ac:chgData name="정지윤" userId="02c42eeb-3573-4fe0-87af-c4a597b73e9f" providerId="ADAL" clId="{9FBACC46-319B-4421-86B7-F535C5B48135}" dt="2023-11-01T06:25:06.599" v="10060" actId="14100"/>
          <ac:spMkLst>
            <pc:docMk/>
            <pc:sldMk cId="3838450971" sldId="1297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1T06:18:48.443" v="9783" actId="478"/>
          <ac:spMkLst>
            <pc:docMk/>
            <pc:sldMk cId="3838450971" sldId="1297"/>
            <ac:spMk id="9" creationId="{82932151-0386-5F49-8480-5996917FD854}"/>
          </ac:spMkLst>
        </pc:spChg>
        <pc:spChg chg="add mod ord">
          <ac:chgData name="정지윤" userId="02c42eeb-3573-4fe0-87af-c4a597b73e9f" providerId="ADAL" clId="{9FBACC46-319B-4421-86B7-F535C5B48135}" dt="2023-11-01T06:25:35.103" v="10069" actId="14100"/>
          <ac:spMkLst>
            <pc:docMk/>
            <pc:sldMk cId="3838450971" sldId="1297"/>
            <ac:spMk id="12" creationId="{6BCB12D8-F127-CE7E-743C-F135631BE2F1}"/>
          </ac:spMkLst>
        </pc:spChg>
        <pc:graphicFrameChg chg="modGraphic">
          <ac:chgData name="정지윤" userId="02c42eeb-3573-4fe0-87af-c4a597b73e9f" providerId="ADAL" clId="{9FBACC46-319B-4421-86B7-F535C5B48135}" dt="2023-11-01T06:27:09.729" v="10073" actId="20577"/>
          <ac:graphicFrameMkLst>
            <pc:docMk/>
            <pc:sldMk cId="3838450971" sldId="1297"/>
            <ac:graphicFrameMk id="3" creationId="{EB5E6BEF-7528-22F3-81D3-C88DBE43847E}"/>
          </ac:graphicFrameMkLst>
        </pc:graphicFrameChg>
        <pc:picChg chg="add del mod">
          <ac:chgData name="정지윤" userId="02c42eeb-3573-4fe0-87af-c4a597b73e9f" providerId="ADAL" clId="{9FBACC46-319B-4421-86B7-F535C5B48135}" dt="2023-11-01T06:18:34.443" v="9779" actId="478"/>
          <ac:picMkLst>
            <pc:docMk/>
            <pc:sldMk cId="3838450971" sldId="1297"/>
            <ac:picMk id="4" creationId="{ED36CD88-EA2A-81D5-7D69-115E9D7D9468}"/>
          </ac:picMkLst>
        </pc:picChg>
        <pc:picChg chg="mod modCrop">
          <ac:chgData name="정지윤" userId="02c42eeb-3573-4fe0-87af-c4a597b73e9f" providerId="ADAL" clId="{9FBACC46-319B-4421-86B7-F535C5B48135}" dt="2023-11-01T06:25:26.473" v="10065" actId="18131"/>
          <ac:picMkLst>
            <pc:docMk/>
            <pc:sldMk cId="3838450971" sldId="1297"/>
            <ac:picMk id="6" creationId="{AFEA1717-F9C1-D46F-C3E3-77713F83963B}"/>
          </ac:picMkLst>
        </pc:picChg>
        <pc:picChg chg="add del">
          <ac:chgData name="정지윤" userId="02c42eeb-3573-4fe0-87af-c4a597b73e9f" providerId="ADAL" clId="{9FBACC46-319B-4421-86B7-F535C5B48135}" dt="2023-11-01T06:19:13.180" v="9786" actId="478"/>
          <ac:picMkLst>
            <pc:docMk/>
            <pc:sldMk cId="3838450971" sldId="1297"/>
            <ac:picMk id="10" creationId="{ABF1FD2D-46FC-90E0-C4C9-7CCE557A068A}"/>
          </ac:picMkLst>
        </pc:picChg>
        <pc:cxnChg chg="del">
          <ac:chgData name="정지윤" userId="02c42eeb-3573-4fe0-87af-c4a597b73e9f" providerId="ADAL" clId="{9FBACC46-319B-4421-86B7-F535C5B48135}" dt="2023-11-01T06:18:48.443" v="9783" actId="478"/>
          <ac:cxnSpMkLst>
            <pc:docMk/>
            <pc:sldMk cId="3838450971" sldId="1297"/>
            <ac:cxnSpMk id="11" creationId="{6B0D11E0-7AB6-AFF0-E5C3-CCB53AF0C708}"/>
          </ac:cxnSpMkLst>
        </pc:cxnChg>
        <pc:cxnChg chg="add mod">
          <ac:chgData name="정지윤" userId="02c42eeb-3573-4fe0-87af-c4a597b73e9f" providerId="ADAL" clId="{9FBACC46-319B-4421-86B7-F535C5B48135}" dt="2023-11-01T06:25:37.031" v="10070" actId="1076"/>
          <ac:cxnSpMkLst>
            <pc:docMk/>
            <pc:sldMk cId="3838450971" sldId="1297"/>
            <ac:cxnSpMk id="13" creationId="{55D7EAB7-965D-5934-7004-504E50BFD51D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6:32:54.472" v="10483" actId="20577"/>
        <pc:sldMkLst>
          <pc:docMk/>
          <pc:sldMk cId="3727965401" sldId="1298"/>
        </pc:sldMkLst>
        <pc:spChg chg="mod">
          <ac:chgData name="정지윤" userId="02c42eeb-3573-4fe0-87af-c4a597b73e9f" providerId="ADAL" clId="{9FBACC46-319B-4421-86B7-F535C5B48135}" dt="2023-11-01T06:32:31.728" v="10481" actId="13926"/>
          <ac:spMkLst>
            <pc:docMk/>
            <pc:sldMk cId="3727965401" sldId="1298"/>
            <ac:spMk id="7" creationId="{0C81DD60-D84B-4D3C-8F3E-7D0E22E11300}"/>
          </ac:spMkLst>
        </pc:spChg>
        <pc:graphicFrameChg chg="modGraphic">
          <ac:chgData name="정지윤" userId="02c42eeb-3573-4fe0-87af-c4a597b73e9f" providerId="ADAL" clId="{9FBACC46-319B-4421-86B7-F535C5B48135}" dt="2023-11-01T06:32:54.472" v="10483" actId="20577"/>
          <ac:graphicFrameMkLst>
            <pc:docMk/>
            <pc:sldMk cId="3727965401" sldId="1298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1T06:30:32.066" v="10081" actId="478"/>
          <ac:picMkLst>
            <pc:docMk/>
            <pc:sldMk cId="3727965401" sldId="1298"/>
            <ac:picMk id="6" creationId="{AFEA1717-F9C1-D46F-C3E3-77713F83963B}"/>
          </ac:picMkLst>
        </pc:picChg>
        <pc:picChg chg="add mod modCrop">
          <ac:chgData name="정지윤" userId="02c42eeb-3573-4fe0-87af-c4a597b73e9f" providerId="ADAL" clId="{9FBACC46-319B-4421-86B7-F535C5B48135}" dt="2023-11-01T06:31:08.743" v="10089" actId="1076"/>
          <ac:picMkLst>
            <pc:docMk/>
            <pc:sldMk cId="3727965401" sldId="1298"/>
            <ac:picMk id="8" creationId="{CABE2282-C149-2641-DB13-88CC3A0231B1}"/>
          </ac:picMkLst>
        </pc:picChg>
        <pc:picChg chg="mod ord modCrop">
          <ac:chgData name="정지윤" userId="02c42eeb-3573-4fe0-87af-c4a597b73e9f" providerId="ADAL" clId="{9FBACC46-319B-4421-86B7-F535C5B48135}" dt="2023-11-01T06:31:08.743" v="10089" actId="1076"/>
          <ac:picMkLst>
            <pc:docMk/>
            <pc:sldMk cId="3727965401" sldId="1298"/>
            <ac:picMk id="10" creationId="{ABF1FD2D-46FC-90E0-C4C9-7CCE557A068A}"/>
          </ac:picMkLst>
        </pc:picChg>
      </pc:sldChg>
      <pc:sldChg chg="addSp delSp modSp add mod">
        <pc:chgData name="정지윤" userId="02c42eeb-3573-4fe0-87af-c4a597b73e9f" providerId="ADAL" clId="{9FBACC46-319B-4421-86B7-F535C5B48135}" dt="2023-11-01T06:43:07.088" v="10645" actId="20577"/>
        <pc:sldMkLst>
          <pc:docMk/>
          <pc:sldMk cId="2667494506" sldId="1299"/>
        </pc:sldMkLst>
        <pc:spChg chg="mod">
          <ac:chgData name="정지윤" userId="02c42eeb-3573-4fe0-87af-c4a597b73e9f" providerId="ADAL" clId="{9FBACC46-319B-4421-86B7-F535C5B48135}" dt="2023-11-01T06:43:07.088" v="10645" actId="20577"/>
          <ac:spMkLst>
            <pc:docMk/>
            <pc:sldMk cId="2667494506" sldId="1299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6:33:56.614" v="10497" actId="14100"/>
          <ac:spMkLst>
            <pc:docMk/>
            <pc:sldMk cId="2667494506" sldId="1299"/>
            <ac:spMk id="12" creationId="{6BCB12D8-F127-CE7E-743C-F135631BE2F1}"/>
          </ac:spMkLst>
        </pc:spChg>
        <pc:graphicFrameChg chg="mod modGraphic">
          <ac:chgData name="정지윤" userId="02c42eeb-3573-4fe0-87af-c4a597b73e9f" providerId="ADAL" clId="{9FBACC46-319B-4421-86B7-F535C5B48135}" dt="2023-11-01T06:34:35.475" v="10506" actId="6549"/>
          <ac:graphicFrameMkLst>
            <pc:docMk/>
            <pc:sldMk cId="2667494506" sldId="1299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6:33:48.155" v="10493" actId="167"/>
          <ac:picMkLst>
            <pc:docMk/>
            <pc:sldMk cId="2667494506" sldId="1299"/>
            <ac:picMk id="5" creationId="{93771959-634A-A16C-AE9E-DE86FD01E968}"/>
          </ac:picMkLst>
        </pc:picChg>
        <pc:picChg chg="del mod">
          <ac:chgData name="정지윤" userId="02c42eeb-3573-4fe0-87af-c4a597b73e9f" providerId="ADAL" clId="{9FBACC46-319B-4421-86B7-F535C5B48135}" dt="2023-11-01T06:33:51.245" v="10495" actId="478"/>
          <ac:picMkLst>
            <pc:docMk/>
            <pc:sldMk cId="2667494506" sldId="1299"/>
            <ac:picMk id="6" creationId="{AFEA1717-F9C1-D46F-C3E3-77713F83963B}"/>
          </ac:picMkLst>
        </pc:picChg>
        <pc:cxnChg chg="mod">
          <ac:chgData name="정지윤" userId="02c42eeb-3573-4fe0-87af-c4a597b73e9f" providerId="ADAL" clId="{9FBACC46-319B-4421-86B7-F535C5B48135}" dt="2023-11-01T06:33:58.174" v="10498" actId="1076"/>
          <ac:cxnSpMkLst>
            <pc:docMk/>
            <pc:sldMk cId="2667494506" sldId="1299"/>
            <ac:cxnSpMk id="13" creationId="{55D7EAB7-965D-5934-7004-504E50BFD51D}"/>
          </ac:cxnSpMkLst>
        </pc:cxnChg>
      </pc:sldChg>
      <pc:sldChg chg="add del">
        <pc:chgData name="정지윤" userId="02c42eeb-3573-4fe0-87af-c4a597b73e9f" providerId="ADAL" clId="{9FBACC46-319B-4421-86B7-F535C5B48135}" dt="2023-11-01T06:34:48.312" v="10507" actId="47"/>
        <pc:sldMkLst>
          <pc:docMk/>
          <pc:sldMk cId="812915330" sldId="1300"/>
        </pc:sldMkLst>
      </pc:sldChg>
      <pc:sldChg chg="addSp delSp modSp add mod">
        <pc:chgData name="정지윤" userId="02c42eeb-3573-4fe0-87af-c4a597b73e9f" providerId="ADAL" clId="{9FBACC46-319B-4421-86B7-F535C5B48135}" dt="2023-11-01T06:49:43.794" v="10696" actId="20577"/>
        <pc:sldMkLst>
          <pc:docMk/>
          <pc:sldMk cId="1224469565" sldId="1300"/>
        </pc:sldMkLst>
        <pc:spChg chg="mod">
          <ac:chgData name="정지윤" userId="02c42eeb-3573-4fe0-87af-c4a597b73e9f" providerId="ADAL" clId="{9FBACC46-319B-4421-86B7-F535C5B48135}" dt="2023-11-01T06:48:49.478" v="10692"/>
          <ac:spMkLst>
            <pc:docMk/>
            <pc:sldMk cId="1224469565" sldId="1300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6:48:33.045" v="10689" actId="14100"/>
          <ac:spMkLst>
            <pc:docMk/>
            <pc:sldMk cId="1224469565" sldId="1300"/>
            <ac:spMk id="12" creationId="{6BCB12D8-F127-CE7E-743C-F135631BE2F1}"/>
          </ac:spMkLst>
        </pc:spChg>
        <pc:graphicFrameChg chg="mod modGraphic">
          <ac:chgData name="정지윤" userId="02c42eeb-3573-4fe0-87af-c4a597b73e9f" providerId="ADAL" clId="{9FBACC46-319B-4421-86B7-F535C5B48135}" dt="2023-11-01T06:49:43.794" v="10696" actId="20577"/>
          <ac:graphicFrameMkLst>
            <pc:docMk/>
            <pc:sldMk cId="1224469565" sldId="1300"/>
            <ac:graphicFrameMk id="3" creationId="{EB5E6BEF-7528-22F3-81D3-C88DBE43847E}"/>
          </ac:graphicFrameMkLst>
        </pc:graphicFrameChg>
        <pc:picChg chg="del mod">
          <ac:chgData name="정지윤" userId="02c42eeb-3573-4fe0-87af-c4a597b73e9f" providerId="ADAL" clId="{9FBACC46-319B-4421-86B7-F535C5B48135}" dt="2023-11-01T06:48:27.471" v="10687" actId="478"/>
          <ac:picMkLst>
            <pc:docMk/>
            <pc:sldMk cId="1224469565" sldId="1300"/>
            <ac:picMk id="5" creationId="{93771959-634A-A16C-AE9E-DE86FD01E968}"/>
          </ac:picMkLst>
        </pc:picChg>
        <pc:picChg chg="add mod ord modCrop">
          <ac:chgData name="정지윤" userId="02c42eeb-3573-4fe0-87af-c4a597b73e9f" providerId="ADAL" clId="{9FBACC46-319B-4421-86B7-F535C5B48135}" dt="2023-11-01T06:48:26.356" v="10686" actId="167"/>
          <ac:picMkLst>
            <pc:docMk/>
            <pc:sldMk cId="1224469565" sldId="1300"/>
            <ac:picMk id="6" creationId="{D95790A3-F101-2A17-C82F-C3E899B7EFC9}"/>
          </ac:picMkLst>
        </pc:picChg>
        <pc:cxnChg chg="mod">
          <ac:chgData name="정지윤" userId="02c42eeb-3573-4fe0-87af-c4a597b73e9f" providerId="ADAL" clId="{9FBACC46-319B-4421-86B7-F535C5B48135}" dt="2023-11-01T06:48:34.893" v="10690" actId="1076"/>
          <ac:cxnSpMkLst>
            <pc:docMk/>
            <pc:sldMk cId="1224469565" sldId="1300"/>
            <ac:cxnSpMk id="13" creationId="{55D7EAB7-965D-5934-7004-504E50BFD51D}"/>
          </ac:cxnSpMkLst>
        </pc:cxnChg>
      </pc:sldChg>
      <pc:sldChg chg="add del">
        <pc:chgData name="정지윤" userId="02c42eeb-3573-4fe0-87af-c4a597b73e9f" providerId="ADAL" clId="{9FBACC46-319B-4421-86B7-F535C5B48135}" dt="2023-11-01T06:49:47.203" v="10697" actId="47"/>
        <pc:sldMkLst>
          <pc:docMk/>
          <pc:sldMk cId="1638777664" sldId="1301"/>
        </pc:sldMkLst>
      </pc:sldChg>
      <pc:sldChg chg="addSp delSp modSp add mod">
        <pc:chgData name="정지윤" userId="02c42eeb-3573-4fe0-87af-c4a597b73e9f" providerId="ADAL" clId="{9FBACC46-319B-4421-86B7-F535C5B48135}" dt="2023-11-02T02:23:41.253" v="12484" actId="6549"/>
        <pc:sldMkLst>
          <pc:docMk/>
          <pc:sldMk cId="3827568494" sldId="1301"/>
        </pc:sldMkLst>
        <pc:spChg chg="mod">
          <ac:chgData name="정지윤" userId="02c42eeb-3573-4fe0-87af-c4a597b73e9f" providerId="ADAL" clId="{9FBACC46-319B-4421-86B7-F535C5B48135}" dt="2023-11-02T02:23:41.253" v="12484" actId="6549"/>
          <ac:spMkLst>
            <pc:docMk/>
            <pc:sldMk cId="3827568494" sldId="1301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7:29:31.565" v="10712" actId="14100"/>
          <ac:spMkLst>
            <pc:docMk/>
            <pc:sldMk cId="3827568494" sldId="1301"/>
            <ac:spMk id="12" creationId="{6BCB12D8-F127-CE7E-743C-F135631BE2F1}"/>
          </ac:spMkLst>
        </pc:spChg>
        <pc:graphicFrameChg chg="modGraphic">
          <ac:chgData name="정지윤" userId="02c42eeb-3573-4fe0-87af-c4a597b73e9f" providerId="ADAL" clId="{9FBACC46-319B-4421-86B7-F535C5B48135}" dt="2023-11-01T07:30:10.162" v="10714" actId="6549"/>
          <ac:graphicFrameMkLst>
            <pc:docMk/>
            <pc:sldMk cId="3827568494" sldId="1301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7:25:39.427" v="10709" actId="167"/>
          <ac:picMkLst>
            <pc:docMk/>
            <pc:sldMk cId="3827568494" sldId="1301"/>
            <ac:picMk id="5" creationId="{0C6F40A5-5070-DAF8-CC72-33F30E2A4B2B}"/>
          </ac:picMkLst>
        </pc:picChg>
        <pc:picChg chg="del">
          <ac:chgData name="정지윤" userId="02c42eeb-3573-4fe0-87af-c4a597b73e9f" providerId="ADAL" clId="{9FBACC46-319B-4421-86B7-F535C5B48135}" dt="2023-11-01T07:25:41.234" v="10710" actId="478"/>
          <ac:picMkLst>
            <pc:docMk/>
            <pc:sldMk cId="3827568494" sldId="1301"/>
            <ac:picMk id="6" creationId="{D95790A3-F101-2A17-C82F-C3E899B7EFC9}"/>
          </ac:picMkLst>
        </pc:picChg>
        <pc:cxnChg chg="mod">
          <ac:chgData name="정지윤" userId="02c42eeb-3573-4fe0-87af-c4a597b73e9f" providerId="ADAL" clId="{9FBACC46-319B-4421-86B7-F535C5B48135}" dt="2023-11-01T07:29:33.840" v="10713" actId="1076"/>
          <ac:cxnSpMkLst>
            <pc:docMk/>
            <pc:sldMk cId="3827568494" sldId="1301"/>
            <ac:cxnSpMk id="13" creationId="{55D7EAB7-965D-5934-7004-504E50BFD51D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7:48:39.565" v="11543" actId="571"/>
        <pc:sldMkLst>
          <pc:docMk/>
          <pc:sldMk cId="1957506229" sldId="1302"/>
        </pc:sldMkLst>
        <pc:spChg chg="mod">
          <ac:chgData name="정지윤" userId="02c42eeb-3573-4fe0-87af-c4a597b73e9f" providerId="ADAL" clId="{9FBACC46-319B-4421-86B7-F535C5B48135}" dt="2023-11-01T07:46:25.220" v="11332" actId="20577"/>
          <ac:spMkLst>
            <pc:docMk/>
            <pc:sldMk cId="1957506229" sldId="1302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1T07:47:15.370" v="11542"/>
          <ac:spMkLst>
            <pc:docMk/>
            <pc:sldMk cId="1957506229" sldId="1302"/>
            <ac:spMk id="8" creationId="{9B3A66C8-4070-F614-F558-473E3532F00F}"/>
          </ac:spMkLst>
        </pc:spChg>
        <pc:spChg chg="add mod">
          <ac:chgData name="정지윤" userId="02c42eeb-3573-4fe0-87af-c4a597b73e9f" providerId="ADAL" clId="{9FBACC46-319B-4421-86B7-F535C5B48135}" dt="2023-11-01T07:47:01.985" v="11483" actId="20577"/>
          <ac:spMkLst>
            <pc:docMk/>
            <pc:sldMk cId="1957506229" sldId="1302"/>
            <ac:spMk id="10" creationId="{034D2FAB-D76A-B77C-5ADD-2B6C4DBB2E24}"/>
          </ac:spMkLst>
        </pc:spChg>
        <pc:spChg chg="add mod">
          <ac:chgData name="정지윤" userId="02c42eeb-3573-4fe0-87af-c4a597b73e9f" providerId="ADAL" clId="{9FBACC46-319B-4421-86B7-F535C5B48135}" dt="2023-11-01T07:48:39.565" v="11543" actId="571"/>
          <ac:spMkLst>
            <pc:docMk/>
            <pc:sldMk cId="1957506229" sldId="1302"/>
            <ac:spMk id="11" creationId="{60A4E911-DDE7-FFA6-D3ED-AF750F670A1E}"/>
          </ac:spMkLst>
        </pc:spChg>
        <pc:spChg chg="mod ord">
          <ac:chgData name="정지윤" userId="02c42eeb-3573-4fe0-87af-c4a597b73e9f" providerId="ADAL" clId="{9FBACC46-319B-4421-86B7-F535C5B48135}" dt="2023-11-01T07:45:06.557" v="10997" actId="14100"/>
          <ac:spMkLst>
            <pc:docMk/>
            <pc:sldMk cId="1957506229" sldId="1302"/>
            <ac:spMk id="12" creationId="{6BCB12D8-F127-CE7E-743C-F135631BE2F1}"/>
          </ac:spMkLst>
        </pc:spChg>
        <pc:picChg chg="del">
          <ac:chgData name="정지윤" userId="02c42eeb-3573-4fe0-87af-c4a597b73e9f" providerId="ADAL" clId="{9FBACC46-319B-4421-86B7-F535C5B48135}" dt="2023-11-01T07:45:09.567" v="10999" actId="478"/>
          <ac:picMkLst>
            <pc:docMk/>
            <pc:sldMk cId="1957506229" sldId="1302"/>
            <ac:picMk id="5" creationId="{0C6F40A5-5070-DAF8-CC72-33F30E2A4B2B}"/>
          </ac:picMkLst>
        </pc:picChg>
        <pc:picChg chg="add mod modCrop">
          <ac:chgData name="정지윤" userId="02c42eeb-3573-4fe0-87af-c4a597b73e9f" providerId="ADAL" clId="{9FBACC46-319B-4421-86B7-F535C5B48135}" dt="2023-11-01T07:44:18.814" v="10804" actId="1076"/>
          <ac:picMkLst>
            <pc:docMk/>
            <pc:sldMk cId="1957506229" sldId="1302"/>
            <ac:picMk id="6" creationId="{2FBD4EBA-67CA-746A-FCF1-2D3248B64B31}"/>
          </ac:picMkLst>
        </pc:picChg>
        <pc:picChg chg="add mod">
          <ac:chgData name="정지윤" userId="02c42eeb-3573-4fe0-87af-c4a597b73e9f" providerId="ADAL" clId="{9FBACC46-319B-4421-86B7-F535C5B48135}" dt="2023-11-01T07:46:50.629" v="11409" actId="1076"/>
          <ac:picMkLst>
            <pc:docMk/>
            <pc:sldMk cId="1957506229" sldId="1302"/>
            <ac:picMk id="9" creationId="{7B37711F-2CCD-9F2A-7110-5595A4E28AE9}"/>
          </ac:picMkLst>
        </pc:picChg>
        <pc:cxnChg chg="mod ord">
          <ac:chgData name="정지윤" userId="02c42eeb-3573-4fe0-87af-c4a597b73e9f" providerId="ADAL" clId="{9FBACC46-319B-4421-86B7-F535C5B48135}" dt="2023-11-01T07:45:08.382" v="10998" actId="1076"/>
          <ac:cxnSpMkLst>
            <pc:docMk/>
            <pc:sldMk cId="1957506229" sldId="1302"/>
            <ac:cxnSpMk id="13" creationId="{55D7EAB7-965D-5934-7004-504E50BFD51D}"/>
          </ac:cxnSpMkLst>
        </pc:cxnChg>
        <pc:cxnChg chg="add mod">
          <ac:chgData name="정지윤" userId="02c42eeb-3573-4fe0-87af-c4a597b73e9f" providerId="ADAL" clId="{9FBACC46-319B-4421-86B7-F535C5B48135}" dt="2023-11-01T07:48:39.565" v="11543" actId="571"/>
          <ac:cxnSpMkLst>
            <pc:docMk/>
            <pc:sldMk cId="1957506229" sldId="1302"/>
            <ac:cxnSpMk id="14" creationId="{B3FF2F83-725C-5508-AF02-8414868E82AA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7:52:36.309" v="12045" actId="20577"/>
        <pc:sldMkLst>
          <pc:docMk/>
          <pc:sldMk cId="1531610059" sldId="1303"/>
        </pc:sldMkLst>
        <pc:spChg chg="mod">
          <ac:chgData name="정지윤" userId="02c42eeb-3573-4fe0-87af-c4a597b73e9f" providerId="ADAL" clId="{9FBACC46-319B-4421-86B7-F535C5B48135}" dt="2023-11-01T07:52:36.309" v="12045" actId="20577"/>
          <ac:spMkLst>
            <pc:docMk/>
            <pc:sldMk cId="1531610059" sldId="1303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1T07:49:36.893" v="11563" actId="1076"/>
          <ac:spMkLst>
            <pc:docMk/>
            <pc:sldMk cId="1531610059" sldId="1303"/>
            <ac:spMk id="9" creationId="{2A125AB4-D7AC-97F3-0885-09AA1E9B5A38}"/>
          </ac:spMkLst>
        </pc:spChg>
        <pc:spChg chg="add mod">
          <ac:chgData name="정지윤" userId="02c42eeb-3573-4fe0-87af-c4a597b73e9f" providerId="ADAL" clId="{9FBACC46-319B-4421-86B7-F535C5B48135}" dt="2023-11-01T07:49:40.005" v="11564" actId="571"/>
          <ac:spMkLst>
            <pc:docMk/>
            <pc:sldMk cId="1531610059" sldId="1303"/>
            <ac:spMk id="11" creationId="{1337D1B5-7A71-A62E-E29C-BA770D1F7D27}"/>
          </ac:spMkLst>
        </pc:spChg>
        <pc:spChg chg="mod">
          <ac:chgData name="정지윤" userId="02c42eeb-3573-4fe0-87af-c4a597b73e9f" providerId="ADAL" clId="{9FBACC46-319B-4421-86B7-F535C5B48135}" dt="2023-11-01T07:49:36.893" v="11563" actId="1076"/>
          <ac:spMkLst>
            <pc:docMk/>
            <pc:sldMk cId="1531610059" sldId="1303"/>
            <ac:spMk id="12" creationId="{6BCB12D8-F127-CE7E-743C-F135631BE2F1}"/>
          </ac:spMkLst>
        </pc:spChg>
        <pc:graphicFrameChg chg="modGraphic">
          <ac:chgData name="정지윤" userId="02c42eeb-3573-4fe0-87af-c4a597b73e9f" providerId="ADAL" clId="{9FBACC46-319B-4421-86B7-F535C5B48135}" dt="2023-11-01T07:50:12.514" v="11567" actId="20577"/>
          <ac:graphicFrameMkLst>
            <pc:docMk/>
            <pc:sldMk cId="1531610059" sldId="1303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1T07:49:16.218" v="11555" actId="478"/>
          <ac:picMkLst>
            <pc:docMk/>
            <pc:sldMk cId="1531610059" sldId="1303"/>
            <ac:picMk id="5" creationId="{0C6F40A5-5070-DAF8-CC72-33F30E2A4B2B}"/>
          </ac:picMkLst>
        </pc:picChg>
        <pc:picChg chg="add mod ord modCrop">
          <ac:chgData name="정지윤" userId="02c42eeb-3573-4fe0-87af-c4a597b73e9f" providerId="ADAL" clId="{9FBACC46-319B-4421-86B7-F535C5B48135}" dt="2023-11-01T07:49:36.893" v="11563" actId="1076"/>
          <ac:picMkLst>
            <pc:docMk/>
            <pc:sldMk cId="1531610059" sldId="1303"/>
            <ac:picMk id="6" creationId="{A3A269D1-1917-F8E9-01B8-EDCA68F4F781}"/>
          </ac:picMkLst>
        </pc:picChg>
        <pc:cxnChg chg="add mod">
          <ac:chgData name="정지윤" userId="02c42eeb-3573-4fe0-87af-c4a597b73e9f" providerId="ADAL" clId="{9FBACC46-319B-4421-86B7-F535C5B48135}" dt="2023-11-01T07:49:36.893" v="11563" actId="1076"/>
          <ac:cxnSpMkLst>
            <pc:docMk/>
            <pc:sldMk cId="1531610059" sldId="1303"/>
            <ac:cxnSpMk id="8" creationId="{11C5B4FB-663E-385E-1463-E89E9FE63123}"/>
          </ac:cxnSpMkLst>
        </pc:cxnChg>
        <pc:cxnChg chg="add mod">
          <ac:chgData name="정지윤" userId="02c42eeb-3573-4fe0-87af-c4a597b73e9f" providerId="ADAL" clId="{9FBACC46-319B-4421-86B7-F535C5B48135}" dt="2023-11-01T07:49:40.005" v="11564" actId="571"/>
          <ac:cxnSpMkLst>
            <pc:docMk/>
            <pc:sldMk cId="1531610059" sldId="1303"/>
            <ac:cxnSpMk id="10" creationId="{9554CD38-F1F2-2E2D-EF34-BFB04C4E1F1D}"/>
          </ac:cxnSpMkLst>
        </pc:cxnChg>
        <pc:cxnChg chg="mod">
          <ac:chgData name="정지윤" userId="02c42eeb-3573-4fe0-87af-c4a597b73e9f" providerId="ADAL" clId="{9FBACC46-319B-4421-86B7-F535C5B48135}" dt="2023-11-01T07:49:36.893" v="11563" actId="1076"/>
          <ac:cxnSpMkLst>
            <pc:docMk/>
            <pc:sldMk cId="1531610059" sldId="1303"/>
            <ac:cxnSpMk id="13" creationId="{55D7EAB7-965D-5934-7004-504E50BFD51D}"/>
          </ac:cxnSpMkLst>
        </pc:cxnChg>
      </pc:sldChg>
      <pc:sldChg chg="addSp delSp modSp add del mod">
        <pc:chgData name="정지윤" userId="02c42eeb-3573-4fe0-87af-c4a597b73e9f" providerId="ADAL" clId="{9FBACC46-319B-4421-86B7-F535C5B48135}" dt="2023-11-01T07:53:19.659" v="12053" actId="47"/>
        <pc:sldMkLst>
          <pc:docMk/>
          <pc:sldMk cId="2119503990" sldId="1304"/>
        </pc:sldMkLst>
        <pc:picChg chg="add del mod">
          <ac:chgData name="정지윤" userId="02c42eeb-3573-4fe0-87af-c4a597b73e9f" providerId="ADAL" clId="{9FBACC46-319B-4421-86B7-F535C5B48135}" dt="2023-11-01T07:53:18.219" v="12052" actId="21"/>
          <ac:picMkLst>
            <pc:docMk/>
            <pc:sldMk cId="2119503990" sldId="1304"/>
            <ac:picMk id="5" creationId="{AA26CCD2-DF4C-179D-57B6-2FFA0E9574B1}"/>
          </ac:picMkLst>
        </pc:picChg>
      </pc:sldChg>
      <pc:sldChg chg="add del">
        <pc:chgData name="정지윤" userId="02c42eeb-3573-4fe0-87af-c4a597b73e9f" providerId="ADAL" clId="{9FBACC46-319B-4421-86B7-F535C5B48135}" dt="2023-11-01T07:48:56.808" v="11546"/>
        <pc:sldMkLst>
          <pc:docMk/>
          <pc:sldMk cId="3890665100" sldId="1304"/>
        </pc:sldMkLst>
      </pc:sldChg>
      <pc:sldChg chg="addSp delSp modSp add mod">
        <pc:chgData name="정지윤" userId="02c42eeb-3573-4fe0-87af-c4a597b73e9f" providerId="ADAL" clId="{9FBACC46-319B-4421-86B7-F535C5B48135}" dt="2023-11-01T07:53:54.388" v="12091" actId="14100"/>
        <pc:sldMkLst>
          <pc:docMk/>
          <pc:sldMk cId="3985820544" sldId="1305"/>
        </pc:sldMkLst>
        <pc:spChg chg="mod">
          <ac:chgData name="정지윤" userId="02c42eeb-3573-4fe0-87af-c4a597b73e9f" providerId="ADAL" clId="{9FBACC46-319B-4421-86B7-F535C5B48135}" dt="2023-11-01T07:53:54.388" v="12091" actId="14100"/>
          <ac:spMkLst>
            <pc:docMk/>
            <pc:sldMk cId="3985820544" sldId="1305"/>
            <ac:spMk id="12" creationId="{6BCB12D8-F127-CE7E-743C-F135631BE2F1}"/>
          </ac:spMkLst>
        </pc:spChg>
        <pc:graphicFrameChg chg="mod modGraphic">
          <ac:chgData name="정지윤" userId="02c42eeb-3573-4fe0-87af-c4a597b73e9f" providerId="ADAL" clId="{9FBACC46-319B-4421-86B7-F535C5B48135}" dt="2023-11-01T07:53:32.277" v="12084"/>
          <ac:graphicFrameMkLst>
            <pc:docMk/>
            <pc:sldMk cId="3985820544" sldId="1305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7:53:41.781" v="12088" actId="167"/>
          <ac:picMkLst>
            <pc:docMk/>
            <pc:sldMk cId="3985820544" sldId="1305"/>
            <ac:picMk id="4" creationId="{B2ED54DA-FD69-0C91-04C3-AF44451F374B}"/>
          </ac:picMkLst>
        </pc:picChg>
        <pc:picChg chg="del">
          <ac:chgData name="정지윤" userId="02c42eeb-3573-4fe0-87af-c4a597b73e9f" providerId="ADAL" clId="{9FBACC46-319B-4421-86B7-F535C5B48135}" dt="2023-11-01T07:53:43.127" v="12089" actId="478"/>
          <ac:picMkLst>
            <pc:docMk/>
            <pc:sldMk cId="3985820544" sldId="1305"/>
            <ac:picMk id="5" creationId="{0C6F40A5-5070-DAF8-CC72-33F30E2A4B2B}"/>
          </ac:picMkLst>
        </pc:picChg>
        <pc:cxnChg chg="mod">
          <ac:chgData name="정지윤" userId="02c42eeb-3573-4fe0-87af-c4a597b73e9f" providerId="ADAL" clId="{9FBACC46-319B-4421-86B7-F535C5B48135}" dt="2023-11-01T07:53:49.772" v="12090" actId="1076"/>
          <ac:cxnSpMkLst>
            <pc:docMk/>
            <pc:sldMk cId="3985820544" sldId="1305"/>
            <ac:cxnSpMk id="13" creationId="{55D7EAB7-965D-5934-7004-504E50BFD51D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8:06:23.248" v="12321" actId="478"/>
        <pc:sldMkLst>
          <pc:docMk/>
          <pc:sldMk cId="1999665129" sldId="1306"/>
        </pc:sldMkLst>
        <pc:spChg chg="mod">
          <ac:chgData name="정지윤" userId="02c42eeb-3573-4fe0-87af-c4a597b73e9f" providerId="ADAL" clId="{9FBACC46-319B-4421-86B7-F535C5B48135}" dt="2023-11-01T07:56:05.244" v="12205" actId="20577"/>
          <ac:spMkLst>
            <pc:docMk/>
            <pc:sldMk cId="1999665129" sldId="1306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1T08:06:23.248" v="12321" actId="478"/>
          <ac:spMkLst>
            <pc:docMk/>
            <pc:sldMk cId="1999665129" sldId="1306"/>
            <ac:spMk id="12" creationId="{6BCB12D8-F127-CE7E-743C-F135631BE2F1}"/>
          </ac:spMkLst>
        </pc:spChg>
        <pc:graphicFrameChg chg="modGraphic">
          <ac:chgData name="정지윤" userId="02c42eeb-3573-4fe0-87af-c4a597b73e9f" providerId="ADAL" clId="{9FBACC46-319B-4421-86B7-F535C5B48135}" dt="2023-11-01T07:58:14.887" v="12253" actId="20577"/>
          <ac:graphicFrameMkLst>
            <pc:docMk/>
            <pc:sldMk cId="1999665129" sldId="1306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1T08:06:17.187" v="12319" actId="478"/>
          <ac:picMkLst>
            <pc:docMk/>
            <pc:sldMk cId="1999665129" sldId="1306"/>
            <ac:picMk id="4" creationId="{B2ED54DA-FD69-0C91-04C3-AF44451F374B}"/>
          </ac:picMkLst>
        </pc:picChg>
        <pc:picChg chg="add mod ord modCrop">
          <ac:chgData name="정지윤" userId="02c42eeb-3573-4fe0-87af-c4a597b73e9f" providerId="ADAL" clId="{9FBACC46-319B-4421-86B7-F535C5B48135}" dt="2023-11-01T08:06:14.155" v="12318" actId="167"/>
          <ac:picMkLst>
            <pc:docMk/>
            <pc:sldMk cId="1999665129" sldId="1306"/>
            <ac:picMk id="6" creationId="{DACEEA04-64D3-2E56-5C04-1F6436E7646B}"/>
          </ac:picMkLst>
        </pc:picChg>
        <pc:cxnChg chg="del">
          <ac:chgData name="정지윤" userId="02c42eeb-3573-4fe0-87af-c4a597b73e9f" providerId="ADAL" clId="{9FBACC46-319B-4421-86B7-F535C5B48135}" dt="2023-11-01T08:06:20.111" v="12320" actId="478"/>
          <ac:cxnSpMkLst>
            <pc:docMk/>
            <pc:sldMk cId="1999665129" sldId="1306"/>
            <ac:cxnSpMk id="13" creationId="{55D7EAB7-965D-5934-7004-504E50BFD51D}"/>
          </ac:cxnSpMkLst>
        </pc:cxnChg>
      </pc:sldChg>
      <pc:sldChg chg="delSp modSp add mod">
        <pc:chgData name="정지윤" userId="02c42eeb-3573-4fe0-87af-c4a597b73e9f" providerId="ADAL" clId="{9FBACC46-319B-4421-86B7-F535C5B48135}" dt="2023-11-01T07:59:32.263" v="12298" actId="478"/>
        <pc:sldMkLst>
          <pc:docMk/>
          <pc:sldMk cId="3511711499" sldId="1307"/>
        </pc:sldMkLst>
        <pc:spChg chg="mod">
          <ac:chgData name="정지윤" userId="02c42eeb-3573-4fe0-87af-c4a597b73e9f" providerId="ADAL" clId="{9FBACC46-319B-4421-86B7-F535C5B48135}" dt="2023-11-01T07:58:58.720" v="12295" actId="20577"/>
          <ac:spMkLst>
            <pc:docMk/>
            <pc:sldMk cId="3511711499" sldId="1307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1T07:59:32.263" v="12298" actId="478"/>
          <ac:spMkLst>
            <pc:docMk/>
            <pc:sldMk cId="3511711499" sldId="1307"/>
            <ac:spMk id="12" creationId="{6BCB12D8-F127-CE7E-743C-F135631BE2F1}"/>
          </ac:spMkLst>
        </pc:spChg>
        <pc:graphicFrameChg chg="modGraphic">
          <ac:chgData name="정지윤" userId="02c42eeb-3573-4fe0-87af-c4a597b73e9f" providerId="ADAL" clId="{9FBACC46-319B-4421-86B7-F535C5B48135}" dt="2023-11-01T07:58:10.949" v="12249" actId="20577"/>
          <ac:graphicFrameMkLst>
            <pc:docMk/>
            <pc:sldMk cId="3511711499" sldId="1307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1T07:59:32.263" v="12298" actId="478"/>
          <ac:picMkLst>
            <pc:docMk/>
            <pc:sldMk cId="3511711499" sldId="1307"/>
            <ac:picMk id="4" creationId="{B2ED54DA-FD69-0C91-04C3-AF44451F374B}"/>
          </ac:picMkLst>
        </pc:picChg>
        <pc:cxnChg chg="del">
          <ac:chgData name="정지윤" userId="02c42eeb-3573-4fe0-87af-c4a597b73e9f" providerId="ADAL" clId="{9FBACC46-319B-4421-86B7-F535C5B48135}" dt="2023-11-01T07:59:32.263" v="12298" actId="478"/>
          <ac:cxnSpMkLst>
            <pc:docMk/>
            <pc:sldMk cId="3511711499" sldId="1307"/>
            <ac:cxnSpMk id="13" creationId="{55D7EAB7-965D-5934-7004-504E50BFD51D}"/>
          </ac:cxnSpMkLst>
        </pc:cxnChg>
      </pc:sldChg>
      <pc:sldChg chg="add">
        <pc:chgData name="정지윤" userId="02c42eeb-3573-4fe0-87af-c4a597b73e9f" providerId="ADAL" clId="{9FBACC46-319B-4421-86B7-F535C5B48135}" dt="2023-11-01T07:59:34.545" v="12299"/>
        <pc:sldMkLst>
          <pc:docMk/>
          <pc:sldMk cId="2808743734" sldId="1308"/>
        </pc:sldMkLst>
      </pc:sldChg>
      <pc:sldChg chg="addSp delSp add mod">
        <pc:chgData name="정지윤" userId="02c42eeb-3573-4fe0-87af-c4a597b73e9f" providerId="ADAL" clId="{9FBACC46-319B-4421-86B7-F535C5B48135}" dt="2023-11-01T08:00:19.113" v="12303" actId="22"/>
        <pc:sldMkLst>
          <pc:docMk/>
          <pc:sldMk cId="3816198893" sldId="1309"/>
        </pc:sldMkLst>
        <pc:spChg chg="add del">
          <ac:chgData name="정지윤" userId="02c42eeb-3573-4fe0-87af-c4a597b73e9f" providerId="ADAL" clId="{9FBACC46-319B-4421-86B7-F535C5B48135}" dt="2023-11-01T08:00:19.113" v="12303" actId="22"/>
          <ac:spMkLst>
            <pc:docMk/>
            <pc:sldMk cId="3816198893" sldId="1309"/>
            <ac:spMk id="5" creationId="{DEE1684C-26C9-10BA-4C3C-6C08E47EE783}"/>
          </ac:spMkLst>
        </pc:spChg>
      </pc:sldChg>
      <pc:sldChg chg="addSp delSp modSp add mod">
        <pc:chgData name="정지윤" userId="02c42eeb-3573-4fe0-87af-c4a597b73e9f" providerId="ADAL" clId="{9FBACC46-319B-4421-86B7-F535C5B48135}" dt="2023-11-01T08:08:18.177" v="12348" actId="6549"/>
        <pc:sldMkLst>
          <pc:docMk/>
          <pc:sldMk cId="2128605699" sldId="1310"/>
        </pc:sldMkLst>
        <pc:spChg chg="mod">
          <ac:chgData name="정지윤" userId="02c42eeb-3573-4fe0-87af-c4a597b73e9f" providerId="ADAL" clId="{9FBACC46-319B-4421-86B7-F535C5B48135}" dt="2023-11-01T08:08:01.838" v="12344"/>
          <ac:spMkLst>
            <pc:docMk/>
            <pc:sldMk cId="2128605699" sldId="1310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1T08:07:43.883" v="12342" actId="1076"/>
          <ac:spMkLst>
            <pc:docMk/>
            <pc:sldMk cId="2128605699" sldId="1310"/>
            <ac:spMk id="8" creationId="{EE0A2FEB-4E38-A34C-B499-995A30C59F2E}"/>
          </ac:spMkLst>
        </pc:spChg>
        <pc:graphicFrameChg chg="modGraphic">
          <ac:chgData name="정지윤" userId="02c42eeb-3573-4fe0-87af-c4a597b73e9f" providerId="ADAL" clId="{9FBACC46-319B-4421-86B7-F535C5B48135}" dt="2023-11-01T08:08:18.177" v="12348" actId="6549"/>
          <ac:graphicFrameMkLst>
            <pc:docMk/>
            <pc:sldMk cId="2128605699" sldId="1310"/>
            <ac:graphicFrameMk id="3" creationId="{EB5E6BEF-7528-22F3-81D3-C88DBE43847E}"/>
          </ac:graphicFrameMkLst>
        </pc:graphicFrameChg>
        <pc:picChg chg="add del mod">
          <ac:chgData name="정지윤" userId="02c42eeb-3573-4fe0-87af-c4a597b73e9f" providerId="ADAL" clId="{9FBACC46-319B-4421-86B7-F535C5B48135}" dt="2023-11-01T08:07:18.072" v="12335" actId="478"/>
          <ac:picMkLst>
            <pc:docMk/>
            <pc:sldMk cId="2128605699" sldId="1310"/>
            <ac:picMk id="4" creationId="{18E8C017-FEDF-D7FB-4C82-B781C8694261}"/>
          </ac:picMkLst>
        </pc:picChg>
        <pc:picChg chg="add mod ord modCrop">
          <ac:chgData name="정지윤" userId="02c42eeb-3573-4fe0-87af-c4a597b73e9f" providerId="ADAL" clId="{9FBACC46-319B-4421-86B7-F535C5B48135}" dt="2023-11-01T08:07:43.883" v="12342" actId="1076"/>
          <ac:picMkLst>
            <pc:docMk/>
            <pc:sldMk cId="2128605699" sldId="1310"/>
            <ac:picMk id="6" creationId="{21B64409-DE3F-5B3F-D367-519954288690}"/>
          </ac:picMkLst>
        </pc:picChg>
        <pc:cxnChg chg="add mod">
          <ac:chgData name="정지윤" userId="02c42eeb-3573-4fe0-87af-c4a597b73e9f" providerId="ADAL" clId="{9FBACC46-319B-4421-86B7-F535C5B48135}" dt="2023-11-01T08:07:43.883" v="12342" actId="1076"/>
          <ac:cxnSpMkLst>
            <pc:docMk/>
            <pc:sldMk cId="2128605699" sldId="1310"/>
            <ac:cxnSpMk id="10" creationId="{DEEA7467-C122-76A9-C1B5-59427B82C25A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2T06:41:39.100" v="16502"/>
        <pc:sldMkLst>
          <pc:docMk/>
          <pc:sldMk cId="3199713195" sldId="1311"/>
        </pc:sldMkLst>
        <pc:spChg chg="mod">
          <ac:chgData name="정지윤" userId="02c42eeb-3573-4fe0-87af-c4a597b73e9f" providerId="ADAL" clId="{9FBACC46-319B-4421-86B7-F535C5B48135}" dt="2023-11-02T04:11:37.677" v="12518" actId="13926"/>
          <ac:spMkLst>
            <pc:docMk/>
            <pc:sldMk cId="3199713195" sldId="1311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2T04:10:56.901" v="12504" actId="14100"/>
          <ac:spMkLst>
            <pc:docMk/>
            <pc:sldMk cId="3199713195" sldId="1311"/>
            <ac:spMk id="8" creationId="{A4E376CF-9A5D-400C-5FCA-8B7A01928FBC}"/>
          </ac:spMkLst>
        </pc:spChg>
        <pc:spChg chg="add mod">
          <ac:chgData name="정지윤" userId="02c42eeb-3573-4fe0-87af-c4a597b73e9f" providerId="ADAL" clId="{9FBACC46-319B-4421-86B7-F535C5B48135}" dt="2023-11-02T06:41:39.100" v="16502"/>
          <ac:spMkLst>
            <pc:docMk/>
            <pc:sldMk cId="3199713195" sldId="1311"/>
            <ac:spMk id="10" creationId="{5F35D5E3-0F39-8097-508C-0B3EE3C6B26A}"/>
          </ac:spMkLst>
        </pc:spChg>
        <pc:graphicFrameChg chg="modGraphic">
          <ac:chgData name="정지윤" userId="02c42eeb-3573-4fe0-87af-c4a597b73e9f" providerId="ADAL" clId="{9FBACC46-319B-4421-86B7-F535C5B48135}" dt="2023-11-02T04:11:56.751" v="12522" actId="20577"/>
          <ac:graphicFrameMkLst>
            <pc:docMk/>
            <pc:sldMk cId="3199713195" sldId="1311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2T04:10:47.356" v="12500" actId="167"/>
          <ac:picMkLst>
            <pc:docMk/>
            <pc:sldMk cId="3199713195" sldId="1311"/>
            <ac:picMk id="5" creationId="{102A4DA1-B13B-4B12-3360-80A25109E23C}"/>
          </ac:picMkLst>
        </pc:picChg>
        <pc:picChg chg="add del">
          <ac:chgData name="정지윤" userId="02c42eeb-3573-4fe0-87af-c4a597b73e9f" providerId="ADAL" clId="{9FBACC46-319B-4421-86B7-F535C5B48135}" dt="2023-11-02T06:41:28.916" v="16501" actId="22"/>
          <ac:picMkLst>
            <pc:docMk/>
            <pc:sldMk cId="3199713195" sldId="1311"/>
            <ac:picMk id="6" creationId="{3EF13005-0FB6-D721-6B03-59E68360CD20}"/>
          </ac:picMkLst>
        </pc:picChg>
        <pc:picChg chg="del">
          <ac:chgData name="정지윤" userId="02c42eeb-3573-4fe0-87af-c4a597b73e9f" providerId="ADAL" clId="{9FBACC46-319B-4421-86B7-F535C5B48135}" dt="2023-11-02T04:10:48.411" v="12501" actId="478"/>
          <ac:picMkLst>
            <pc:docMk/>
            <pc:sldMk cId="3199713195" sldId="1311"/>
            <ac:picMk id="6" creationId="{DACEEA04-64D3-2E56-5C04-1F6436E7646B}"/>
          </ac:picMkLst>
        </pc:picChg>
        <pc:cxnChg chg="add mod">
          <ac:chgData name="정지윤" userId="02c42eeb-3573-4fe0-87af-c4a597b73e9f" providerId="ADAL" clId="{9FBACC46-319B-4421-86B7-F535C5B48135}" dt="2023-11-02T04:18:00.910" v="12722" actId="1076"/>
          <ac:cxnSpMkLst>
            <pc:docMk/>
            <pc:sldMk cId="3199713195" sldId="1311"/>
            <ac:cxnSpMk id="9" creationId="{F567542D-D9DB-707B-D038-870DAE9BD21A}"/>
          </ac:cxnSpMkLst>
        </pc:cxnChg>
      </pc:sldChg>
      <pc:sldChg chg="add del">
        <pc:chgData name="정지윤" userId="02c42eeb-3573-4fe0-87af-c4a597b73e9f" providerId="ADAL" clId="{9FBACC46-319B-4421-86B7-F535C5B48135}" dt="2023-11-01T08:06:32.096" v="12323"/>
        <pc:sldMkLst>
          <pc:docMk/>
          <pc:sldMk cId="4006206064" sldId="1311"/>
        </pc:sldMkLst>
      </pc:sldChg>
      <pc:sldChg chg="addSp delSp modSp add mod">
        <pc:chgData name="정지윤" userId="02c42eeb-3573-4fe0-87af-c4a597b73e9f" providerId="ADAL" clId="{9FBACC46-319B-4421-86B7-F535C5B48135}" dt="2023-11-02T06:41:39.679" v="16503"/>
        <pc:sldMkLst>
          <pc:docMk/>
          <pc:sldMk cId="780203822" sldId="1312"/>
        </pc:sldMkLst>
        <pc:spChg chg="add mod">
          <ac:chgData name="정지윤" userId="02c42eeb-3573-4fe0-87af-c4a597b73e9f" providerId="ADAL" clId="{9FBACC46-319B-4421-86B7-F535C5B48135}" dt="2023-11-02T06:41:39.679" v="16503"/>
          <ac:spMkLst>
            <pc:docMk/>
            <pc:sldMk cId="780203822" sldId="1312"/>
            <ac:spMk id="4" creationId="{51784240-C42A-7011-FCFD-8C807F829406}"/>
          </ac:spMkLst>
        </pc:spChg>
        <pc:spChg chg="mod">
          <ac:chgData name="정지윤" userId="02c42eeb-3573-4fe0-87af-c4a597b73e9f" providerId="ADAL" clId="{9FBACC46-319B-4421-86B7-F535C5B48135}" dt="2023-11-02T04:14:04.176" v="12690" actId="20577"/>
          <ac:spMkLst>
            <pc:docMk/>
            <pc:sldMk cId="780203822" sldId="1312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2T04:13:45.589" v="12539" actId="14100"/>
          <ac:spMkLst>
            <pc:docMk/>
            <pc:sldMk cId="780203822" sldId="1312"/>
            <ac:spMk id="8" creationId="{BDE1CE57-9D3E-B1E1-8199-67C35B27B687}"/>
          </ac:spMkLst>
        </pc:spChg>
        <pc:graphicFrameChg chg="modGraphic">
          <ac:chgData name="정지윤" userId="02c42eeb-3573-4fe0-87af-c4a597b73e9f" providerId="ADAL" clId="{9FBACC46-319B-4421-86B7-F535C5B48135}" dt="2023-11-02T04:14:34.408" v="12695" actId="20577"/>
          <ac:graphicFrameMkLst>
            <pc:docMk/>
            <pc:sldMk cId="780203822" sldId="1312"/>
            <ac:graphicFrameMk id="3" creationId="{EB5E6BEF-7528-22F3-81D3-C88DBE43847E}"/>
          </ac:graphicFrameMkLst>
        </pc:graphicFrameChg>
        <pc:picChg chg="add mod modCrop">
          <ac:chgData name="정지윤" userId="02c42eeb-3573-4fe0-87af-c4a597b73e9f" providerId="ADAL" clId="{9FBACC46-319B-4421-86B7-F535C5B48135}" dt="2023-11-02T04:13:33.038" v="12533" actId="1076"/>
          <ac:picMkLst>
            <pc:docMk/>
            <pc:sldMk cId="780203822" sldId="1312"/>
            <ac:picMk id="5" creationId="{7FCE897A-AE82-0C2F-A4B3-C5AAFBA91DB3}"/>
          </ac:picMkLst>
        </pc:picChg>
        <pc:picChg chg="del">
          <ac:chgData name="정지윤" userId="02c42eeb-3573-4fe0-87af-c4a597b73e9f" providerId="ADAL" clId="{9FBACC46-319B-4421-86B7-F535C5B48135}" dt="2023-11-02T04:13:35.111" v="12534" actId="478"/>
          <ac:picMkLst>
            <pc:docMk/>
            <pc:sldMk cId="780203822" sldId="1312"/>
            <ac:picMk id="6" creationId="{DACEEA04-64D3-2E56-5C04-1F6436E7646B}"/>
          </ac:picMkLst>
        </pc:picChg>
        <pc:cxnChg chg="add mod">
          <ac:chgData name="정지윤" userId="02c42eeb-3573-4fe0-87af-c4a597b73e9f" providerId="ADAL" clId="{9FBACC46-319B-4421-86B7-F535C5B48135}" dt="2023-11-02T04:18:04.301" v="12724" actId="1076"/>
          <ac:cxnSpMkLst>
            <pc:docMk/>
            <pc:sldMk cId="780203822" sldId="1312"/>
            <ac:cxnSpMk id="9" creationId="{C5934D54-D247-1547-9AAC-9E18FA6410F6}"/>
          </ac:cxnSpMkLst>
        </pc:cxnChg>
      </pc:sldChg>
      <pc:sldChg chg="add del">
        <pc:chgData name="정지윤" userId="02c42eeb-3573-4fe0-87af-c4a597b73e9f" providerId="ADAL" clId="{9FBACC46-319B-4421-86B7-F535C5B48135}" dt="2023-11-02T02:21:54.701" v="12389" actId="47"/>
        <pc:sldMkLst>
          <pc:docMk/>
          <pc:sldMk cId="1143616031" sldId="1312"/>
        </pc:sldMkLst>
      </pc:sldChg>
      <pc:sldChg chg="addSp delSp modSp add mod">
        <pc:chgData name="정지윤" userId="02c42eeb-3573-4fe0-87af-c4a597b73e9f" providerId="ADAL" clId="{9FBACC46-319B-4421-86B7-F535C5B48135}" dt="2023-11-02T06:41:42.518" v="16505"/>
        <pc:sldMkLst>
          <pc:docMk/>
          <pc:sldMk cId="1030202963" sldId="1313"/>
        </pc:sldMkLst>
        <pc:spChg chg="add mod">
          <ac:chgData name="정지윤" userId="02c42eeb-3573-4fe0-87af-c4a597b73e9f" providerId="ADAL" clId="{9FBACC46-319B-4421-86B7-F535C5B48135}" dt="2023-11-02T06:41:42.518" v="16505"/>
          <ac:spMkLst>
            <pc:docMk/>
            <pc:sldMk cId="1030202963" sldId="1313"/>
            <ac:spMk id="4" creationId="{80092168-043B-866A-38AC-2837B5B87CE4}"/>
          </ac:spMkLst>
        </pc:spChg>
        <pc:spChg chg="mod">
          <ac:chgData name="정지윤" userId="02c42eeb-3573-4fe0-87af-c4a597b73e9f" providerId="ADAL" clId="{9FBACC46-319B-4421-86B7-F535C5B48135}" dt="2023-11-02T04:18:46.615" v="12734"/>
          <ac:spMkLst>
            <pc:docMk/>
            <pc:sldMk cId="1030202963" sldId="1313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4:18:10.517" v="12727" actId="14100"/>
          <ac:spMkLst>
            <pc:docMk/>
            <pc:sldMk cId="1030202963" sldId="1313"/>
            <ac:spMk id="8" creationId="{BDE1CE57-9D3E-B1E1-8199-67C35B27B687}"/>
          </ac:spMkLst>
        </pc:spChg>
        <pc:spChg chg="add mod">
          <ac:chgData name="정지윤" userId="02c42eeb-3573-4fe0-87af-c4a597b73e9f" providerId="ADAL" clId="{9FBACC46-319B-4421-86B7-F535C5B48135}" dt="2023-11-02T04:18:14.901" v="12729" actId="14100"/>
          <ac:spMkLst>
            <pc:docMk/>
            <pc:sldMk cId="1030202963" sldId="1313"/>
            <ac:spMk id="10" creationId="{1822C386-70BC-3782-43D7-684664E30C9C}"/>
          </ac:spMkLst>
        </pc:spChg>
        <pc:graphicFrameChg chg="mod modGraphic">
          <ac:chgData name="정지윤" userId="02c42eeb-3573-4fe0-87af-c4a597b73e9f" providerId="ADAL" clId="{9FBACC46-319B-4421-86B7-F535C5B48135}" dt="2023-11-02T04:19:58.317" v="12737" actId="6549"/>
          <ac:graphicFrameMkLst>
            <pc:docMk/>
            <pc:sldMk cId="1030202963" sldId="1313"/>
            <ac:graphicFrameMk id="3" creationId="{EB5E6BEF-7528-22F3-81D3-C88DBE43847E}"/>
          </ac:graphicFrameMkLst>
        </pc:graphicFrameChg>
        <pc:picChg chg="add del">
          <ac:chgData name="정지윤" userId="02c42eeb-3573-4fe0-87af-c4a597b73e9f" providerId="ADAL" clId="{9FBACC46-319B-4421-86B7-F535C5B48135}" dt="2023-11-02T04:17:50.238" v="12719" actId="478"/>
          <ac:picMkLst>
            <pc:docMk/>
            <pc:sldMk cId="1030202963" sldId="1313"/>
            <ac:picMk id="5" creationId="{7FCE897A-AE82-0C2F-A4B3-C5AAFBA91DB3}"/>
          </ac:picMkLst>
        </pc:picChg>
        <pc:picChg chg="add mod ord modCrop">
          <ac:chgData name="정지윤" userId="02c42eeb-3573-4fe0-87af-c4a597b73e9f" providerId="ADAL" clId="{9FBACC46-319B-4421-86B7-F535C5B48135}" dt="2023-11-02T04:17:49.059" v="12718" actId="167"/>
          <ac:picMkLst>
            <pc:docMk/>
            <pc:sldMk cId="1030202963" sldId="1313"/>
            <ac:picMk id="6" creationId="{9DAFC278-1E13-0CAF-D0BC-97244DBE1380}"/>
          </ac:picMkLst>
        </pc:picChg>
        <pc:cxnChg chg="add mod">
          <ac:chgData name="정지윤" userId="02c42eeb-3573-4fe0-87af-c4a597b73e9f" providerId="ADAL" clId="{9FBACC46-319B-4421-86B7-F535C5B48135}" dt="2023-11-02T04:18:21.765" v="12732" actId="1076"/>
          <ac:cxnSpMkLst>
            <pc:docMk/>
            <pc:sldMk cId="1030202963" sldId="1313"/>
            <ac:cxnSpMk id="9" creationId="{A4F047C7-9750-C387-A3F6-9032E7CCC4D7}"/>
          </ac:cxnSpMkLst>
        </pc:cxnChg>
        <pc:cxnChg chg="add mod">
          <ac:chgData name="정지윤" userId="02c42eeb-3573-4fe0-87af-c4a597b73e9f" providerId="ADAL" clId="{9FBACC46-319B-4421-86B7-F535C5B48135}" dt="2023-11-02T04:18:23.237" v="12733" actId="571"/>
          <ac:cxnSpMkLst>
            <pc:docMk/>
            <pc:sldMk cId="1030202963" sldId="1313"/>
            <ac:cxnSpMk id="12" creationId="{B38A93F0-25E8-A5F9-035B-57BE3A2E9927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8:18:32.106" v="12386" actId="20577"/>
        <pc:sldMkLst>
          <pc:docMk/>
          <pc:sldMk cId="1408642208" sldId="1313"/>
        </pc:sldMkLst>
        <pc:spChg chg="mod">
          <ac:chgData name="정지윤" userId="02c42eeb-3573-4fe0-87af-c4a597b73e9f" providerId="ADAL" clId="{9FBACC46-319B-4421-86B7-F535C5B48135}" dt="2023-11-01T08:18:26.736" v="12382" actId="20577"/>
          <ac:spMkLst>
            <pc:docMk/>
            <pc:sldMk cId="1408642208" sldId="1313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1T08:18:23.504" v="12363" actId="478"/>
          <ac:spMkLst>
            <pc:docMk/>
            <pc:sldMk cId="1408642208" sldId="1313"/>
            <ac:spMk id="12" creationId="{6BCB12D8-F127-CE7E-743C-F135631BE2F1}"/>
          </ac:spMkLst>
        </pc:spChg>
        <pc:graphicFrameChg chg="modGraphic">
          <ac:chgData name="정지윤" userId="02c42eeb-3573-4fe0-87af-c4a597b73e9f" providerId="ADAL" clId="{9FBACC46-319B-4421-86B7-F535C5B48135}" dt="2023-11-01T08:18:32.106" v="12386" actId="20577"/>
          <ac:graphicFrameMkLst>
            <pc:docMk/>
            <pc:sldMk cId="1408642208" sldId="1313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8:18:19.587" v="12361" actId="167"/>
          <ac:picMkLst>
            <pc:docMk/>
            <pc:sldMk cId="1408642208" sldId="1313"/>
            <ac:picMk id="5" creationId="{D1138967-8FD9-64D2-7395-4899757F2CF2}"/>
          </ac:picMkLst>
        </pc:picChg>
        <pc:picChg chg="del">
          <ac:chgData name="정지윤" userId="02c42eeb-3573-4fe0-87af-c4a597b73e9f" providerId="ADAL" clId="{9FBACC46-319B-4421-86B7-F535C5B48135}" dt="2023-11-01T08:18:20.736" v="12362" actId="478"/>
          <ac:picMkLst>
            <pc:docMk/>
            <pc:sldMk cId="1408642208" sldId="1313"/>
            <ac:picMk id="6" creationId="{D95790A3-F101-2A17-C82F-C3E899B7EFC9}"/>
          </ac:picMkLst>
        </pc:picChg>
        <pc:cxnChg chg="del">
          <ac:chgData name="정지윤" userId="02c42eeb-3573-4fe0-87af-c4a597b73e9f" providerId="ADAL" clId="{9FBACC46-319B-4421-86B7-F535C5B48135}" dt="2023-11-01T08:18:23.504" v="12363" actId="478"/>
          <ac:cxnSpMkLst>
            <pc:docMk/>
            <pc:sldMk cId="1408642208" sldId="1313"/>
            <ac:cxnSpMk id="13" creationId="{55D7EAB7-965D-5934-7004-504E50BFD51D}"/>
          </ac:cxnSpMkLst>
        </pc:cxnChg>
      </pc:sldChg>
      <pc:sldChg chg="add del">
        <pc:chgData name="정지윤" userId="02c42eeb-3573-4fe0-87af-c4a597b73e9f" providerId="ADAL" clId="{9FBACC46-319B-4421-86B7-F535C5B48135}" dt="2023-11-02T04:11:59.339" v="12523" actId="47"/>
        <pc:sldMkLst>
          <pc:docMk/>
          <pc:sldMk cId="2004489168" sldId="1313"/>
        </pc:sldMkLst>
      </pc:sldChg>
      <pc:sldChg chg="add del">
        <pc:chgData name="정지윤" userId="02c42eeb-3573-4fe0-87af-c4a597b73e9f" providerId="ADAL" clId="{9FBACC46-319B-4421-86B7-F535C5B48135}" dt="2023-11-02T04:14:36.414" v="12696" actId="47"/>
        <pc:sldMkLst>
          <pc:docMk/>
          <pc:sldMk cId="3621109027" sldId="1313"/>
        </pc:sldMkLst>
      </pc:sldChg>
      <pc:sldChg chg="addSp delSp modSp add mod ord">
        <pc:chgData name="정지윤" userId="02c42eeb-3573-4fe0-87af-c4a597b73e9f" providerId="ADAL" clId="{9FBACC46-319B-4421-86B7-F535C5B48135}" dt="2023-11-02T06:41:41.169" v="16504"/>
        <pc:sldMkLst>
          <pc:docMk/>
          <pc:sldMk cId="1364553854" sldId="1314"/>
        </pc:sldMkLst>
        <pc:spChg chg="add mod">
          <ac:chgData name="정지윤" userId="02c42eeb-3573-4fe0-87af-c4a597b73e9f" providerId="ADAL" clId="{9FBACC46-319B-4421-86B7-F535C5B48135}" dt="2023-11-02T04:35:29.101" v="14404" actId="14100"/>
          <ac:spMkLst>
            <pc:docMk/>
            <pc:sldMk cId="1364553854" sldId="1314"/>
            <ac:spMk id="4" creationId="{070D0CBE-FF92-1EC7-20F6-E44C4C52DE9F}"/>
          </ac:spMkLst>
        </pc:spChg>
        <pc:spChg chg="add mod">
          <ac:chgData name="정지윤" userId="02c42eeb-3573-4fe0-87af-c4a597b73e9f" providerId="ADAL" clId="{9FBACC46-319B-4421-86B7-F535C5B48135}" dt="2023-11-02T06:41:41.169" v="16504"/>
          <ac:spMkLst>
            <pc:docMk/>
            <pc:sldMk cId="1364553854" sldId="1314"/>
            <ac:spMk id="5" creationId="{14933A9F-284F-FC68-8DEC-5C645D75CFF5}"/>
          </ac:spMkLst>
        </pc:spChg>
        <pc:spChg chg="mod">
          <ac:chgData name="정지윤" userId="02c42eeb-3573-4fe0-87af-c4a597b73e9f" providerId="ADAL" clId="{9FBACC46-319B-4421-86B7-F535C5B48135}" dt="2023-11-02T04:33:32.270" v="14364"/>
          <ac:spMkLst>
            <pc:docMk/>
            <pc:sldMk cId="1364553854" sldId="1314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2T04:20:31.552" v="12749" actId="478"/>
          <ac:spMkLst>
            <pc:docMk/>
            <pc:sldMk cId="1364553854" sldId="1314"/>
            <ac:spMk id="8" creationId="{BDE1CE57-9D3E-B1E1-8199-67C35B27B687}"/>
          </ac:spMkLst>
        </pc:spChg>
        <pc:spChg chg="del">
          <ac:chgData name="정지윤" userId="02c42eeb-3573-4fe0-87af-c4a597b73e9f" providerId="ADAL" clId="{9FBACC46-319B-4421-86B7-F535C5B48135}" dt="2023-11-02T04:20:31.552" v="12749" actId="478"/>
          <ac:spMkLst>
            <pc:docMk/>
            <pc:sldMk cId="1364553854" sldId="1314"/>
            <ac:spMk id="10" creationId="{1822C386-70BC-3782-43D7-684664E30C9C}"/>
          </ac:spMkLst>
        </pc:spChg>
        <pc:spChg chg="add mod">
          <ac:chgData name="정지윤" userId="02c42eeb-3573-4fe0-87af-c4a597b73e9f" providerId="ADAL" clId="{9FBACC46-319B-4421-86B7-F535C5B48135}" dt="2023-11-02T04:33:36.815" v="14365" actId="1076"/>
          <ac:spMkLst>
            <pc:docMk/>
            <pc:sldMk cId="1364553854" sldId="1314"/>
            <ac:spMk id="14" creationId="{3608D8BF-C78B-E52A-E2E4-6342B9970FA9}"/>
          </ac:spMkLst>
        </pc:spChg>
        <pc:spChg chg="add mod">
          <ac:chgData name="정지윤" userId="02c42eeb-3573-4fe0-87af-c4a597b73e9f" providerId="ADAL" clId="{9FBACC46-319B-4421-86B7-F535C5B48135}" dt="2023-11-02T04:34:17.285" v="14385" actId="14100"/>
          <ac:spMkLst>
            <pc:docMk/>
            <pc:sldMk cId="1364553854" sldId="1314"/>
            <ac:spMk id="15" creationId="{0D221897-57DD-137C-9F0A-2A3FD01F9B8F}"/>
          </ac:spMkLst>
        </pc:spChg>
        <pc:spChg chg="add mod">
          <ac:chgData name="정지윤" userId="02c42eeb-3573-4fe0-87af-c4a597b73e9f" providerId="ADAL" clId="{9FBACC46-319B-4421-86B7-F535C5B48135}" dt="2023-11-02T04:34:24.325" v="14388" actId="14100"/>
          <ac:spMkLst>
            <pc:docMk/>
            <pc:sldMk cId="1364553854" sldId="1314"/>
            <ac:spMk id="16" creationId="{E557640C-A3F3-144C-56ED-A225EEF8D5CE}"/>
          </ac:spMkLst>
        </pc:spChg>
        <pc:spChg chg="add mod">
          <ac:chgData name="정지윤" userId="02c42eeb-3573-4fe0-87af-c4a597b73e9f" providerId="ADAL" clId="{9FBACC46-319B-4421-86B7-F535C5B48135}" dt="2023-11-02T04:33:58.399" v="14379" actId="404"/>
          <ac:spMkLst>
            <pc:docMk/>
            <pc:sldMk cId="1364553854" sldId="1314"/>
            <ac:spMk id="17" creationId="{C13F9C0A-DF8F-C733-F3E4-CC0983557B55}"/>
          </ac:spMkLst>
        </pc:spChg>
        <pc:spChg chg="add mod">
          <ac:chgData name="정지윤" userId="02c42eeb-3573-4fe0-87af-c4a597b73e9f" providerId="ADAL" clId="{9FBACC46-319B-4421-86B7-F535C5B48135}" dt="2023-11-02T04:34:34.893" v="14391" actId="1076"/>
          <ac:spMkLst>
            <pc:docMk/>
            <pc:sldMk cId="1364553854" sldId="1314"/>
            <ac:spMk id="18" creationId="{6F025974-F007-8349-E615-5A122DE92744}"/>
          </ac:spMkLst>
        </pc:spChg>
        <pc:spChg chg="add mod">
          <ac:chgData name="정지윤" userId="02c42eeb-3573-4fe0-87af-c4a597b73e9f" providerId="ADAL" clId="{9FBACC46-319B-4421-86B7-F535C5B48135}" dt="2023-11-02T04:34:08.421" v="14382" actId="14100"/>
          <ac:spMkLst>
            <pc:docMk/>
            <pc:sldMk cId="1364553854" sldId="1314"/>
            <ac:spMk id="28" creationId="{F51EBD36-F8B9-796D-EF48-61F916AB99CA}"/>
          </ac:spMkLst>
        </pc:spChg>
        <pc:spChg chg="add mod">
          <ac:chgData name="정지윤" userId="02c42eeb-3573-4fe0-87af-c4a597b73e9f" providerId="ADAL" clId="{9FBACC46-319B-4421-86B7-F535C5B48135}" dt="2023-11-02T04:35:43.846" v="14406" actId="1076"/>
          <ac:spMkLst>
            <pc:docMk/>
            <pc:sldMk cId="1364553854" sldId="1314"/>
            <ac:spMk id="37" creationId="{59926A5F-0610-C959-52BC-0458AE083F98}"/>
          </ac:spMkLst>
        </pc:spChg>
        <pc:spChg chg="add mod">
          <ac:chgData name="정지윤" userId="02c42eeb-3573-4fe0-87af-c4a597b73e9f" providerId="ADAL" clId="{9FBACC46-319B-4421-86B7-F535C5B48135}" dt="2023-11-02T04:35:43.846" v="14406" actId="1076"/>
          <ac:spMkLst>
            <pc:docMk/>
            <pc:sldMk cId="1364553854" sldId="1314"/>
            <ac:spMk id="39" creationId="{F6626096-8111-3019-1B26-3722CC8C0FBE}"/>
          </ac:spMkLst>
        </pc:spChg>
        <pc:graphicFrameChg chg="modGraphic">
          <ac:chgData name="정지윤" userId="02c42eeb-3573-4fe0-87af-c4a597b73e9f" providerId="ADAL" clId="{9FBACC46-319B-4421-86B7-F535C5B48135}" dt="2023-11-02T04:20:03.979" v="12739" actId="6549"/>
          <ac:graphicFrameMkLst>
            <pc:docMk/>
            <pc:sldMk cId="1364553854" sldId="1314"/>
            <ac:graphicFrameMk id="3" creationId="{EB5E6BEF-7528-22F3-81D3-C88DBE43847E}"/>
          </ac:graphicFrameMkLst>
        </pc:graphicFrameChg>
        <pc:picChg chg="add del">
          <ac:chgData name="정지윤" userId="02c42eeb-3573-4fe0-87af-c4a597b73e9f" providerId="ADAL" clId="{9FBACC46-319B-4421-86B7-F535C5B48135}" dt="2023-11-02T04:35:21.889" v="14402" actId="478"/>
          <ac:picMkLst>
            <pc:docMk/>
            <pc:sldMk cId="1364553854" sldId="1314"/>
            <ac:picMk id="6" creationId="{9DAFC278-1E13-0CAF-D0BC-97244DBE1380}"/>
          </ac:picMkLst>
        </pc:picChg>
        <pc:picChg chg="add mod modCrop">
          <ac:chgData name="정지윤" userId="02c42eeb-3573-4fe0-87af-c4a597b73e9f" providerId="ADAL" clId="{9FBACC46-319B-4421-86B7-F535C5B48135}" dt="2023-11-02T04:33:50.579" v="14371" actId="1076"/>
          <ac:picMkLst>
            <pc:docMk/>
            <pc:sldMk cId="1364553854" sldId="1314"/>
            <ac:picMk id="13" creationId="{4DB478C9-5435-E31E-7F8D-C0AB2BBCBC3C}"/>
          </ac:picMkLst>
        </pc:picChg>
        <pc:picChg chg="add mod ord modCrop">
          <ac:chgData name="정지윤" userId="02c42eeb-3573-4fe0-87af-c4a597b73e9f" providerId="ADAL" clId="{9FBACC46-319B-4421-86B7-F535C5B48135}" dt="2023-11-02T04:35:13.760" v="14399" actId="167"/>
          <ac:picMkLst>
            <pc:docMk/>
            <pc:sldMk cId="1364553854" sldId="1314"/>
            <ac:picMk id="36" creationId="{AB298E8F-3DED-FEFE-3CEE-882B85F77C6C}"/>
          </ac:picMkLst>
        </pc:picChg>
        <pc:cxnChg chg="mod">
          <ac:chgData name="정지윤" userId="02c42eeb-3573-4fe0-87af-c4a597b73e9f" providerId="ADAL" clId="{9FBACC46-319B-4421-86B7-F535C5B48135}" dt="2023-11-02T04:35:26.101" v="14403" actId="1076"/>
          <ac:cxnSpMkLst>
            <pc:docMk/>
            <pc:sldMk cId="1364553854" sldId="1314"/>
            <ac:cxnSpMk id="9" creationId="{A4F047C7-9750-C387-A3F6-9032E7CCC4D7}"/>
          </ac:cxnSpMkLst>
        </pc:cxnChg>
        <pc:cxnChg chg="del">
          <ac:chgData name="정지윤" userId="02c42eeb-3573-4fe0-87af-c4a597b73e9f" providerId="ADAL" clId="{9FBACC46-319B-4421-86B7-F535C5B48135}" dt="2023-11-02T04:20:39.219" v="12754" actId="478"/>
          <ac:cxnSpMkLst>
            <pc:docMk/>
            <pc:sldMk cId="1364553854" sldId="1314"/>
            <ac:cxnSpMk id="12" creationId="{B38A93F0-25E8-A5F9-035B-57BE3A2E9927}"/>
          </ac:cxnSpMkLst>
        </pc:cxnChg>
        <pc:cxnChg chg="add del">
          <ac:chgData name="정지윤" userId="02c42eeb-3573-4fe0-87af-c4a597b73e9f" providerId="ADAL" clId="{9FBACC46-319B-4421-86B7-F535C5B48135}" dt="2023-11-02T04:27:03.713" v="13638" actId="478"/>
          <ac:cxnSpMkLst>
            <pc:docMk/>
            <pc:sldMk cId="1364553854" sldId="1314"/>
            <ac:cxnSpMk id="20" creationId="{3BAC8C3C-5980-806A-B1F6-EE8C13863A36}"/>
          </ac:cxnSpMkLst>
        </pc:cxnChg>
        <pc:cxnChg chg="add mod">
          <ac:chgData name="정지윤" userId="02c42eeb-3573-4fe0-87af-c4a597b73e9f" providerId="ADAL" clId="{9FBACC46-319B-4421-86B7-F535C5B48135}" dt="2023-11-02T04:34:24.325" v="14388" actId="14100"/>
          <ac:cxnSpMkLst>
            <pc:docMk/>
            <pc:sldMk cId="1364553854" sldId="1314"/>
            <ac:cxnSpMk id="22" creationId="{2E55B718-C276-A179-8180-9FFD78CFD4EE}"/>
          </ac:cxnSpMkLst>
        </pc:cxnChg>
        <pc:cxnChg chg="add mod">
          <ac:chgData name="정지윤" userId="02c42eeb-3573-4fe0-87af-c4a597b73e9f" providerId="ADAL" clId="{9FBACC46-319B-4421-86B7-F535C5B48135}" dt="2023-11-02T04:34:28.470" v="14389" actId="1076"/>
          <ac:cxnSpMkLst>
            <pc:docMk/>
            <pc:sldMk cId="1364553854" sldId="1314"/>
            <ac:cxnSpMk id="26" creationId="{10C556B5-4FD2-C73F-E74E-E4F6C26C6C61}"/>
          </ac:cxnSpMkLst>
        </pc:cxnChg>
        <pc:cxnChg chg="add mod">
          <ac:chgData name="정지윤" userId="02c42eeb-3573-4fe0-87af-c4a597b73e9f" providerId="ADAL" clId="{9FBACC46-319B-4421-86B7-F535C5B48135}" dt="2023-11-02T04:34:09.621" v="14383" actId="1076"/>
          <ac:cxnSpMkLst>
            <pc:docMk/>
            <pc:sldMk cId="1364553854" sldId="1314"/>
            <ac:cxnSpMk id="29" creationId="{5EBBCC5D-2AC9-EE00-1B6D-319B61C602AE}"/>
          </ac:cxnSpMkLst>
        </pc:cxnChg>
        <pc:cxnChg chg="add mod">
          <ac:chgData name="정지윤" userId="02c42eeb-3573-4fe0-87af-c4a597b73e9f" providerId="ADAL" clId="{9FBACC46-319B-4421-86B7-F535C5B48135}" dt="2023-11-02T04:35:43.846" v="14406" actId="1076"/>
          <ac:cxnSpMkLst>
            <pc:docMk/>
            <pc:sldMk cId="1364553854" sldId="1314"/>
            <ac:cxnSpMk id="38" creationId="{2AD6DEDB-B06C-A439-475E-1B55E2CA5B85}"/>
          </ac:cxnSpMkLst>
        </pc:cxnChg>
        <pc:cxnChg chg="add mod">
          <ac:chgData name="정지윤" userId="02c42eeb-3573-4fe0-87af-c4a597b73e9f" providerId="ADAL" clId="{9FBACC46-319B-4421-86B7-F535C5B48135}" dt="2023-11-02T04:35:43.846" v="14406" actId="1076"/>
          <ac:cxnSpMkLst>
            <pc:docMk/>
            <pc:sldMk cId="1364553854" sldId="1314"/>
            <ac:cxnSpMk id="40" creationId="{E0BBFFA5-44CD-9FD4-184B-5C5E0CBC867C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2T06:41:43.555" v="16506"/>
        <pc:sldMkLst>
          <pc:docMk/>
          <pc:sldMk cId="1507145212" sldId="1315"/>
        </pc:sldMkLst>
        <pc:spChg chg="add mod">
          <ac:chgData name="정지윤" userId="02c42eeb-3573-4fe0-87af-c4a597b73e9f" providerId="ADAL" clId="{9FBACC46-319B-4421-86B7-F535C5B48135}" dt="2023-11-02T06:41:43.555" v="16506"/>
          <ac:spMkLst>
            <pc:docMk/>
            <pc:sldMk cId="1507145212" sldId="1315"/>
            <ac:spMk id="4" creationId="{B43B33E1-F91E-15DC-56BF-625BA6BE3FF2}"/>
          </ac:spMkLst>
        </pc:spChg>
        <pc:spChg chg="mod">
          <ac:chgData name="정지윤" userId="02c42eeb-3573-4fe0-87af-c4a597b73e9f" providerId="ADAL" clId="{9FBACC46-319B-4421-86B7-F535C5B48135}" dt="2023-11-02T04:36:59.729" v="14423"/>
          <ac:spMkLst>
            <pc:docMk/>
            <pc:sldMk cId="1507145212" sldId="1315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2T04:36:43.992" v="14419" actId="478"/>
          <ac:spMkLst>
            <pc:docMk/>
            <pc:sldMk cId="1507145212" sldId="1315"/>
            <ac:spMk id="8" creationId="{BDE1CE57-9D3E-B1E1-8199-67C35B27B687}"/>
          </ac:spMkLst>
        </pc:spChg>
        <pc:spChg chg="mod">
          <ac:chgData name="정지윤" userId="02c42eeb-3573-4fe0-87af-c4a597b73e9f" providerId="ADAL" clId="{9FBACC46-319B-4421-86B7-F535C5B48135}" dt="2023-11-02T04:36:50.405" v="14421" actId="14100"/>
          <ac:spMkLst>
            <pc:docMk/>
            <pc:sldMk cId="1507145212" sldId="1315"/>
            <ac:spMk id="10" creationId="{1822C386-70BC-3782-43D7-684664E30C9C}"/>
          </ac:spMkLst>
        </pc:spChg>
        <pc:graphicFrameChg chg="modGraphic">
          <ac:chgData name="정지윤" userId="02c42eeb-3573-4fe0-87af-c4a597b73e9f" providerId="ADAL" clId="{9FBACC46-319B-4421-86B7-F535C5B48135}" dt="2023-11-02T04:37:49.617" v="14431" actId="20577"/>
          <ac:graphicFrameMkLst>
            <pc:docMk/>
            <pc:sldMk cId="1507145212" sldId="1315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2T04:36:37.991" v="14417" actId="167"/>
          <ac:picMkLst>
            <pc:docMk/>
            <pc:sldMk cId="1507145212" sldId="1315"/>
            <ac:picMk id="5" creationId="{C60C11A9-BBED-7A32-BC04-3841AD4D0859}"/>
          </ac:picMkLst>
        </pc:picChg>
        <pc:picChg chg="del">
          <ac:chgData name="정지윤" userId="02c42eeb-3573-4fe0-87af-c4a597b73e9f" providerId="ADAL" clId="{9FBACC46-319B-4421-86B7-F535C5B48135}" dt="2023-11-02T04:36:39.305" v="14418" actId="478"/>
          <ac:picMkLst>
            <pc:docMk/>
            <pc:sldMk cId="1507145212" sldId="1315"/>
            <ac:picMk id="6" creationId="{9DAFC278-1E13-0CAF-D0BC-97244DBE1380}"/>
          </ac:picMkLst>
        </pc:picChg>
        <pc:cxnChg chg="del">
          <ac:chgData name="정지윤" userId="02c42eeb-3573-4fe0-87af-c4a597b73e9f" providerId="ADAL" clId="{9FBACC46-319B-4421-86B7-F535C5B48135}" dt="2023-11-02T04:36:43.992" v="14419" actId="478"/>
          <ac:cxnSpMkLst>
            <pc:docMk/>
            <pc:sldMk cId="1507145212" sldId="1315"/>
            <ac:cxnSpMk id="9" creationId="{A4F047C7-9750-C387-A3F6-9032E7CCC4D7}"/>
          </ac:cxnSpMkLst>
        </pc:cxnChg>
        <pc:cxnChg chg="add mod">
          <ac:chgData name="정지윤" userId="02c42eeb-3573-4fe0-87af-c4a597b73e9f" providerId="ADAL" clId="{9FBACC46-319B-4421-86B7-F535C5B48135}" dt="2023-11-02T04:37:27.102" v="14428" actId="1076"/>
          <ac:cxnSpMkLst>
            <pc:docMk/>
            <pc:sldMk cId="1507145212" sldId="1315"/>
            <ac:cxnSpMk id="11" creationId="{83CEBD1D-3853-C04B-4C67-DDB018C08478}"/>
          </ac:cxnSpMkLst>
        </pc:cxnChg>
        <pc:cxnChg chg="del">
          <ac:chgData name="정지윤" userId="02c42eeb-3573-4fe0-87af-c4a597b73e9f" providerId="ADAL" clId="{9FBACC46-319B-4421-86B7-F535C5B48135}" dt="2023-11-02T04:36:43.992" v="14419" actId="478"/>
          <ac:cxnSpMkLst>
            <pc:docMk/>
            <pc:sldMk cId="1507145212" sldId="1315"/>
            <ac:cxnSpMk id="12" creationId="{B38A93F0-25E8-A5F9-035B-57BE3A2E9927}"/>
          </ac:cxnSpMkLst>
        </pc:cxnChg>
      </pc:sldChg>
      <pc:sldChg chg="addSp delSp modSp add del mod ord">
        <pc:chgData name="정지윤" userId="02c42eeb-3573-4fe0-87af-c4a597b73e9f" providerId="ADAL" clId="{9FBACC46-319B-4421-86B7-F535C5B48135}" dt="2023-11-02T04:35:47.502" v="14407" actId="47"/>
        <pc:sldMkLst>
          <pc:docMk/>
          <pc:sldMk cId="2713661350" sldId="1315"/>
        </pc:sldMkLst>
        <pc:spChg chg="mod">
          <ac:chgData name="정지윤" userId="02c42eeb-3573-4fe0-87af-c4a597b73e9f" providerId="ADAL" clId="{9FBACC46-319B-4421-86B7-F535C5B48135}" dt="2023-11-02T04:30:23.003" v="14123" actId="20577"/>
          <ac:spMkLst>
            <pc:docMk/>
            <pc:sldMk cId="2713661350" sldId="1315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4:28:43.677" v="13679" actId="1076"/>
          <ac:spMkLst>
            <pc:docMk/>
            <pc:sldMk cId="2713661350" sldId="1315"/>
            <ac:spMk id="8" creationId="{BDE1CE57-9D3E-B1E1-8199-67C35B27B687}"/>
          </ac:spMkLst>
        </pc:spChg>
        <pc:spChg chg="mod">
          <ac:chgData name="정지윤" userId="02c42eeb-3573-4fe0-87af-c4a597b73e9f" providerId="ADAL" clId="{9FBACC46-319B-4421-86B7-F535C5B48135}" dt="2023-11-02T04:28:43.677" v="13679" actId="1076"/>
          <ac:spMkLst>
            <pc:docMk/>
            <pc:sldMk cId="2713661350" sldId="1315"/>
            <ac:spMk id="10" creationId="{1822C386-70BC-3782-43D7-684664E30C9C}"/>
          </ac:spMkLst>
        </pc:spChg>
        <pc:picChg chg="add mod ord modCrop">
          <ac:chgData name="정지윤" userId="02c42eeb-3573-4fe0-87af-c4a597b73e9f" providerId="ADAL" clId="{9FBACC46-319B-4421-86B7-F535C5B48135}" dt="2023-11-02T04:34:52.109" v="14392" actId="1076"/>
          <ac:picMkLst>
            <pc:docMk/>
            <pc:sldMk cId="2713661350" sldId="1315"/>
            <ac:picMk id="5" creationId="{669E5E0E-B3D2-4C8B-C835-84DEB6476325}"/>
          </ac:picMkLst>
        </pc:picChg>
        <pc:picChg chg="add del">
          <ac:chgData name="정지윤" userId="02c42eeb-3573-4fe0-87af-c4a597b73e9f" providerId="ADAL" clId="{9FBACC46-319B-4421-86B7-F535C5B48135}" dt="2023-11-02T04:28:37.724" v="13677" actId="478"/>
          <ac:picMkLst>
            <pc:docMk/>
            <pc:sldMk cId="2713661350" sldId="1315"/>
            <ac:picMk id="6" creationId="{9DAFC278-1E13-0CAF-D0BC-97244DBE1380}"/>
          </ac:picMkLst>
        </pc:picChg>
        <pc:cxnChg chg="mod">
          <ac:chgData name="정지윤" userId="02c42eeb-3573-4fe0-87af-c4a597b73e9f" providerId="ADAL" clId="{9FBACC46-319B-4421-86B7-F535C5B48135}" dt="2023-11-02T04:28:43.677" v="13679" actId="1076"/>
          <ac:cxnSpMkLst>
            <pc:docMk/>
            <pc:sldMk cId="2713661350" sldId="1315"/>
            <ac:cxnSpMk id="9" creationId="{A4F047C7-9750-C387-A3F6-9032E7CCC4D7}"/>
          </ac:cxnSpMkLst>
        </pc:cxnChg>
        <pc:cxnChg chg="mod">
          <ac:chgData name="정지윤" userId="02c42eeb-3573-4fe0-87af-c4a597b73e9f" providerId="ADAL" clId="{9FBACC46-319B-4421-86B7-F535C5B48135}" dt="2023-11-02T04:28:43.677" v="13679" actId="1076"/>
          <ac:cxnSpMkLst>
            <pc:docMk/>
            <pc:sldMk cId="2713661350" sldId="1315"/>
            <ac:cxnSpMk id="12" creationId="{B38A93F0-25E8-A5F9-035B-57BE3A2E9927}"/>
          </ac:cxnSpMkLst>
        </pc:cxnChg>
      </pc:sldChg>
      <pc:sldChg chg="add del">
        <pc:chgData name="정지윤" userId="02c42eeb-3573-4fe0-87af-c4a597b73e9f" providerId="ADAL" clId="{9FBACC46-319B-4421-86B7-F535C5B48135}" dt="2023-11-02T04:37:28.926" v="14429" actId="47"/>
        <pc:sldMkLst>
          <pc:docMk/>
          <pc:sldMk cId="2595237745" sldId="1316"/>
        </pc:sldMkLst>
      </pc:sldChg>
      <pc:sldChg chg="addSp delSp modSp add mod">
        <pc:chgData name="정지윤" userId="02c42eeb-3573-4fe0-87af-c4a597b73e9f" providerId="ADAL" clId="{9FBACC46-319B-4421-86B7-F535C5B48135}" dt="2023-11-02T06:41:44.748" v="16507"/>
        <pc:sldMkLst>
          <pc:docMk/>
          <pc:sldMk cId="2873122813" sldId="1316"/>
        </pc:sldMkLst>
        <pc:spChg chg="add mod">
          <ac:chgData name="정지윤" userId="02c42eeb-3573-4fe0-87af-c4a597b73e9f" providerId="ADAL" clId="{9FBACC46-319B-4421-86B7-F535C5B48135}" dt="2023-11-02T06:41:44.748" v="16507"/>
          <ac:spMkLst>
            <pc:docMk/>
            <pc:sldMk cId="2873122813" sldId="1316"/>
            <ac:spMk id="4" creationId="{08A17642-D4BD-8813-1F7D-990568A626CC}"/>
          </ac:spMkLst>
        </pc:spChg>
        <pc:spChg chg="mod">
          <ac:chgData name="정지윤" userId="02c42eeb-3573-4fe0-87af-c4a597b73e9f" providerId="ADAL" clId="{9FBACC46-319B-4421-86B7-F535C5B48135}" dt="2023-11-02T04:42:14.119" v="14849" actId="13926"/>
          <ac:spMkLst>
            <pc:docMk/>
            <pc:sldMk cId="2873122813" sldId="1316"/>
            <ac:spMk id="7" creationId="{0C81DD60-D84B-4D3C-8F3E-7D0E22E11300}"/>
          </ac:spMkLst>
        </pc:spChg>
        <pc:spChg chg="add del mod">
          <ac:chgData name="정지윤" userId="02c42eeb-3573-4fe0-87af-c4a597b73e9f" providerId="ADAL" clId="{9FBACC46-319B-4421-86B7-F535C5B48135}" dt="2023-11-02T04:41:19.134" v="14697"/>
          <ac:spMkLst>
            <pc:docMk/>
            <pc:sldMk cId="2873122813" sldId="1316"/>
            <ac:spMk id="8" creationId="{0FDC8213-0FD5-4C90-C727-515D90F28F7B}"/>
          </ac:spMkLst>
        </pc:spChg>
        <pc:spChg chg="add del mod">
          <ac:chgData name="정지윤" userId="02c42eeb-3573-4fe0-87af-c4a597b73e9f" providerId="ADAL" clId="{9FBACC46-319B-4421-86B7-F535C5B48135}" dt="2023-11-02T04:41:19.134" v="14697"/>
          <ac:spMkLst>
            <pc:docMk/>
            <pc:sldMk cId="2873122813" sldId="1316"/>
            <ac:spMk id="9" creationId="{2254BBC7-45BB-BC9F-0F9F-B7686467AA7A}"/>
          </ac:spMkLst>
        </pc:spChg>
        <pc:spChg chg="del mod">
          <ac:chgData name="정지윤" userId="02c42eeb-3573-4fe0-87af-c4a597b73e9f" providerId="ADAL" clId="{9FBACC46-319B-4421-86B7-F535C5B48135}" dt="2023-11-02T04:41:19.134" v="14697"/>
          <ac:spMkLst>
            <pc:docMk/>
            <pc:sldMk cId="2873122813" sldId="1316"/>
            <ac:spMk id="10" creationId="{1822C386-70BC-3782-43D7-684664E30C9C}"/>
          </ac:spMkLst>
        </pc:spChg>
        <pc:spChg chg="mod">
          <ac:chgData name="정지윤" userId="02c42eeb-3573-4fe0-87af-c4a597b73e9f" providerId="ADAL" clId="{9FBACC46-319B-4421-86B7-F535C5B48135}" dt="2023-11-02T04:41:19.134" v="14697"/>
          <ac:spMkLst>
            <pc:docMk/>
            <pc:sldMk cId="2873122813" sldId="1316"/>
            <ac:spMk id="12" creationId="{7F14214B-AEF9-CDA1-8399-99E2C1390CFB}"/>
          </ac:spMkLst>
        </pc:spChg>
        <pc:picChg chg="del">
          <ac:chgData name="정지윤" userId="02c42eeb-3573-4fe0-87af-c4a597b73e9f" providerId="ADAL" clId="{9FBACC46-319B-4421-86B7-F535C5B48135}" dt="2023-11-02T04:38:11.517" v="14441" actId="478"/>
          <ac:picMkLst>
            <pc:docMk/>
            <pc:sldMk cId="2873122813" sldId="1316"/>
            <ac:picMk id="5" creationId="{C60C11A9-BBED-7A32-BC04-3841AD4D0859}"/>
          </ac:picMkLst>
        </pc:picChg>
        <pc:picChg chg="add mod ord modCrop">
          <ac:chgData name="정지윤" userId="02c42eeb-3573-4fe0-87af-c4a597b73e9f" providerId="ADAL" clId="{9FBACC46-319B-4421-86B7-F535C5B48135}" dt="2023-11-02T04:38:10.496" v="14440" actId="167"/>
          <ac:picMkLst>
            <pc:docMk/>
            <pc:sldMk cId="2873122813" sldId="1316"/>
            <ac:picMk id="6" creationId="{2E80F150-A34E-3189-1F3A-304852ACE5EB}"/>
          </ac:picMkLst>
        </pc:picChg>
      </pc:sldChg>
      <pc:sldChg chg="addSp delSp modSp add mod">
        <pc:chgData name="정지윤" userId="02c42eeb-3573-4fe0-87af-c4a597b73e9f" providerId="ADAL" clId="{9FBACC46-319B-4421-86B7-F535C5B48135}" dt="2023-11-02T06:41:46.345" v="16508"/>
        <pc:sldMkLst>
          <pc:docMk/>
          <pc:sldMk cId="1549033675" sldId="1317"/>
        </pc:sldMkLst>
        <pc:spChg chg="add mod">
          <ac:chgData name="정지윤" userId="02c42eeb-3573-4fe0-87af-c4a597b73e9f" providerId="ADAL" clId="{9FBACC46-319B-4421-86B7-F535C5B48135}" dt="2023-11-02T04:40:45.815" v="14688" actId="1076"/>
          <ac:spMkLst>
            <pc:docMk/>
            <pc:sldMk cId="1549033675" sldId="1317"/>
            <ac:spMk id="4" creationId="{4827ECB7-E821-07B9-6E90-7E3BD0459FA5}"/>
          </ac:spMkLst>
        </pc:spChg>
        <pc:spChg chg="mod">
          <ac:chgData name="정지윤" userId="02c42eeb-3573-4fe0-87af-c4a597b73e9f" providerId="ADAL" clId="{9FBACC46-319B-4421-86B7-F535C5B48135}" dt="2023-11-02T04:42:26.015" v="14856" actId="20577"/>
          <ac:spMkLst>
            <pc:docMk/>
            <pc:sldMk cId="1549033675" sldId="1317"/>
            <ac:spMk id="7" creationId="{0C81DD60-D84B-4D3C-8F3E-7D0E22E11300}"/>
          </ac:spMkLst>
        </pc:spChg>
        <pc:spChg chg="add del mod">
          <ac:chgData name="정지윤" userId="02c42eeb-3573-4fe0-87af-c4a597b73e9f" providerId="ADAL" clId="{9FBACC46-319B-4421-86B7-F535C5B48135}" dt="2023-11-02T04:42:17.761" v="14852"/>
          <ac:spMkLst>
            <pc:docMk/>
            <pc:sldMk cId="1549033675" sldId="1317"/>
            <ac:spMk id="8" creationId="{3027E892-B9C9-AB62-9AFF-E68504F87B3C}"/>
          </ac:spMkLst>
        </pc:spChg>
        <pc:spChg chg="add mod">
          <ac:chgData name="정지윤" userId="02c42eeb-3573-4fe0-87af-c4a597b73e9f" providerId="ADAL" clId="{9FBACC46-319B-4421-86B7-F535C5B48135}" dt="2023-11-02T06:41:46.345" v="16508"/>
          <ac:spMkLst>
            <pc:docMk/>
            <pc:sldMk cId="1549033675" sldId="1317"/>
            <ac:spMk id="8" creationId="{F794B956-E9F7-9D75-FFB2-5B72379B3D47}"/>
          </ac:spMkLst>
        </pc:spChg>
        <pc:spChg chg="mod">
          <ac:chgData name="정지윤" userId="02c42eeb-3573-4fe0-87af-c4a597b73e9f" providerId="ADAL" clId="{9FBACC46-319B-4421-86B7-F535C5B48135}" dt="2023-11-02T04:40:42.742" v="14686" actId="14100"/>
          <ac:spMkLst>
            <pc:docMk/>
            <pc:sldMk cId="1549033675" sldId="1317"/>
            <ac:spMk id="10" creationId="{1822C386-70BC-3782-43D7-684664E30C9C}"/>
          </ac:spMkLst>
        </pc:spChg>
        <pc:cxnChg chg="add mod">
          <ac:chgData name="정지윤" userId="02c42eeb-3573-4fe0-87af-c4a597b73e9f" providerId="ADAL" clId="{9FBACC46-319B-4421-86B7-F535C5B48135}" dt="2023-11-02T04:40:47.974" v="14689" actId="571"/>
          <ac:cxnSpMkLst>
            <pc:docMk/>
            <pc:sldMk cId="1549033675" sldId="1317"/>
            <ac:cxnSpMk id="5" creationId="{51B7C0C6-BE92-557E-DBD5-A2EE0B4EF4E4}"/>
          </ac:cxnSpMkLst>
        </pc:cxnChg>
        <pc:cxnChg chg="mod">
          <ac:chgData name="정지윤" userId="02c42eeb-3573-4fe0-87af-c4a597b73e9f" providerId="ADAL" clId="{9FBACC46-319B-4421-86B7-F535C5B48135}" dt="2023-11-02T04:40:50.558" v="14690" actId="1076"/>
          <ac:cxnSpMkLst>
            <pc:docMk/>
            <pc:sldMk cId="1549033675" sldId="1317"/>
            <ac:cxnSpMk id="11" creationId="{83CEBD1D-3853-C04B-4C67-DDB018C08478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2T06:41:47.223" v="16509"/>
        <pc:sldMkLst>
          <pc:docMk/>
          <pc:sldMk cId="2933574779" sldId="1318"/>
        </pc:sldMkLst>
        <pc:spChg chg="add mod">
          <ac:chgData name="정지윤" userId="02c42eeb-3573-4fe0-87af-c4a597b73e9f" providerId="ADAL" clId="{9FBACC46-319B-4421-86B7-F535C5B48135}" dt="2023-11-02T06:41:47.223" v="16509"/>
          <ac:spMkLst>
            <pc:docMk/>
            <pc:sldMk cId="2933574779" sldId="1318"/>
            <ac:spMk id="4" creationId="{7E057532-2E72-7BED-BFD7-057E51B9D03A}"/>
          </ac:spMkLst>
        </pc:spChg>
        <pc:spChg chg="mod">
          <ac:chgData name="정지윤" userId="02c42eeb-3573-4fe0-87af-c4a597b73e9f" providerId="ADAL" clId="{9FBACC46-319B-4421-86B7-F535C5B48135}" dt="2023-11-02T04:47:03.483" v="15020" actId="5793"/>
          <ac:spMkLst>
            <pc:docMk/>
            <pc:sldMk cId="2933574779" sldId="1318"/>
            <ac:spMk id="7" creationId="{0C81DD60-D84B-4D3C-8F3E-7D0E22E11300}"/>
          </ac:spMkLst>
        </pc:spChg>
        <pc:spChg chg="add mod ord">
          <ac:chgData name="정지윤" userId="02c42eeb-3573-4fe0-87af-c4a597b73e9f" providerId="ADAL" clId="{9FBACC46-319B-4421-86B7-F535C5B48135}" dt="2023-11-02T04:44:41.973" v="14988" actId="14100"/>
          <ac:spMkLst>
            <pc:docMk/>
            <pc:sldMk cId="2933574779" sldId="1318"/>
            <ac:spMk id="8" creationId="{BF26AA5A-9233-C198-6B6D-35C6D39869AC}"/>
          </ac:spMkLst>
        </pc:spChg>
        <pc:spChg chg="mod">
          <ac:chgData name="정지윤" userId="02c42eeb-3573-4fe0-87af-c4a597b73e9f" providerId="ADAL" clId="{9FBACC46-319B-4421-86B7-F535C5B48135}" dt="2023-11-02T04:43:53.817" v="14967" actId="164"/>
          <ac:spMkLst>
            <pc:docMk/>
            <pc:sldMk cId="2933574779" sldId="1318"/>
            <ac:spMk id="10" creationId="{1822C386-70BC-3782-43D7-684664E30C9C}"/>
          </ac:spMkLst>
        </pc:spChg>
        <pc:grpChg chg="add mod">
          <ac:chgData name="정지윤" userId="02c42eeb-3573-4fe0-87af-c4a597b73e9f" providerId="ADAL" clId="{9FBACC46-319B-4421-86B7-F535C5B48135}" dt="2023-11-02T04:44:27.759" v="14982" actId="1076"/>
          <ac:grpSpMkLst>
            <pc:docMk/>
            <pc:sldMk cId="2933574779" sldId="1318"/>
            <ac:grpSpMk id="9" creationId="{4C110E62-ED77-0156-DB3A-9297727DE07D}"/>
          </ac:grpSpMkLst>
        </pc:grpChg>
        <pc:graphicFrameChg chg="modGraphic">
          <ac:chgData name="정지윤" userId="02c42eeb-3573-4fe0-87af-c4a597b73e9f" providerId="ADAL" clId="{9FBACC46-319B-4421-86B7-F535C5B48135}" dt="2023-11-02T04:46:21.633" v="14993" actId="20577"/>
          <ac:graphicFrameMkLst>
            <pc:docMk/>
            <pc:sldMk cId="2933574779" sldId="1318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2T04:43:53.817" v="14967" actId="164"/>
          <ac:picMkLst>
            <pc:docMk/>
            <pc:sldMk cId="2933574779" sldId="1318"/>
            <ac:picMk id="5" creationId="{3C5236CF-009B-C9AF-66F8-4DFCD51577FE}"/>
          </ac:picMkLst>
        </pc:picChg>
        <pc:picChg chg="del">
          <ac:chgData name="정지윤" userId="02c42eeb-3573-4fe0-87af-c4a597b73e9f" providerId="ADAL" clId="{9FBACC46-319B-4421-86B7-F535C5B48135}" dt="2023-11-02T04:42:56.742" v="14865" actId="478"/>
          <ac:picMkLst>
            <pc:docMk/>
            <pc:sldMk cId="2933574779" sldId="1318"/>
            <ac:picMk id="6" creationId="{2E80F150-A34E-3189-1F3A-304852ACE5EB}"/>
          </ac:picMkLst>
        </pc:picChg>
        <pc:picChg chg="add mod modCrop">
          <ac:chgData name="정지윤" userId="02c42eeb-3573-4fe0-87af-c4a597b73e9f" providerId="ADAL" clId="{9FBACC46-319B-4421-86B7-F535C5B48135}" dt="2023-11-02T04:44:33.765" v="14984" actId="1076"/>
          <ac:picMkLst>
            <pc:docMk/>
            <pc:sldMk cId="2933574779" sldId="1318"/>
            <ac:picMk id="13" creationId="{0A9A32B1-855F-ED71-B3A9-6B20CC0A464B}"/>
          </ac:picMkLst>
        </pc:picChg>
        <pc:cxnChg chg="mod">
          <ac:chgData name="정지윤" userId="02c42eeb-3573-4fe0-87af-c4a597b73e9f" providerId="ADAL" clId="{9FBACC46-319B-4421-86B7-F535C5B48135}" dt="2023-11-02T04:44:44.117" v="14989" actId="1076"/>
          <ac:cxnSpMkLst>
            <pc:docMk/>
            <pc:sldMk cId="2933574779" sldId="1318"/>
            <ac:cxnSpMk id="11" creationId="{83CEBD1D-3853-C04B-4C67-DDB018C08478}"/>
          </ac:cxnSpMkLst>
        </pc:cxnChg>
        <pc:cxnChg chg="add mod">
          <ac:chgData name="정지윤" userId="02c42eeb-3573-4fe0-87af-c4a597b73e9f" providerId="ADAL" clId="{9FBACC46-319B-4421-86B7-F535C5B48135}" dt="2023-11-02T04:44:46.902" v="14991" actId="1076"/>
          <ac:cxnSpMkLst>
            <pc:docMk/>
            <pc:sldMk cId="2933574779" sldId="1318"/>
            <ac:cxnSpMk id="14" creationId="{2650BBD4-783F-3EE1-A32F-2DA2E6061166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2T06:40:30.814" v="16491" actId="113"/>
        <pc:sldMkLst>
          <pc:docMk/>
          <pc:sldMk cId="449420495" sldId="1319"/>
        </pc:sldMkLst>
        <pc:spChg chg="add del mod">
          <ac:chgData name="정지윤" userId="02c42eeb-3573-4fe0-87af-c4a597b73e9f" providerId="ADAL" clId="{9FBACC46-319B-4421-86B7-F535C5B48135}" dt="2023-11-02T06:40:13.213" v="16472" actId="478"/>
          <ac:spMkLst>
            <pc:docMk/>
            <pc:sldMk cId="449420495" sldId="1319"/>
            <ac:spMk id="4" creationId="{1F8D7432-1F15-6C65-456A-EBEBBBCA130C}"/>
          </ac:spMkLst>
        </pc:spChg>
        <pc:spChg chg="add mod">
          <ac:chgData name="정지윤" userId="02c42eeb-3573-4fe0-87af-c4a597b73e9f" providerId="ADAL" clId="{9FBACC46-319B-4421-86B7-F535C5B48135}" dt="2023-11-02T06:40:30.814" v="16491" actId="113"/>
          <ac:spMkLst>
            <pc:docMk/>
            <pc:sldMk cId="449420495" sldId="1319"/>
            <ac:spMk id="6" creationId="{77F1C59A-CA0D-10AC-7EF4-F8BB92C4B128}"/>
          </ac:spMkLst>
        </pc:spChg>
        <pc:spChg chg="mod">
          <ac:chgData name="정지윤" userId="02c42eeb-3573-4fe0-87af-c4a597b73e9f" providerId="ADAL" clId="{9FBACC46-319B-4421-86B7-F535C5B48135}" dt="2023-11-02T04:57:15.235" v="15243" actId="13926"/>
          <ac:spMkLst>
            <pc:docMk/>
            <pc:sldMk cId="449420495" sldId="1319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4:56:01.262" v="15041" actId="14100"/>
          <ac:spMkLst>
            <pc:docMk/>
            <pc:sldMk cId="449420495" sldId="1319"/>
            <ac:spMk id="8" creationId="{EE0A2FEB-4E38-A34C-B499-995A30C59F2E}"/>
          </ac:spMkLst>
        </pc:spChg>
        <pc:graphicFrameChg chg="mod">
          <ac:chgData name="정지윤" userId="02c42eeb-3573-4fe0-87af-c4a597b73e9f" providerId="ADAL" clId="{9FBACC46-319B-4421-86B7-F535C5B48135}" dt="2023-11-02T06:39:04.069" v="16461"/>
          <ac:graphicFrameMkLst>
            <pc:docMk/>
            <pc:sldMk cId="449420495" sldId="1319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2T04:55:56.797" v="15039" actId="1076"/>
          <ac:picMkLst>
            <pc:docMk/>
            <pc:sldMk cId="449420495" sldId="1319"/>
            <ac:picMk id="5" creationId="{B41B4A60-5728-DB98-5934-B4553D7DEF55}"/>
          </ac:picMkLst>
        </pc:picChg>
        <pc:picChg chg="del">
          <ac:chgData name="정지윤" userId="02c42eeb-3573-4fe0-87af-c4a597b73e9f" providerId="ADAL" clId="{9FBACC46-319B-4421-86B7-F535C5B48135}" dt="2023-11-02T04:55:46.080" v="15034" actId="478"/>
          <ac:picMkLst>
            <pc:docMk/>
            <pc:sldMk cId="449420495" sldId="1319"/>
            <ac:picMk id="6" creationId="{21B64409-DE3F-5B3F-D367-519954288690}"/>
          </ac:picMkLst>
        </pc:picChg>
        <pc:cxnChg chg="mod">
          <ac:chgData name="정지윤" userId="02c42eeb-3573-4fe0-87af-c4a597b73e9f" providerId="ADAL" clId="{9FBACC46-319B-4421-86B7-F535C5B48135}" dt="2023-11-02T04:56:02.917" v="15042" actId="1076"/>
          <ac:cxnSpMkLst>
            <pc:docMk/>
            <pc:sldMk cId="449420495" sldId="1319"/>
            <ac:cxnSpMk id="10" creationId="{DEEA7467-C122-76A9-C1B5-59427B82C25A}"/>
          </ac:cxnSpMkLst>
        </pc:cxnChg>
      </pc:sldChg>
      <pc:sldChg chg="new del">
        <pc:chgData name="정지윤" userId="02c42eeb-3573-4fe0-87af-c4a597b73e9f" providerId="ADAL" clId="{9FBACC46-319B-4421-86B7-F535C5B48135}" dt="2023-11-02T04:47:53.565" v="15022" actId="47"/>
        <pc:sldMkLst>
          <pc:docMk/>
          <pc:sldMk cId="2333365413" sldId="1319"/>
        </pc:sldMkLst>
      </pc:sldChg>
      <pc:sldChg chg="addSp delSp modSp add mod ord">
        <pc:chgData name="정지윤" userId="02c42eeb-3573-4fe0-87af-c4a597b73e9f" providerId="ADAL" clId="{9FBACC46-319B-4421-86B7-F535C5B48135}" dt="2023-11-02T06:40:34.415" v="16492"/>
        <pc:sldMkLst>
          <pc:docMk/>
          <pc:sldMk cId="4122176090" sldId="1320"/>
        </pc:sldMkLst>
        <pc:spChg chg="add mod">
          <ac:chgData name="정지윤" userId="02c42eeb-3573-4fe0-87af-c4a597b73e9f" providerId="ADAL" clId="{9FBACC46-319B-4421-86B7-F535C5B48135}" dt="2023-11-02T06:40:34.415" v="16492"/>
          <ac:spMkLst>
            <pc:docMk/>
            <pc:sldMk cId="4122176090" sldId="1320"/>
            <ac:spMk id="4" creationId="{BF9DA1F9-EBDC-C64A-50BB-7D50ED860E77}"/>
          </ac:spMkLst>
        </pc:spChg>
        <pc:spChg chg="mod">
          <ac:chgData name="정지윤" userId="02c42eeb-3573-4fe0-87af-c4a597b73e9f" providerId="ADAL" clId="{9FBACC46-319B-4421-86B7-F535C5B48135}" dt="2023-11-02T04:58:48.086" v="15591" actId="13926"/>
          <ac:spMkLst>
            <pc:docMk/>
            <pc:sldMk cId="4122176090" sldId="1320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4:59:34.533" v="15605" actId="14100"/>
          <ac:spMkLst>
            <pc:docMk/>
            <pc:sldMk cId="4122176090" sldId="1320"/>
            <ac:spMk id="8" creationId="{EE0A2FEB-4E38-A34C-B499-995A30C59F2E}"/>
          </ac:spMkLst>
        </pc:spChg>
        <pc:graphicFrameChg chg="modGraphic">
          <ac:chgData name="정지윤" userId="02c42eeb-3573-4fe0-87af-c4a597b73e9f" providerId="ADAL" clId="{9FBACC46-319B-4421-86B7-F535C5B48135}" dt="2023-11-02T05:21:28.864" v="16023" actId="20577"/>
          <ac:graphicFrameMkLst>
            <pc:docMk/>
            <pc:sldMk cId="4122176090" sldId="1320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2T04:59:21.996" v="15600" actId="478"/>
          <ac:picMkLst>
            <pc:docMk/>
            <pc:sldMk cId="4122176090" sldId="1320"/>
            <ac:picMk id="5" creationId="{B41B4A60-5728-DB98-5934-B4553D7DEF55}"/>
          </ac:picMkLst>
        </pc:picChg>
        <pc:picChg chg="add mod ord modCrop">
          <ac:chgData name="정지윤" userId="02c42eeb-3573-4fe0-87af-c4a597b73e9f" providerId="ADAL" clId="{9FBACC46-319B-4421-86B7-F535C5B48135}" dt="2023-11-02T04:59:31.222" v="15604" actId="1076"/>
          <ac:picMkLst>
            <pc:docMk/>
            <pc:sldMk cId="4122176090" sldId="1320"/>
            <ac:picMk id="6" creationId="{F3A2978F-8876-1D74-DD06-6ADE261F544A}"/>
          </ac:picMkLst>
        </pc:picChg>
      </pc:sldChg>
      <pc:sldChg chg="addSp delSp modSp add del mod">
        <pc:chgData name="정지윤" userId="02c42eeb-3573-4fe0-87af-c4a597b73e9f" providerId="ADAL" clId="{9FBACC46-319B-4421-86B7-F535C5B48135}" dt="2023-11-02T05:25:39.745" v="16421" actId="47"/>
        <pc:sldMkLst>
          <pc:docMk/>
          <pc:sldMk cId="241739023" sldId="1321"/>
        </pc:sldMkLst>
        <pc:spChg chg="mod">
          <ac:chgData name="정지윤" userId="02c42eeb-3573-4fe0-87af-c4a597b73e9f" providerId="ADAL" clId="{9FBACC46-319B-4421-86B7-F535C5B48135}" dt="2023-11-02T05:02:28.453" v="15754" actId="20577"/>
          <ac:spMkLst>
            <pc:docMk/>
            <pc:sldMk cId="241739023" sldId="1321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5:02:21.758" v="15746" actId="14100"/>
          <ac:spMkLst>
            <pc:docMk/>
            <pc:sldMk cId="241739023" sldId="1321"/>
            <ac:spMk id="8" creationId="{EE0A2FEB-4E38-A34C-B499-995A30C59F2E}"/>
          </ac:spMkLst>
        </pc:spChg>
        <pc:picChg chg="del">
          <ac:chgData name="정지윤" userId="02c42eeb-3573-4fe0-87af-c4a597b73e9f" providerId="ADAL" clId="{9FBACC46-319B-4421-86B7-F535C5B48135}" dt="2023-11-02T05:02:17.398" v="15744" actId="478"/>
          <ac:picMkLst>
            <pc:docMk/>
            <pc:sldMk cId="241739023" sldId="1321"/>
            <ac:picMk id="5" creationId="{B41B4A60-5728-DB98-5934-B4553D7DEF55}"/>
          </ac:picMkLst>
        </pc:picChg>
        <pc:picChg chg="add mod ord modCrop">
          <ac:chgData name="정지윤" userId="02c42eeb-3573-4fe0-87af-c4a597b73e9f" providerId="ADAL" clId="{9FBACC46-319B-4421-86B7-F535C5B48135}" dt="2023-11-02T05:02:15.673" v="15743" actId="167"/>
          <ac:picMkLst>
            <pc:docMk/>
            <pc:sldMk cId="241739023" sldId="1321"/>
            <ac:picMk id="6" creationId="{58D0633B-D13D-4AD3-0D2D-4ADABBE2F853}"/>
          </ac:picMkLst>
        </pc:picChg>
        <pc:cxnChg chg="mod">
          <ac:chgData name="정지윤" userId="02c42eeb-3573-4fe0-87af-c4a597b73e9f" providerId="ADAL" clId="{9FBACC46-319B-4421-86B7-F535C5B48135}" dt="2023-11-02T05:02:23.077" v="15747" actId="1076"/>
          <ac:cxnSpMkLst>
            <pc:docMk/>
            <pc:sldMk cId="241739023" sldId="1321"/>
            <ac:cxnSpMk id="10" creationId="{DEEA7467-C122-76A9-C1B5-59427B82C25A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2T06:40:40.127" v="16498"/>
        <pc:sldMkLst>
          <pc:docMk/>
          <pc:sldMk cId="4200675675" sldId="1322"/>
        </pc:sldMkLst>
        <pc:spChg chg="add mod">
          <ac:chgData name="정지윤" userId="02c42eeb-3573-4fe0-87af-c4a597b73e9f" providerId="ADAL" clId="{9FBACC46-319B-4421-86B7-F535C5B48135}" dt="2023-11-02T06:40:40.127" v="16498"/>
          <ac:spMkLst>
            <pc:docMk/>
            <pc:sldMk cId="4200675675" sldId="1322"/>
            <ac:spMk id="4" creationId="{EBB05743-C5CF-96F5-DC24-20E75E6F16E2}"/>
          </ac:spMkLst>
        </pc:spChg>
        <pc:spChg chg="mod">
          <ac:chgData name="정지윤" userId="02c42eeb-3573-4fe0-87af-c4a597b73e9f" providerId="ADAL" clId="{9FBACC46-319B-4421-86B7-F535C5B48135}" dt="2023-11-02T05:05:54.901" v="15768" actId="1076"/>
          <ac:spMkLst>
            <pc:docMk/>
            <pc:sldMk cId="4200675675" sldId="1322"/>
            <ac:spMk id="5" creationId="{19C65246-A565-16F7-7EA1-C7C71FE17987}"/>
          </ac:spMkLst>
        </pc:spChg>
        <pc:picChg chg="add mod ord modCrop">
          <ac:chgData name="정지윤" userId="02c42eeb-3573-4fe0-87af-c4a597b73e9f" providerId="ADAL" clId="{9FBACC46-319B-4421-86B7-F535C5B48135}" dt="2023-11-02T05:05:50.272" v="15766" actId="167"/>
          <ac:picMkLst>
            <pc:docMk/>
            <pc:sldMk cId="4200675675" sldId="1322"/>
            <ac:picMk id="8" creationId="{9439DC3F-47D7-B189-5417-D2B10D0A92A8}"/>
          </ac:picMkLst>
        </pc:picChg>
        <pc:picChg chg="del">
          <ac:chgData name="정지윤" userId="02c42eeb-3573-4fe0-87af-c4a597b73e9f" providerId="ADAL" clId="{9FBACC46-319B-4421-86B7-F535C5B48135}" dt="2023-11-02T05:05:51.533" v="15767" actId="478"/>
          <ac:picMkLst>
            <pc:docMk/>
            <pc:sldMk cId="4200675675" sldId="1322"/>
            <ac:picMk id="9" creationId="{66680C0E-9431-2C60-C6F0-80E4AD915249}"/>
          </ac:picMkLst>
        </pc:picChg>
        <pc:cxnChg chg="mod">
          <ac:chgData name="정지윤" userId="02c42eeb-3573-4fe0-87af-c4a597b73e9f" providerId="ADAL" clId="{9FBACC46-319B-4421-86B7-F535C5B48135}" dt="2023-11-02T05:05:54.901" v="15768" actId="1076"/>
          <ac:cxnSpMkLst>
            <pc:docMk/>
            <pc:sldMk cId="4200675675" sldId="1322"/>
            <ac:cxnSpMk id="6" creationId="{F213BA58-73D6-5383-2AF7-1E9211127EE2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2T06:40:40.601" v="16499"/>
        <pc:sldMkLst>
          <pc:docMk/>
          <pc:sldMk cId="781500531" sldId="1323"/>
        </pc:sldMkLst>
        <pc:spChg chg="mod">
          <ac:chgData name="정지윤" userId="02c42eeb-3573-4fe0-87af-c4a597b73e9f" providerId="ADAL" clId="{9FBACC46-319B-4421-86B7-F535C5B48135}" dt="2023-11-02T05:07:19.485" v="15781" actId="1076"/>
          <ac:spMkLst>
            <pc:docMk/>
            <pc:sldMk cId="781500531" sldId="1323"/>
            <ac:spMk id="4" creationId="{D597B47F-4580-4805-A693-16BFF739E5FA}"/>
          </ac:spMkLst>
        </pc:spChg>
        <pc:spChg chg="add mod">
          <ac:chgData name="정지윤" userId="02c42eeb-3573-4fe0-87af-c4a597b73e9f" providerId="ADAL" clId="{9FBACC46-319B-4421-86B7-F535C5B48135}" dt="2023-11-02T06:40:40.601" v="16499"/>
          <ac:spMkLst>
            <pc:docMk/>
            <pc:sldMk cId="781500531" sldId="1323"/>
            <ac:spMk id="6" creationId="{3879C61A-B290-BBB5-F7AC-1694B211B6A1}"/>
          </ac:spMkLst>
        </pc:spChg>
        <pc:picChg chg="add mod ord modCrop">
          <ac:chgData name="정지윤" userId="02c42eeb-3573-4fe0-87af-c4a597b73e9f" providerId="ADAL" clId="{9FBACC46-319B-4421-86B7-F535C5B48135}" dt="2023-11-02T05:07:09.787" v="15779" actId="167"/>
          <ac:picMkLst>
            <pc:docMk/>
            <pc:sldMk cId="781500531" sldId="1323"/>
            <ac:picMk id="8" creationId="{E75E702D-3066-4DF5-8D57-E1B67F0A4B24}"/>
          </ac:picMkLst>
        </pc:picChg>
        <pc:picChg chg="del">
          <ac:chgData name="정지윤" userId="02c42eeb-3573-4fe0-87af-c4a597b73e9f" providerId="ADAL" clId="{9FBACC46-319B-4421-86B7-F535C5B48135}" dt="2023-11-02T05:07:11.473" v="15780" actId="478"/>
          <ac:picMkLst>
            <pc:docMk/>
            <pc:sldMk cId="781500531" sldId="1323"/>
            <ac:picMk id="12" creationId="{7B8C7EC2-59C7-4714-4EBC-0671EFC6BE3B}"/>
          </ac:picMkLst>
        </pc:picChg>
        <pc:cxnChg chg="mod">
          <ac:chgData name="정지윤" userId="02c42eeb-3573-4fe0-87af-c4a597b73e9f" providerId="ADAL" clId="{9FBACC46-319B-4421-86B7-F535C5B48135}" dt="2023-11-02T05:07:19.485" v="15781" actId="1076"/>
          <ac:cxnSpMkLst>
            <pc:docMk/>
            <pc:sldMk cId="781500531" sldId="1323"/>
            <ac:cxnSpMk id="5" creationId="{D19B5965-415C-9086-40AB-B81631B08468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2T06:42:05.652" v="16510"/>
        <pc:sldMkLst>
          <pc:docMk/>
          <pc:sldMk cId="3674964490" sldId="1324"/>
        </pc:sldMkLst>
        <pc:spChg chg="mod">
          <ac:chgData name="정지윤" userId="02c42eeb-3573-4fe0-87af-c4a597b73e9f" providerId="ADAL" clId="{9FBACC46-319B-4421-86B7-F535C5B48135}" dt="2023-11-02T05:07:52.325" v="15793" actId="1076"/>
          <ac:spMkLst>
            <pc:docMk/>
            <pc:sldMk cId="3674964490" sldId="1324"/>
            <ac:spMk id="4" creationId="{EE1F067C-9A10-FDE6-1755-A7E7CEDC6DFE}"/>
          </ac:spMkLst>
        </pc:spChg>
        <pc:spChg chg="add mod">
          <ac:chgData name="정지윤" userId="02c42eeb-3573-4fe0-87af-c4a597b73e9f" providerId="ADAL" clId="{9FBACC46-319B-4421-86B7-F535C5B48135}" dt="2023-11-02T06:42:05.652" v="16510"/>
          <ac:spMkLst>
            <pc:docMk/>
            <pc:sldMk cId="3674964490" sldId="1324"/>
            <ac:spMk id="6" creationId="{7D4C36B6-823E-DCA2-7064-A0EFC5D4C07F}"/>
          </ac:spMkLst>
        </pc:spChg>
        <pc:spChg chg="mod">
          <ac:chgData name="정지윤" userId="02c42eeb-3573-4fe0-87af-c4a597b73e9f" providerId="ADAL" clId="{9FBACC46-319B-4421-86B7-F535C5B48135}" dt="2023-11-02T05:07:58.730" v="15795" actId="20577"/>
          <ac:spMkLst>
            <pc:docMk/>
            <pc:sldMk cId="3674964490" sldId="1324"/>
            <ac:spMk id="10" creationId="{CB04E24F-235B-72D6-672B-F7BD40993EFC}"/>
          </ac:spMkLst>
        </pc:spChg>
        <pc:picChg chg="del">
          <ac:chgData name="정지윤" userId="02c42eeb-3573-4fe0-87af-c4a597b73e9f" providerId="ADAL" clId="{9FBACC46-319B-4421-86B7-F535C5B48135}" dt="2023-11-02T05:07:46.774" v="15792" actId="478"/>
          <ac:picMkLst>
            <pc:docMk/>
            <pc:sldMk cId="3674964490" sldId="1324"/>
            <ac:picMk id="6" creationId="{42CF4D0D-278E-8C12-CAC6-99C7A026C985}"/>
          </ac:picMkLst>
        </pc:picChg>
        <pc:picChg chg="add mod ord modCrop">
          <ac:chgData name="정지윤" userId="02c42eeb-3573-4fe0-87af-c4a597b73e9f" providerId="ADAL" clId="{9FBACC46-319B-4421-86B7-F535C5B48135}" dt="2023-11-02T05:07:45.031" v="15791" actId="167"/>
          <ac:picMkLst>
            <pc:docMk/>
            <pc:sldMk cId="3674964490" sldId="1324"/>
            <ac:picMk id="12" creationId="{E0B5E457-DD90-8794-9171-F47FDFAB390F}"/>
          </ac:picMkLst>
        </pc:picChg>
        <pc:cxnChg chg="mod">
          <ac:chgData name="정지윤" userId="02c42eeb-3573-4fe0-87af-c4a597b73e9f" providerId="ADAL" clId="{9FBACC46-319B-4421-86B7-F535C5B48135}" dt="2023-11-02T05:07:52.325" v="15793" actId="1076"/>
          <ac:cxnSpMkLst>
            <pc:docMk/>
            <pc:sldMk cId="3674964490" sldId="1324"/>
            <ac:cxnSpMk id="5" creationId="{04A76A42-4E9D-E393-C2F4-D3E835126C5B}"/>
          </ac:cxnSpMkLst>
        </pc:cxnChg>
      </pc:sldChg>
      <pc:sldChg chg="addSp modSp add mod">
        <pc:chgData name="정지윤" userId="02c42eeb-3573-4fe0-87af-c4a597b73e9f" providerId="ADAL" clId="{9FBACC46-319B-4421-86B7-F535C5B48135}" dt="2023-11-02T06:42:07.291" v="16511"/>
        <pc:sldMkLst>
          <pc:docMk/>
          <pc:sldMk cId="517543876" sldId="1325"/>
        </pc:sldMkLst>
        <pc:spChg chg="add mod">
          <ac:chgData name="정지윤" userId="02c42eeb-3573-4fe0-87af-c4a597b73e9f" providerId="ADAL" clId="{9FBACC46-319B-4421-86B7-F535C5B48135}" dt="2023-11-02T06:42:07.291" v="16511"/>
          <ac:spMkLst>
            <pc:docMk/>
            <pc:sldMk cId="517543876" sldId="1325"/>
            <ac:spMk id="4" creationId="{A88C8AE7-82B9-0812-01DC-CBBDBD7888CD}"/>
          </ac:spMkLst>
        </pc:spChg>
        <pc:graphicFrameChg chg="modGraphic">
          <ac:chgData name="정지윤" userId="02c42eeb-3573-4fe0-87af-c4a597b73e9f" providerId="ADAL" clId="{9FBACC46-319B-4421-86B7-F535C5B48135}" dt="2023-11-02T05:25:22.860" v="16391" actId="20577"/>
          <ac:graphicFrameMkLst>
            <pc:docMk/>
            <pc:sldMk cId="517543876" sldId="1325"/>
            <ac:graphicFrameMk id="3" creationId="{EB5E6BEF-7528-22F3-81D3-C88DBE43847E}"/>
          </ac:graphicFrameMkLst>
        </pc:graphicFrameChg>
      </pc:sldChg>
      <pc:sldChg chg="addSp delSp modSp add mod">
        <pc:chgData name="정지윤" userId="02c42eeb-3573-4fe0-87af-c4a597b73e9f" providerId="ADAL" clId="{9FBACC46-319B-4421-86B7-F535C5B48135}" dt="2023-11-02T06:40:34.932" v="16493"/>
        <pc:sldMkLst>
          <pc:docMk/>
          <pc:sldMk cId="729103919" sldId="1326"/>
        </pc:sldMkLst>
        <pc:spChg chg="add mod">
          <ac:chgData name="정지윤" userId="02c42eeb-3573-4fe0-87af-c4a597b73e9f" providerId="ADAL" clId="{9FBACC46-319B-4421-86B7-F535C5B48135}" dt="2023-11-02T06:40:34.932" v="16493"/>
          <ac:spMkLst>
            <pc:docMk/>
            <pc:sldMk cId="729103919" sldId="1326"/>
            <ac:spMk id="4" creationId="{A3CD4DBB-6A5D-030F-BA5B-5B11A7F48160}"/>
          </ac:spMkLst>
        </pc:spChg>
        <pc:spChg chg="mod">
          <ac:chgData name="정지윤" userId="02c42eeb-3573-4fe0-87af-c4a597b73e9f" providerId="ADAL" clId="{9FBACC46-319B-4421-86B7-F535C5B48135}" dt="2023-11-02T05:17:36.371" v="15962" actId="20577"/>
          <ac:spMkLst>
            <pc:docMk/>
            <pc:sldMk cId="729103919" sldId="1326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5:17:14.324" v="15811" actId="14100"/>
          <ac:spMkLst>
            <pc:docMk/>
            <pc:sldMk cId="729103919" sldId="1326"/>
            <ac:spMk id="8" creationId="{EE0A2FEB-4E38-A34C-B499-995A30C59F2E}"/>
          </ac:spMkLst>
        </pc:spChg>
        <pc:graphicFrameChg chg="mod modGraphic">
          <ac:chgData name="정지윤" userId="02c42eeb-3573-4fe0-87af-c4a597b73e9f" providerId="ADAL" clId="{9FBACC46-319B-4421-86B7-F535C5B48135}" dt="2023-11-02T05:19:07.381" v="16002"/>
          <ac:graphicFrameMkLst>
            <pc:docMk/>
            <pc:sldMk cId="729103919" sldId="1326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2T05:17:08.338" v="15809" actId="167"/>
          <ac:picMkLst>
            <pc:docMk/>
            <pc:sldMk cId="729103919" sldId="1326"/>
            <ac:picMk id="5" creationId="{6318AAA4-BB96-496B-AAA7-44F1BA6FACF1}"/>
          </ac:picMkLst>
        </pc:picChg>
        <pc:picChg chg="del">
          <ac:chgData name="정지윤" userId="02c42eeb-3573-4fe0-87af-c4a597b73e9f" providerId="ADAL" clId="{9FBACC46-319B-4421-86B7-F535C5B48135}" dt="2023-11-02T05:17:05.831" v="15808" actId="478"/>
          <ac:picMkLst>
            <pc:docMk/>
            <pc:sldMk cId="729103919" sldId="1326"/>
            <ac:picMk id="6" creationId="{F3A2978F-8876-1D74-DD06-6ADE261F544A}"/>
          </ac:picMkLst>
        </pc:picChg>
        <pc:cxnChg chg="mod">
          <ac:chgData name="정지윤" userId="02c42eeb-3573-4fe0-87af-c4a597b73e9f" providerId="ADAL" clId="{9FBACC46-319B-4421-86B7-F535C5B48135}" dt="2023-11-02T05:17:15.869" v="15812" actId="1076"/>
          <ac:cxnSpMkLst>
            <pc:docMk/>
            <pc:sldMk cId="729103919" sldId="1326"/>
            <ac:cxnSpMk id="10" creationId="{DEEA7467-C122-76A9-C1B5-59427B82C25A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2T06:40:35.890" v="16494"/>
        <pc:sldMkLst>
          <pc:docMk/>
          <pc:sldMk cId="1404549546" sldId="1327"/>
        </pc:sldMkLst>
        <pc:spChg chg="add mod">
          <ac:chgData name="정지윤" userId="02c42eeb-3573-4fe0-87af-c4a597b73e9f" providerId="ADAL" clId="{9FBACC46-319B-4421-86B7-F535C5B48135}" dt="2023-11-02T06:40:35.890" v="16494"/>
          <ac:spMkLst>
            <pc:docMk/>
            <pc:sldMk cId="1404549546" sldId="1327"/>
            <ac:spMk id="4" creationId="{776AEFB1-6BF9-5ACD-D489-BA327DD4A249}"/>
          </ac:spMkLst>
        </pc:spChg>
        <pc:spChg chg="mod">
          <ac:chgData name="정지윤" userId="02c42eeb-3573-4fe0-87af-c4a597b73e9f" providerId="ADAL" clId="{9FBACC46-319B-4421-86B7-F535C5B48135}" dt="2023-11-02T05:20:02.104" v="16020"/>
          <ac:spMkLst>
            <pc:docMk/>
            <pc:sldMk cId="1404549546" sldId="1327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5:19:36.045" v="16015" actId="14100"/>
          <ac:spMkLst>
            <pc:docMk/>
            <pc:sldMk cId="1404549546" sldId="1327"/>
            <ac:spMk id="8" creationId="{EE0A2FEB-4E38-A34C-B499-995A30C59F2E}"/>
          </ac:spMkLst>
        </pc:spChg>
        <pc:picChg chg="del">
          <ac:chgData name="정지윤" userId="02c42eeb-3573-4fe0-87af-c4a597b73e9f" providerId="ADAL" clId="{9FBACC46-319B-4421-86B7-F535C5B48135}" dt="2023-11-02T05:19:29.560" v="16012" actId="478"/>
          <ac:picMkLst>
            <pc:docMk/>
            <pc:sldMk cId="1404549546" sldId="1327"/>
            <ac:picMk id="5" creationId="{6318AAA4-BB96-496B-AAA7-44F1BA6FACF1}"/>
          </ac:picMkLst>
        </pc:picChg>
        <pc:picChg chg="add mod ord modCrop">
          <ac:chgData name="정지윤" userId="02c42eeb-3573-4fe0-87af-c4a597b73e9f" providerId="ADAL" clId="{9FBACC46-319B-4421-86B7-F535C5B48135}" dt="2023-11-02T05:19:27.960" v="16011" actId="167"/>
          <ac:picMkLst>
            <pc:docMk/>
            <pc:sldMk cId="1404549546" sldId="1327"/>
            <ac:picMk id="6" creationId="{E4881814-3FA7-0C81-D649-8EB29DE2B9D8}"/>
          </ac:picMkLst>
        </pc:picChg>
        <pc:cxnChg chg="mod">
          <ac:chgData name="정지윤" userId="02c42eeb-3573-4fe0-87af-c4a597b73e9f" providerId="ADAL" clId="{9FBACC46-319B-4421-86B7-F535C5B48135}" dt="2023-11-02T05:19:38.732" v="16016" actId="1076"/>
          <ac:cxnSpMkLst>
            <pc:docMk/>
            <pc:sldMk cId="1404549546" sldId="1327"/>
            <ac:cxnSpMk id="10" creationId="{DEEA7467-C122-76A9-C1B5-59427B82C25A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2T06:40:36.842" v="16495"/>
        <pc:sldMkLst>
          <pc:docMk/>
          <pc:sldMk cId="784386078" sldId="1328"/>
        </pc:sldMkLst>
        <pc:spChg chg="add mod">
          <ac:chgData name="정지윤" userId="02c42eeb-3573-4fe0-87af-c4a597b73e9f" providerId="ADAL" clId="{9FBACC46-319B-4421-86B7-F535C5B48135}" dt="2023-11-02T06:40:36.842" v="16495"/>
          <ac:spMkLst>
            <pc:docMk/>
            <pc:sldMk cId="784386078" sldId="1328"/>
            <ac:spMk id="4" creationId="{B943CB0B-69C3-F785-A101-5B1AF73E7FD0}"/>
          </ac:spMkLst>
        </pc:spChg>
        <pc:spChg chg="mod">
          <ac:chgData name="정지윤" userId="02c42eeb-3573-4fe0-87af-c4a597b73e9f" providerId="ADAL" clId="{9FBACC46-319B-4421-86B7-F535C5B48135}" dt="2023-11-02T05:22:51.258" v="16249" actId="20577"/>
          <ac:spMkLst>
            <pc:docMk/>
            <pc:sldMk cId="784386078" sldId="1328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5:22:15.925" v="16055" actId="1076"/>
          <ac:spMkLst>
            <pc:docMk/>
            <pc:sldMk cId="784386078" sldId="1328"/>
            <ac:spMk id="8" creationId="{EE0A2FEB-4E38-A34C-B499-995A30C59F2E}"/>
          </ac:spMkLst>
        </pc:spChg>
        <pc:graphicFrameChg chg="mod modGraphic">
          <ac:chgData name="정지윤" userId="02c42eeb-3573-4fe0-87af-c4a597b73e9f" providerId="ADAL" clId="{9FBACC46-319B-4421-86B7-F535C5B48135}" dt="2023-11-02T05:22:28.824" v="16058" actId="20577"/>
          <ac:graphicFrameMkLst>
            <pc:docMk/>
            <pc:sldMk cId="784386078" sldId="1328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2T05:22:10.529" v="16053" actId="167"/>
          <ac:picMkLst>
            <pc:docMk/>
            <pc:sldMk cId="784386078" sldId="1328"/>
            <ac:picMk id="5" creationId="{8312E6E5-F2B1-144A-0FA5-4B65B9650831}"/>
          </ac:picMkLst>
        </pc:picChg>
        <pc:picChg chg="del">
          <ac:chgData name="정지윤" userId="02c42eeb-3573-4fe0-87af-c4a597b73e9f" providerId="ADAL" clId="{9FBACC46-319B-4421-86B7-F535C5B48135}" dt="2023-11-02T05:22:12.168" v="16054" actId="478"/>
          <ac:picMkLst>
            <pc:docMk/>
            <pc:sldMk cId="784386078" sldId="1328"/>
            <ac:picMk id="6" creationId="{E4881814-3FA7-0C81-D649-8EB29DE2B9D8}"/>
          </ac:picMkLst>
        </pc:picChg>
        <pc:cxnChg chg="mod">
          <ac:chgData name="정지윤" userId="02c42eeb-3573-4fe0-87af-c4a597b73e9f" providerId="ADAL" clId="{9FBACC46-319B-4421-86B7-F535C5B48135}" dt="2023-11-02T05:22:17.941" v="16056" actId="1076"/>
          <ac:cxnSpMkLst>
            <pc:docMk/>
            <pc:sldMk cId="784386078" sldId="1328"/>
            <ac:cxnSpMk id="10" creationId="{DEEA7467-C122-76A9-C1B5-59427B82C25A}"/>
          </ac:cxnSpMkLst>
        </pc:cxnChg>
      </pc:sldChg>
      <pc:sldChg chg="add del ord">
        <pc:chgData name="정지윤" userId="02c42eeb-3573-4fe0-87af-c4a597b73e9f" providerId="ADAL" clId="{9FBACC46-319B-4421-86B7-F535C5B48135}" dt="2023-11-02T05:20:06.905" v="16021" actId="47"/>
        <pc:sldMkLst>
          <pc:docMk/>
          <pc:sldMk cId="3646029797" sldId="1328"/>
        </pc:sldMkLst>
      </pc:sldChg>
      <pc:sldChg chg="addSp delSp modSp add mod">
        <pc:chgData name="정지윤" userId="02c42eeb-3573-4fe0-87af-c4a597b73e9f" providerId="ADAL" clId="{9FBACC46-319B-4421-86B7-F535C5B48135}" dt="2023-11-02T06:40:37.817" v="16496"/>
        <pc:sldMkLst>
          <pc:docMk/>
          <pc:sldMk cId="3264352737" sldId="1329"/>
        </pc:sldMkLst>
        <pc:spChg chg="add mod">
          <ac:chgData name="정지윤" userId="02c42eeb-3573-4fe0-87af-c4a597b73e9f" providerId="ADAL" clId="{9FBACC46-319B-4421-86B7-F535C5B48135}" dt="2023-11-02T06:40:37.817" v="16496"/>
          <ac:spMkLst>
            <pc:docMk/>
            <pc:sldMk cId="3264352737" sldId="1329"/>
            <ac:spMk id="4" creationId="{97066A17-4493-681F-51BE-4781679E29BD}"/>
          </ac:spMkLst>
        </pc:spChg>
        <pc:spChg chg="mod">
          <ac:chgData name="정지윤" userId="02c42eeb-3573-4fe0-87af-c4a597b73e9f" providerId="ADAL" clId="{9FBACC46-319B-4421-86B7-F535C5B48135}" dt="2023-11-02T05:23:42.469" v="16378" actId="20577"/>
          <ac:spMkLst>
            <pc:docMk/>
            <pc:sldMk cId="3264352737" sldId="1329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5:23:24.845" v="16260" actId="1076"/>
          <ac:spMkLst>
            <pc:docMk/>
            <pc:sldMk cId="3264352737" sldId="1329"/>
            <ac:spMk id="8" creationId="{EE0A2FEB-4E38-A34C-B499-995A30C59F2E}"/>
          </ac:spMkLst>
        </pc:spChg>
        <pc:picChg chg="del">
          <ac:chgData name="정지윤" userId="02c42eeb-3573-4fe0-87af-c4a597b73e9f" providerId="ADAL" clId="{9FBACC46-319B-4421-86B7-F535C5B48135}" dt="2023-11-02T05:23:18.817" v="16259" actId="478"/>
          <ac:picMkLst>
            <pc:docMk/>
            <pc:sldMk cId="3264352737" sldId="1329"/>
            <ac:picMk id="5" creationId="{8312E6E5-F2B1-144A-0FA5-4B65B9650831}"/>
          </ac:picMkLst>
        </pc:picChg>
        <pc:picChg chg="add mod ord modCrop">
          <ac:chgData name="정지윤" userId="02c42eeb-3573-4fe0-87af-c4a597b73e9f" providerId="ADAL" clId="{9FBACC46-319B-4421-86B7-F535C5B48135}" dt="2023-11-02T05:23:17.736" v="16258" actId="167"/>
          <ac:picMkLst>
            <pc:docMk/>
            <pc:sldMk cId="3264352737" sldId="1329"/>
            <ac:picMk id="6" creationId="{C22C6ADC-9E61-91C3-A42C-BF65D5C8D2F0}"/>
          </ac:picMkLst>
        </pc:picChg>
        <pc:cxnChg chg="mod">
          <ac:chgData name="정지윤" userId="02c42eeb-3573-4fe0-87af-c4a597b73e9f" providerId="ADAL" clId="{9FBACC46-319B-4421-86B7-F535C5B48135}" dt="2023-11-02T05:23:24.845" v="16260" actId="1076"/>
          <ac:cxnSpMkLst>
            <pc:docMk/>
            <pc:sldMk cId="3264352737" sldId="1329"/>
            <ac:cxnSpMk id="10" creationId="{DEEA7467-C122-76A9-C1B5-59427B82C25A}"/>
          </ac:cxnSpMkLst>
        </pc:cxnChg>
      </pc:sldChg>
      <pc:sldChg chg="modSp add del mod ord">
        <pc:chgData name="정지윤" userId="02c42eeb-3573-4fe0-87af-c4a597b73e9f" providerId="ADAL" clId="{9FBACC46-319B-4421-86B7-F535C5B48135}" dt="2023-11-02T05:25:31.177" v="16400" actId="47"/>
        <pc:sldMkLst>
          <pc:docMk/>
          <pc:sldMk cId="3727531770" sldId="1330"/>
        </pc:sldMkLst>
        <pc:graphicFrameChg chg="mod modGraphic">
          <ac:chgData name="정지윤" userId="02c42eeb-3573-4fe0-87af-c4a597b73e9f" providerId="ADAL" clId="{9FBACC46-319B-4421-86B7-F535C5B48135}" dt="2023-11-02T05:25:05.445" v="16389"/>
          <ac:graphicFrameMkLst>
            <pc:docMk/>
            <pc:sldMk cId="3727531770" sldId="1330"/>
            <ac:graphicFrameMk id="3" creationId="{EB5E6BEF-7528-22F3-81D3-C88DBE43847E}"/>
          </ac:graphicFrameMkLst>
        </pc:graphicFrameChg>
      </pc:sldChg>
      <pc:sldChg chg="addSp modSp add mod">
        <pc:chgData name="정지윤" userId="02c42eeb-3573-4fe0-87af-c4a597b73e9f" providerId="ADAL" clId="{9FBACC46-319B-4421-86B7-F535C5B48135}" dt="2023-11-02T06:42:08.124" v="16512"/>
        <pc:sldMkLst>
          <pc:docMk/>
          <pc:sldMk cId="3871242632" sldId="1331"/>
        </pc:sldMkLst>
        <pc:spChg chg="add mod">
          <ac:chgData name="정지윤" userId="02c42eeb-3573-4fe0-87af-c4a597b73e9f" providerId="ADAL" clId="{9FBACC46-319B-4421-86B7-F535C5B48135}" dt="2023-11-02T06:42:08.124" v="16512"/>
          <ac:spMkLst>
            <pc:docMk/>
            <pc:sldMk cId="3871242632" sldId="1331"/>
            <ac:spMk id="4" creationId="{A0F8C939-5574-DFEB-13CB-4016F6CBB9AD}"/>
          </ac:spMkLst>
        </pc:spChg>
        <pc:graphicFrameChg chg="mod modGraphic">
          <ac:chgData name="정지윤" userId="02c42eeb-3573-4fe0-87af-c4a597b73e9f" providerId="ADAL" clId="{9FBACC46-319B-4421-86B7-F535C5B48135}" dt="2023-11-02T05:25:30.469" v="16399"/>
          <ac:graphicFrameMkLst>
            <pc:docMk/>
            <pc:sldMk cId="3871242632" sldId="1331"/>
            <ac:graphicFrameMk id="3" creationId="{EB5E6BEF-7528-22F3-81D3-C88DBE43847E}"/>
          </ac:graphicFrameMkLst>
        </pc:graphicFrameChg>
      </pc:sldChg>
      <pc:sldChg chg="addSp modSp add mod">
        <pc:chgData name="정지윤" userId="02c42eeb-3573-4fe0-87af-c4a597b73e9f" providerId="ADAL" clId="{9FBACC46-319B-4421-86B7-F535C5B48135}" dt="2023-11-02T06:40:39.002" v="16497"/>
        <pc:sldMkLst>
          <pc:docMk/>
          <pc:sldMk cId="2843722141" sldId="1332"/>
        </pc:sldMkLst>
        <pc:spChg chg="add mod">
          <ac:chgData name="정지윤" userId="02c42eeb-3573-4fe0-87af-c4a597b73e9f" providerId="ADAL" clId="{9FBACC46-319B-4421-86B7-F535C5B48135}" dt="2023-11-02T06:40:39.002" v="16497"/>
          <ac:spMkLst>
            <pc:docMk/>
            <pc:sldMk cId="2843722141" sldId="1332"/>
            <ac:spMk id="4" creationId="{2DC3816D-41A9-1249-4100-6D259007CC8B}"/>
          </ac:spMkLst>
        </pc:spChg>
        <pc:graphicFrameChg chg="mod modGraphic">
          <ac:chgData name="정지윤" userId="02c42eeb-3573-4fe0-87af-c4a597b73e9f" providerId="ADAL" clId="{9FBACC46-319B-4421-86B7-F535C5B48135}" dt="2023-11-02T05:25:39.045" v="16420"/>
          <ac:graphicFrameMkLst>
            <pc:docMk/>
            <pc:sldMk cId="2843722141" sldId="1332"/>
            <ac:graphicFrameMk id="3" creationId="{EB5E6BEF-7528-22F3-81D3-C88DBE43847E}"/>
          </ac:graphicFrameMkLst>
        </pc:graphicFrameChg>
      </pc:sldChg>
      <pc:sldChg chg="addSp delSp modSp add mod">
        <pc:chgData name="정지윤" userId="02c42eeb-3573-4fe0-87af-c4a597b73e9f" providerId="ADAL" clId="{9FBACC46-319B-4421-86B7-F535C5B48135}" dt="2023-11-02T06:51:36.353" v="16801" actId="20577"/>
        <pc:sldMkLst>
          <pc:docMk/>
          <pc:sldMk cId="1712874369" sldId="1333"/>
        </pc:sldMkLst>
        <pc:spChg chg="mod">
          <ac:chgData name="정지윤" userId="02c42eeb-3573-4fe0-87af-c4a597b73e9f" providerId="ADAL" clId="{9FBACC46-319B-4421-86B7-F535C5B48135}" dt="2023-11-02T06:51:23.371" v="16799" actId="20577"/>
          <ac:spMkLst>
            <pc:docMk/>
            <pc:sldMk cId="1712874369" sldId="1333"/>
            <ac:spMk id="7" creationId="{0C81DD60-D84B-4D3C-8F3E-7D0E22E11300}"/>
          </ac:spMkLst>
        </pc:spChg>
        <pc:spChg chg="mod ord">
          <ac:chgData name="정지윤" userId="02c42eeb-3573-4fe0-87af-c4a597b73e9f" providerId="ADAL" clId="{9FBACC46-319B-4421-86B7-F535C5B48135}" dt="2023-11-02T06:49:53.940" v="16558" actId="14100"/>
          <ac:spMkLst>
            <pc:docMk/>
            <pc:sldMk cId="1712874369" sldId="1333"/>
            <ac:spMk id="8" creationId="{EE0A2FEB-4E38-A34C-B499-995A30C59F2E}"/>
          </ac:spMkLst>
        </pc:spChg>
        <pc:graphicFrameChg chg="mod modGraphic">
          <ac:chgData name="정지윤" userId="02c42eeb-3573-4fe0-87af-c4a597b73e9f" providerId="ADAL" clId="{9FBACC46-319B-4421-86B7-F535C5B48135}" dt="2023-11-02T06:51:36.353" v="16801" actId="20577"/>
          <ac:graphicFrameMkLst>
            <pc:docMk/>
            <pc:sldMk cId="1712874369" sldId="1333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2T06:49:48.277" v="16555" actId="478"/>
          <ac:picMkLst>
            <pc:docMk/>
            <pc:sldMk cId="1712874369" sldId="1333"/>
            <ac:picMk id="6" creationId="{58D0633B-D13D-4AD3-0D2D-4ADABBE2F853}"/>
          </ac:picMkLst>
        </pc:picChg>
        <pc:picChg chg="add mod modCrop">
          <ac:chgData name="정지윤" userId="02c42eeb-3573-4fe0-87af-c4a597b73e9f" providerId="ADAL" clId="{9FBACC46-319B-4421-86B7-F535C5B48135}" dt="2023-11-02T06:49:47.373" v="16554" actId="1076"/>
          <ac:picMkLst>
            <pc:docMk/>
            <pc:sldMk cId="1712874369" sldId="1333"/>
            <ac:picMk id="9" creationId="{E19196AA-76D4-3151-2F0F-8C2CC86E4E11}"/>
          </ac:picMkLst>
        </pc:picChg>
        <pc:cxnChg chg="mod ord">
          <ac:chgData name="정지윤" userId="02c42eeb-3573-4fe0-87af-c4a597b73e9f" providerId="ADAL" clId="{9FBACC46-319B-4421-86B7-F535C5B48135}" dt="2023-11-02T06:49:57.892" v="16560" actId="166"/>
          <ac:cxnSpMkLst>
            <pc:docMk/>
            <pc:sldMk cId="1712874369" sldId="1333"/>
            <ac:cxnSpMk id="10" creationId="{DEEA7467-C122-76A9-C1B5-59427B82C25A}"/>
          </ac:cxnSpMkLst>
        </pc:cxnChg>
      </pc:sldChg>
      <pc:sldChg chg="addSp delSp modSp add mod ord">
        <pc:chgData name="정지윤" userId="02c42eeb-3573-4fe0-87af-c4a597b73e9f" providerId="ADAL" clId="{9FBACC46-319B-4421-86B7-F535C5B48135}" dt="2023-11-02T06:59:17.827" v="17713" actId="6549"/>
        <pc:sldMkLst>
          <pc:docMk/>
          <pc:sldMk cId="468985992" sldId="1334"/>
        </pc:sldMkLst>
        <pc:spChg chg="mod">
          <ac:chgData name="정지윤" userId="02c42eeb-3573-4fe0-87af-c4a597b73e9f" providerId="ADAL" clId="{9FBACC46-319B-4421-86B7-F535C5B48135}" dt="2023-11-02T06:59:17.827" v="17713" actId="6549"/>
          <ac:spMkLst>
            <pc:docMk/>
            <pc:sldMk cId="468985992" sldId="1334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6:57:04.797" v="17577" actId="14100"/>
          <ac:spMkLst>
            <pc:docMk/>
            <pc:sldMk cId="468985992" sldId="1334"/>
            <ac:spMk id="8" creationId="{EE0A2FEB-4E38-A34C-B499-995A30C59F2E}"/>
          </ac:spMkLst>
        </pc:spChg>
        <pc:graphicFrameChg chg="mod modGraphic">
          <ac:chgData name="정지윤" userId="02c42eeb-3573-4fe0-87af-c4a597b73e9f" providerId="ADAL" clId="{9FBACC46-319B-4421-86B7-F535C5B48135}" dt="2023-11-02T06:56:35.605" v="17567"/>
          <ac:graphicFrameMkLst>
            <pc:docMk/>
            <pc:sldMk cId="468985992" sldId="1334"/>
            <ac:graphicFrameMk id="3" creationId="{EB5E6BEF-7528-22F3-81D3-C88DBE43847E}"/>
          </ac:graphicFrameMkLst>
        </pc:graphicFrameChg>
        <pc:picChg chg="add del mod ord modCrop">
          <ac:chgData name="정지윤" userId="02c42eeb-3573-4fe0-87af-c4a597b73e9f" providerId="ADAL" clId="{9FBACC46-319B-4421-86B7-F535C5B48135}" dt="2023-11-02T06:56:59.420" v="17575" actId="478"/>
          <ac:picMkLst>
            <pc:docMk/>
            <pc:sldMk cId="468985992" sldId="1334"/>
            <ac:picMk id="6" creationId="{9C57E6F7-4837-CACF-CD28-3A8CD7A1FDBB}"/>
          </ac:picMkLst>
        </pc:picChg>
        <pc:picChg chg="del mod modCrop">
          <ac:chgData name="정지윤" userId="02c42eeb-3573-4fe0-87af-c4a597b73e9f" providerId="ADAL" clId="{9FBACC46-319B-4421-86B7-F535C5B48135}" dt="2023-11-02T06:52:44.383" v="16817" actId="478"/>
          <ac:picMkLst>
            <pc:docMk/>
            <pc:sldMk cId="468985992" sldId="1334"/>
            <ac:picMk id="9" creationId="{E19196AA-76D4-3151-2F0F-8C2CC86E4E11}"/>
          </ac:picMkLst>
        </pc:picChg>
        <pc:picChg chg="add del mod">
          <ac:chgData name="정지윤" userId="02c42eeb-3573-4fe0-87af-c4a597b73e9f" providerId="ADAL" clId="{9FBACC46-319B-4421-86B7-F535C5B48135}" dt="2023-11-02T06:54:42.201" v="17421" actId="478"/>
          <ac:picMkLst>
            <pc:docMk/>
            <pc:sldMk cId="468985992" sldId="1334"/>
            <ac:picMk id="12" creationId="{179DD2E6-D5AB-B4E2-ADA9-0847C88F7895}"/>
          </ac:picMkLst>
        </pc:picChg>
        <pc:picChg chg="add mod ord modCrop">
          <ac:chgData name="정지윤" userId="02c42eeb-3573-4fe0-87af-c4a597b73e9f" providerId="ADAL" clId="{9FBACC46-319B-4421-86B7-F535C5B48135}" dt="2023-11-02T06:56:58.315" v="17574" actId="167"/>
          <ac:picMkLst>
            <pc:docMk/>
            <pc:sldMk cId="468985992" sldId="1334"/>
            <ac:picMk id="14" creationId="{2A2F6E91-76A0-5323-C501-3194D66DE6E1}"/>
          </ac:picMkLst>
        </pc:picChg>
        <pc:cxnChg chg="mod">
          <ac:chgData name="정지윤" userId="02c42eeb-3573-4fe0-87af-c4a597b73e9f" providerId="ADAL" clId="{9FBACC46-319B-4421-86B7-F535C5B48135}" dt="2023-11-02T06:57:07.492" v="17578" actId="1076"/>
          <ac:cxnSpMkLst>
            <pc:docMk/>
            <pc:sldMk cId="468985992" sldId="1334"/>
            <ac:cxnSpMk id="10" creationId="{DEEA7467-C122-76A9-C1B5-59427B82C25A}"/>
          </ac:cxnSpMkLst>
        </pc:cxnChg>
      </pc:sldChg>
      <pc:sldChg chg="modSp add mod ord">
        <pc:chgData name="정지윤" userId="02c42eeb-3573-4fe0-87af-c4a597b73e9f" providerId="ADAL" clId="{9FBACC46-319B-4421-86B7-F535C5B48135}" dt="2023-11-02T06:56:22.834" v="17548"/>
        <pc:sldMkLst>
          <pc:docMk/>
          <pc:sldMk cId="1435893700" sldId="1335"/>
        </pc:sldMkLst>
        <pc:spChg chg="mod">
          <ac:chgData name="정지윤" userId="02c42eeb-3573-4fe0-87af-c4a597b73e9f" providerId="ADAL" clId="{9FBACC46-319B-4421-86B7-F535C5B48135}" dt="2023-11-02T06:55:26.618" v="17544" actId="20577"/>
          <ac:spMkLst>
            <pc:docMk/>
            <pc:sldMk cId="1435893700" sldId="1335"/>
            <ac:spMk id="7" creationId="{0C81DD60-D84B-4D3C-8F3E-7D0E22E11300}"/>
          </ac:spMkLst>
        </pc:spChg>
        <pc:graphicFrameChg chg="mod modGraphic">
          <ac:chgData name="정지윤" userId="02c42eeb-3573-4fe0-87af-c4a597b73e9f" providerId="ADAL" clId="{9FBACC46-319B-4421-86B7-F535C5B48135}" dt="2023-11-02T06:56:22.834" v="17548"/>
          <ac:graphicFrameMkLst>
            <pc:docMk/>
            <pc:sldMk cId="1435893700" sldId="1335"/>
            <ac:graphicFrameMk id="3" creationId="{EB5E6BEF-7528-22F3-81D3-C88DBE43847E}"/>
          </ac:graphicFrameMkLst>
        </pc:graphicFrameChg>
      </pc:sldChg>
      <pc:sldChg chg="addSp delSp modSp add mod">
        <pc:chgData name="정지윤" userId="02c42eeb-3573-4fe0-87af-c4a597b73e9f" providerId="ADAL" clId="{9FBACC46-319B-4421-86B7-F535C5B48135}" dt="2023-11-02T07:01:25.013" v="17762"/>
        <pc:sldMkLst>
          <pc:docMk/>
          <pc:sldMk cId="3342676789" sldId="1336"/>
        </pc:sldMkLst>
        <pc:spChg chg="mod">
          <ac:chgData name="정지윤" userId="02c42eeb-3573-4fe0-87af-c4a597b73e9f" providerId="ADAL" clId="{9FBACC46-319B-4421-86B7-F535C5B48135}" dt="2023-11-02T07:00:36.170" v="17731" actId="20577"/>
          <ac:spMkLst>
            <pc:docMk/>
            <pc:sldMk cId="3342676789" sldId="1336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2T07:01:16.984" v="17747" actId="478"/>
          <ac:spMkLst>
            <pc:docMk/>
            <pc:sldMk cId="3342676789" sldId="1336"/>
            <ac:spMk id="8" creationId="{EE0A2FEB-4E38-A34C-B499-995A30C59F2E}"/>
          </ac:spMkLst>
        </pc:spChg>
        <pc:graphicFrameChg chg="mod modGraphic">
          <ac:chgData name="정지윤" userId="02c42eeb-3573-4fe0-87af-c4a597b73e9f" providerId="ADAL" clId="{9FBACC46-319B-4421-86B7-F535C5B48135}" dt="2023-11-02T07:01:25.013" v="17762"/>
          <ac:graphicFrameMkLst>
            <pc:docMk/>
            <pc:sldMk cId="3342676789" sldId="1336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2T07:01:12.961" v="17744" actId="167"/>
          <ac:picMkLst>
            <pc:docMk/>
            <pc:sldMk cId="3342676789" sldId="1336"/>
            <ac:picMk id="6" creationId="{D06495F7-152C-88E2-ABB3-F8EB83D29FE7}"/>
          </ac:picMkLst>
        </pc:picChg>
        <pc:picChg chg="del mod">
          <ac:chgData name="정지윤" userId="02c42eeb-3573-4fe0-87af-c4a597b73e9f" providerId="ADAL" clId="{9FBACC46-319B-4421-86B7-F535C5B48135}" dt="2023-11-02T07:01:13.845" v="17746" actId="21"/>
          <ac:picMkLst>
            <pc:docMk/>
            <pc:sldMk cId="3342676789" sldId="1336"/>
            <ac:picMk id="14" creationId="{2A2F6E91-76A0-5323-C501-3194D66DE6E1}"/>
          </ac:picMkLst>
        </pc:picChg>
        <pc:cxnChg chg="del">
          <ac:chgData name="정지윤" userId="02c42eeb-3573-4fe0-87af-c4a597b73e9f" providerId="ADAL" clId="{9FBACC46-319B-4421-86B7-F535C5B48135}" dt="2023-11-02T07:01:16.984" v="17747" actId="478"/>
          <ac:cxnSpMkLst>
            <pc:docMk/>
            <pc:sldMk cId="3342676789" sldId="1336"/>
            <ac:cxnSpMk id="10" creationId="{DEEA7467-C122-76A9-C1B5-59427B82C25A}"/>
          </ac:cxnSpMkLst>
        </pc:cxnChg>
      </pc:sldChg>
      <pc:sldChg chg="modSp add mod">
        <pc:chgData name="정지윤" userId="02c42eeb-3573-4fe0-87af-c4a597b73e9f" providerId="ADAL" clId="{9FBACC46-319B-4421-86B7-F535C5B48135}" dt="2023-11-02T07:01:31.509" v="17777"/>
        <pc:sldMkLst>
          <pc:docMk/>
          <pc:sldMk cId="2682390883" sldId="1337"/>
        </pc:sldMkLst>
        <pc:graphicFrameChg chg="mod modGraphic">
          <ac:chgData name="정지윤" userId="02c42eeb-3573-4fe0-87af-c4a597b73e9f" providerId="ADAL" clId="{9FBACC46-319B-4421-86B7-F535C5B48135}" dt="2023-11-02T07:01:31.509" v="17777"/>
          <ac:graphicFrameMkLst>
            <pc:docMk/>
            <pc:sldMk cId="2682390883" sldId="1337"/>
            <ac:graphicFrameMk id="3" creationId="{EB5E6BEF-7528-22F3-81D3-C88DBE43847E}"/>
          </ac:graphicFrameMkLst>
        </pc:graphicFrameChg>
      </pc:sldChg>
      <pc:sldChg chg="modSp add mod">
        <pc:chgData name="정지윤" userId="02c42eeb-3573-4fe0-87af-c4a597b73e9f" providerId="ADAL" clId="{9FBACC46-319B-4421-86B7-F535C5B48135}" dt="2023-11-02T07:02:05.353" v="17797"/>
        <pc:sldMkLst>
          <pc:docMk/>
          <pc:sldMk cId="850194351" sldId="1338"/>
        </pc:sldMkLst>
        <pc:graphicFrameChg chg="mod modGraphic">
          <ac:chgData name="정지윤" userId="02c42eeb-3573-4fe0-87af-c4a597b73e9f" providerId="ADAL" clId="{9FBACC46-319B-4421-86B7-F535C5B48135}" dt="2023-11-02T07:02:05.353" v="17797"/>
          <ac:graphicFrameMkLst>
            <pc:docMk/>
            <pc:sldMk cId="850194351" sldId="1338"/>
            <ac:graphicFrameMk id="3" creationId="{EB5E6BEF-7528-22F3-81D3-C88DBE43847E}"/>
          </ac:graphicFrameMkLst>
        </pc:graphicFrameChg>
      </pc:sldChg>
      <pc:sldChg chg="add">
        <pc:chgData name="정지윤" userId="02c42eeb-3573-4fe0-87af-c4a597b73e9f" providerId="ADAL" clId="{9FBACC46-319B-4421-86B7-F535C5B48135}" dt="2023-11-02T07:02:05.955" v="17798"/>
        <pc:sldMkLst>
          <pc:docMk/>
          <pc:sldMk cId="2213596229" sldId="1339"/>
        </pc:sldMkLst>
      </pc:sldChg>
      <pc:sldChg chg="addSp delSp modSp add mod">
        <pc:chgData name="정지윤" userId="02c42eeb-3573-4fe0-87af-c4a597b73e9f" providerId="ADAL" clId="{9FBACC46-319B-4421-86B7-F535C5B48135}" dt="2023-11-02T07:35:57.893" v="17864"/>
        <pc:sldMkLst>
          <pc:docMk/>
          <pc:sldMk cId="2115765827" sldId="1340"/>
        </pc:sldMkLst>
        <pc:spChg chg="mod">
          <ac:chgData name="정지윤" userId="02c42eeb-3573-4fe0-87af-c4a597b73e9f" providerId="ADAL" clId="{9FBACC46-319B-4421-86B7-F535C5B48135}" dt="2023-11-02T07:34:58.649" v="17857"/>
          <ac:spMkLst>
            <pc:docMk/>
            <pc:sldMk cId="2115765827" sldId="1340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2T07:35:35.915" v="17860" actId="14100"/>
          <ac:spMkLst>
            <pc:docMk/>
            <pc:sldMk cId="2115765827" sldId="1340"/>
            <ac:spMk id="9" creationId="{42C8C479-821C-B202-3BD2-BEEF0230DED2}"/>
          </ac:spMkLst>
        </pc:spChg>
        <pc:graphicFrameChg chg="mod modGraphic">
          <ac:chgData name="정지윤" userId="02c42eeb-3573-4fe0-87af-c4a597b73e9f" providerId="ADAL" clId="{9FBACC46-319B-4421-86B7-F535C5B48135}" dt="2023-11-02T07:35:27.859" v="17859" actId="6549"/>
          <ac:graphicFrameMkLst>
            <pc:docMk/>
            <pc:sldMk cId="2115765827" sldId="1340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2T07:34:08.742" v="17812" actId="478"/>
          <ac:picMkLst>
            <pc:docMk/>
            <pc:sldMk cId="2115765827" sldId="1340"/>
            <ac:picMk id="6" creationId="{D06495F7-152C-88E2-ABB3-F8EB83D29FE7}"/>
          </ac:picMkLst>
        </pc:picChg>
        <pc:picChg chg="add mod ord modCrop">
          <ac:chgData name="정지윤" userId="02c42eeb-3573-4fe0-87af-c4a597b73e9f" providerId="ADAL" clId="{9FBACC46-319B-4421-86B7-F535C5B48135}" dt="2023-11-02T07:34:07.430" v="17811" actId="167"/>
          <ac:picMkLst>
            <pc:docMk/>
            <pc:sldMk cId="2115765827" sldId="1340"/>
            <ac:picMk id="8" creationId="{701AE1D3-201D-1410-C67E-C8E910A667D8}"/>
          </ac:picMkLst>
        </pc:picChg>
        <pc:cxnChg chg="add mod">
          <ac:chgData name="정지윤" userId="02c42eeb-3573-4fe0-87af-c4a597b73e9f" providerId="ADAL" clId="{9FBACC46-319B-4421-86B7-F535C5B48135}" dt="2023-11-02T07:35:43.620" v="17862" actId="1076"/>
          <ac:cxnSpMkLst>
            <pc:docMk/>
            <pc:sldMk cId="2115765827" sldId="1340"/>
            <ac:cxnSpMk id="10" creationId="{9AB6F2D1-E283-AE2D-259D-572BDDFCBB39}"/>
          </ac:cxnSpMkLst>
        </pc:cxnChg>
        <pc:cxnChg chg="add del mod">
          <ac:chgData name="정지윤" userId="02c42eeb-3573-4fe0-87af-c4a597b73e9f" providerId="ADAL" clId="{9FBACC46-319B-4421-86B7-F535C5B48135}" dt="2023-11-02T07:35:57.893" v="17864"/>
          <ac:cxnSpMkLst>
            <pc:docMk/>
            <pc:sldMk cId="2115765827" sldId="1340"/>
            <ac:cxnSpMk id="11" creationId="{EC24727B-8175-B2CD-B3A0-0FD1B1CF94BD}"/>
          </ac:cxnSpMkLst>
        </pc:cxnChg>
      </pc:sldChg>
      <pc:sldChg chg="add del">
        <pc:chgData name="정지윤" userId="02c42eeb-3573-4fe0-87af-c4a597b73e9f" providerId="ADAL" clId="{9FBACC46-319B-4421-86B7-F535C5B48135}" dt="2023-11-02T07:43:45.585" v="18296" actId="47"/>
        <pc:sldMkLst>
          <pc:docMk/>
          <pc:sldMk cId="2407681250" sldId="1341"/>
        </pc:sldMkLst>
      </pc:sldChg>
      <pc:sldChg chg="addSp delSp modSp add mod modClrScheme chgLayout">
        <pc:chgData name="정지윤" userId="02c42eeb-3573-4fe0-87af-c4a597b73e9f" providerId="ADAL" clId="{9FBACC46-319B-4421-86B7-F535C5B48135}" dt="2023-11-02T07:37:43.829" v="17888" actId="1076"/>
        <pc:sldMkLst>
          <pc:docMk/>
          <pc:sldMk cId="4225943214" sldId="1342"/>
        </pc:sldMkLst>
        <pc:spChg chg="mod ord">
          <ac:chgData name="정지윤" userId="02c42eeb-3573-4fe0-87af-c4a597b73e9f" providerId="ADAL" clId="{9FBACC46-319B-4421-86B7-F535C5B48135}" dt="2023-11-02T07:36:14.782" v="17871" actId="700"/>
          <ac:spMkLst>
            <pc:docMk/>
            <pc:sldMk cId="4225943214" sldId="1342"/>
            <ac:spMk id="2" creationId="{DC8B0B2E-051C-4693-AC44-65BE8AE195C5}"/>
          </ac:spMkLst>
        </pc:spChg>
        <pc:spChg chg="mod ord">
          <ac:chgData name="정지윤" userId="02c42eeb-3573-4fe0-87af-c4a597b73e9f" providerId="ADAL" clId="{9FBACC46-319B-4421-86B7-F535C5B48135}" dt="2023-11-02T07:36:14.782" v="17871" actId="700"/>
          <ac:spMkLst>
            <pc:docMk/>
            <pc:sldMk cId="4225943214" sldId="1342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7:37:42.117" v="17887" actId="14100"/>
          <ac:spMkLst>
            <pc:docMk/>
            <pc:sldMk cId="4225943214" sldId="1342"/>
            <ac:spMk id="9" creationId="{42C8C479-821C-B202-3BD2-BEEF0230DED2}"/>
          </ac:spMkLst>
        </pc:spChg>
        <pc:graphicFrameChg chg="modGraphic">
          <ac:chgData name="정지윤" userId="02c42eeb-3573-4fe0-87af-c4a597b73e9f" providerId="ADAL" clId="{9FBACC46-319B-4421-86B7-F535C5B48135}" dt="2023-11-02T07:37:06.378" v="17874" actId="6549"/>
          <ac:graphicFrameMkLst>
            <pc:docMk/>
            <pc:sldMk cId="4225943214" sldId="1342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2T07:37:36.612" v="17884" actId="167"/>
          <ac:picMkLst>
            <pc:docMk/>
            <pc:sldMk cId="4225943214" sldId="1342"/>
            <ac:picMk id="6" creationId="{D24FAB58-8A43-7464-852D-2C79581BAC23}"/>
          </ac:picMkLst>
        </pc:picChg>
        <pc:picChg chg="del">
          <ac:chgData name="정지윤" userId="02c42eeb-3573-4fe0-87af-c4a597b73e9f" providerId="ADAL" clId="{9FBACC46-319B-4421-86B7-F535C5B48135}" dt="2023-11-02T07:37:37.848" v="17885" actId="478"/>
          <ac:picMkLst>
            <pc:docMk/>
            <pc:sldMk cId="4225943214" sldId="1342"/>
            <ac:picMk id="8" creationId="{701AE1D3-201D-1410-C67E-C8E910A667D8}"/>
          </ac:picMkLst>
        </pc:picChg>
        <pc:cxnChg chg="mod">
          <ac:chgData name="정지윤" userId="02c42eeb-3573-4fe0-87af-c4a597b73e9f" providerId="ADAL" clId="{9FBACC46-319B-4421-86B7-F535C5B48135}" dt="2023-11-02T07:37:43.829" v="17888" actId="1076"/>
          <ac:cxnSpMkLst>
            <pc:docMk/>
            <pc:sldMk cId="4225943214" sldId="1342"/>
            <ac:cxnSpMk id="10" creationId="{9AB6F2D1-E283-AE2D-259D-572BDDFCBB39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2T07:40:56.619" v="18173" actId="20577"/>
        <pc:sldMkLst>
          <pc:docMk/>
          <pc:sldMk cId="3448584457" sldId="1343"/>
        </pc:sldMkLst>
        <pc:spChg chg="mod">
          <ac:chgData name="정지윤" userId="02c42eeb-3573-4fe0-87af-c4a597b73e9f" providerId="ADAL" clId="{9FBACC46-319B-4421-86B7-F535C5B48135}" dt="2023-11-02T07:39:30.709" v="18089" actId="20577"/>
          <ac:spMkLst>
            <pc:docMk/>
            <pc:sldMk cId="3448584457" sldId="1343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7:38:58.741" v="17939" actId="14100"/>
          <ac:spMkLst>
            <pc:docMk/>
            <pc:sldMk cId="3448584457" sldId="1343"/>
            <ac:spMk id="9" creationId="{42C8C479-821C-B202-3BD2-BEEF0230DED2}"/>
          </ac:spMkLst>
        </pc:spChg>
        <pc:spChg chg="add mod">
          <ac:chgData name="정지윤" userId="02c42eeb-3573-4fe0-87af-c4a597b73e9f" providerId="ADAL" clId="{9FBACC46-319B-4421-86B7-F535C5B48135}" dt="2023-11-02T07:39:02.268" v="17941" actId="14100"/>
          <ac:spMkLst>
            <pc:docMk/>
            <pc:sldMk cId="3448584457" sldId="1343"/>
            <ac:spMk id="13" creationId="{37881D78-6B0E-DE67-41CE-7B0FAEA2CEE7}"/>
          </ac:spMkLst>
        </pc:spChg>
        <pc:graphicFrameChg chg="mod modGraphic">
          <ac:chgData name="정지윤" userId="02c42eeb-3573-4fe0-87af-c4a597b73e9f" providerId="ADAL" clId="{9FBACC46-319B-4421-86B7-F535C5B48135}" dt="2023-11-02T07:40:56.619" v="18173" actId="20577"/>
          <ac:graphicFrameMkLst>
            <pc:docMk/>
            <pc:sldMk cId="3448584457" sldId="1343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2T07:38:51.023" v="17936" actId="478"/>
          <ac:picMkLst>
            <pc:docMk/>
            <pc:sldMk cId="3448584457" sldId="1343"/>
            <ac:picMk id="6" creationId="{D24FAB58-8A43-7464-852D-2C79581BAC23}"/>
          </ac:picMkLst>
        </pc:picChg>
        <pc:picChg chg="add mod ord modCrop">
          <ac:chgData name="정지윤" userId="02c42eeb-3573-4fe0-87af-c4a597b73e9f" providerId="ADAL" clId="{9FBACC46-319B-4421-86B7-F535C5B48135}" dt="2023-11-02T07:38:53.623" v="17937" actId="167"/>
          <ac:picMkLst>
            <pc:docMk/>
            <pc:sldMk cId="3448584457" sldId="1343"/>
            <ac:picMk id="8" creationId="{2FB3E25D-2AA5-FDCC-BC55-30E069C7A026}"/>
          </ac:picMkLst>
        </pc:picChg>
        <pc:picChg chg="add mod ord modCrop">
          <ac:chgData name="정지윤" userId="02c42eeb-3573-4fe0-87af-c4a597b73e9f" providerId="ADAL" clId="{9FBACC46-319B-4421-86B7-F535C5B48135}" dt="2023-11-02T07:38:53.623" v="17937" actId="167"/>
          <ac:picMkLst>
            <pc:docMk/>
            <pc:sldMk cId="3448584457" sldId="1343"/>
            <ac:picMk id="12" creationId="{A3A44D52-F325-0503-1942-266722A18D15}"/>
          </ac:picMkLst>
        </pc:picChg>
        <pc:cxnChg chg="mod">
          <ac:chgData name="정지윤" userId="02c42eeb-3573-4fe0-87af-c4a597b73e9f" providerId="ADAL" clId="{9FBACC46-319B-4421-86B7-F535C5B48135}" dt="2023-11-02T07:39:03.684" v="17942" actId="1076"/>
          <ac:cxnSpMkLst>
            <pc:docMk/>
            <pc:sldMk cId="3448584457" sldId="1343"/>
            <ac:cxnSpMk id="10" creationId="{9AB6F2D1-E283-AE2D-259D-572BDDFCBB39}"/>
          </ac:cxnSpMkLst>
        </pc:cxnChg>
        <pc:cxnChg chg="add mod">
          <ac:chgData name="정지윤" userId="02c42eeb-3573-4fe0-87af-c4a597b73e9f" providerId="ADAL" clId="{9FBACC46-319B-4421-86B7-F535C5B48135}" dt="2023-11-02T07:39:05.950" v="17943" actId="571"/>
          <ac:cxnSpMkLst>
            <pc:docMk/>
            <pc:sldMk cId="3448584457" sldId="1343"/>
            <ac:cxnSpMk id="14" creationId="{B2213911-A3CB-5C99-4C9A-B5A1FA940842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2T07:43:50.094" v="18299" actId="478"/>
        <pc:sldMkLst>
          <pc:docMk/>
          <pc:sldMk cId="3557281895" sldId="1344"/>
        </pc:sldMkLst>
        <pc:spChg chg="mod">
          <ac:chgData name="정지윤" userId="02c42eeb-3573-4fe0-87af-c4a597b73e9f" providerId="ADAL" clId="{9FBACC46-319B-4421-86B7-F535C5B48135}" dt="2023-11-02T07:42:20.905" v="18295" actId="20577"/>
          <ac:spMkLst>
            <pc:docMk/>
            <pc:sldMk cId="3557281895" sldId="1344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7:40:24.580" v="18107" actId="14100"/>
          <ac:spMkLst>
            <pc:docMk/>
            <pc:sldMk cId="3557281895" sldId="1344"/>
            <ac:spMk id="9" creationId="{42C8C479-821C-B202-3BD2-BEEF0230DED2}"/>
          </ac:spMkLst>
        </pc:spChg>
        <pc:spChg chg="del">
          <ac:chgData name="정지윤" userId="02c42eeb-3573-4fe0-87af-c4a597b73e9f" providerId="ADAL" clId="{9FBACC46-319B-4421-86B7-F535C5B48135}" dt="2023-11-02T07:40:15.758" v="18103" actId="478"/>
          <ac:spMkLst>
            <pc:docMk/>
            <pc:sldMk cId="3557281895" sldId="1344"/>
            <ac:spMk id="13" creationId="{37881D78-6B0E-DE67-41CE-7B0FAEA2CEE7}"/>
          </ac:spMkLst>
        </pc:spChg>
        <pc:graphicFrameChg chg="modGraphic">
          <ac:chgData name="정지윤" userId="02c42eeb-3573-4fe0-87af-c4a597b73e9f" providerId="ADAL" clId="{9FBACC46-319B-4421-86B7-F535C5B48135}" dt="2023-11-02T07:41:11.244" v="18175" actId="20577"/>
          <ac:graphicFrameMkLst>
            <pc:docMk/>
            <pc:sldMk cId="3557281895" sldId="1344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2T07:40:12.280" v="18101" actId="167"/>
          <ac:picMkLst>
            <pc:docMk/>
            <pc:sldMk cId="3557281895" sldId="1344"/>
            <ac:picMk id="6" creationId="{0344599C-4C2D-C4F0-8CB7-9134C42B7936}"/>
          </ac:picMkLst>
        </pc:picChg>
        <pc:picChg chg="del">
          <ac:chgData name="정지윤" userId="02c42eeb-3573-4fe0-87af-c4a597b73e9f" providerId="ADAL" clId="{9FBACC46-319B-4421-86B7-F535C5B48135}" dt="2023-11-02T07:40:13.688" v="18102" actId="478"/>
          <ac:picMkLst>
            <pc:docMk/>
            <pc:sldMk cId="3557281895" sldId="1344"/>
            <ac:picMk id="8" creationId="{2FB3E25D-2AA5-FDCC-BC55-30E069C7A026}"/>
          </ac:picMkLst>
        </pc:picChg>
        <pc:picChg chg="del">
          <ac:chgData name="정지윤" userId="02c42eeb-3573-4fe0-87af-c4a597b73e9f" providerId="ADAL" clId="{9FBACC46-319B-4421-86B7-F535C5B48135}" dt="2023-11-02T07:40:13.688" v="18102" actId="478"/>
          <ac:picMkLst>
            <pc:docMk/>
            <pc:sldMk cId="3557281895" sldId="1344"/>
            <ac:picMk id="12" creationId="{A3A44D52-F325-0503-1942-266722A18D15}"/>
          </ac:picMkLst>
        </pc:picChg>
        <pc:picChg chg="add del mod">
          <ac:chgData name="정지윤" userId="02c42eeb-3573-4fe0-87af-c4a597b73e9f" providerId="ADAL" clId="{9FBACC46-319B-4421-86B7-F535C5B48135}" dt="2023-11-02T07:43:50.094" v="18299" actId="478"/>
          <ac:picMkLst>
            <pc:docMk/>
            <pc:sldMk cId="3557281895" sldId="1344"/>
            <ac:picMk id="15" creationId="{DAF90E77-9A40-C670-9FA4-80A755625500}"/>
          </ac:picMkLst>
        </pc:picChg>
        <pc:cxnChg chg="del">
          <ac:chgData name="정지윤" userId="02c42eeb-3573-4fe0-87af-c4a597b73e9f" providerId="ADAL" clId="{9FBACC46-319B-4421-86B7-F535C5B48135}" dt="2023-11-02T07:40:15.758" v="18103" actId="478"/>
          <ac:cxnSpMkLst>
            <pc:docMk/>
            <pc:sldMk cId="3557281895" sldId="1344"/>
            <ac:cxnSpMk id="10" creationId="{9AB6F2D1-E283-AE2D-259D-572BDDFCBB39}"/>
          </ac:cxnSpMkLst>
        </pc:cxnChg>
        <pc:cxnChg chg="mod">
          <ac:chgData name="정지윤" userId="02c42eeb-3573-4fe0-87af-c4a597b73e9f" providerId="ADAL" clId="{9FBACC46-319B-4421-86B7-F535C5B48135}" dt="2023-11-02T07:40:26.323" v="18108" actId="1076"/>
          <ac:cxnSpMkLst>
            <pc:docMk/>
            <pc:sldMk cId="3557281895" sldId="1344"/>
            <ac:cxnSpMk id="14" creationId="{B2213911-A3CB-5C99-4C9A-B5A1FA940842}"/>
          </ac:cxnSpMkLst>
        </pc:cxnChg>
      </pc:sldChg>
      <pc:sldChg chg="delSp modSp add mod">
        <pc:chgData name="정지윤" userId="02c42eeb-3573-4fe0-87af-c4a597b73e9f" providerId="ADAL" clId="{9FBACC46-319B-4421-86B7-F535C5B48135}" dt="2023-11-03T01:30:32.222" v="19260" actId="6549"/>
        <pc:sldMkLst>
          <pc:docMk/>
          <pc:sldMk cId="915577697" sldId="1345"/>
        </pc:sldMkLst>
        <pc:spChg chg="mod">
          <ac:chgData name="정지윤" userId="02c42eeb-3573-4fe0-87af-c4a597b73e9f" providerId="ADAL" clId="{9FBACC46-319B-4421-86B7-F535C5B48135}" dt="2023-11-03T01:30:32.222" v="19260" actId="6549"/>
          <ac:spMkLst>
            <pc:docMk/>
            <pc:sldMk cId="915577697" sldId="1345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7:44:18.621" v="18310" actId="14100"/>
          <ac:spMkLst>
            <pc:docMk/>
            <pc:sldMk cId="915577697" sldId="1345"/>
            <ac:spMk id="9" creationId="{42C8C479-821C-B202-3BD2-BEEF0230DED2}"/>
          </ac:spMkLst>
        </pc:spChg>
        <pc:graphicFrameChg chg="modGraphic">
          <ac:chgData name="정지윤" userId="02c42eeb-3573-4fe0-87af-c4a597b73e9f" providerId="ADAL" clId="{9FBACC46-319B-4421-86B7-F535C5B48135}" dt="2023-11-02T07:45:30.740" v="18520" actId="20577"/>
          <ac:graphicFrameMkLst>
            <pc:docMk/>
            <pc:sldMk cId="915577697" sldId="1345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2T07:44:09.841" v="18307" actId="478"/>
          <ac:picMkLst>
            <pc:docMk/>
            <pc:sldMk cId="915577697" sldId="1345"/>
            <ac:picMk id="6" creationId="{0344599C-4C2D-C4F0-8CB7-9134C42B7936}"/>
          </ac:picMkLst>
        </pc:picChg>
        <pc:picChg chg="mod ord modCrop">
          <ac:chgData name="정지윤" userId="02c42eeb-3573-4fe0-87af-c4a597b73e9f" providerId="ADAL" clId="{9FBACC46-319B-4421-86B7-F535C5B48135}" dt="2023-11-02T07:44:08.765" v="18306" actId="167"/>
          <ac:picMkLst>
            <pc:docMk/>
            <pc:sldMk cId="915577697" sldId="1345"/>
            <ac:picMk id="15" creationId="{DAF90E77-9A40-C670-9FA4-80A755625500}"/>
          </ac:picMkLst>
        </pc:picChg>
        <pc:cxnChg chg="mod">
          <ac:chgData name="정지윤" userId="02c42eeb-3573-4fe0-87af-c4a597b73e9f" providerId="ADAL" clId="{9FBACC46-319B-4421-86B7-F535C5B48135}" dt="2023-11-02T07:44:13.100" v="18308" actId="1076"/>
          <ac:cxnSpMkLst>
            <pc:docMk/>
            <pc:sldMk cId="915577697" sldId="1345"/>
            <ac:cxnSpMk id="14" creationId="{B2213911-A3CB-5C99-4C9A-B5A1FA940842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1:30:20.632" v="19254"/>
        <pc:sldMkLst>
          <pc:docMk/>
          <pc:sldMk cId="2551553666" sldId="1346"/>
        </pc:sldMkLst>
        <pc:spChg chg="mod">
          <ac:chgData name="정지윤" userId="02c42eeb-3573-4fe0-87af-c4a597b73e9f" providerId="ADAL" clId="{9FBACC46-319B-4421-86B7-F535C5B48135}" dt="2023-11-03T00:22:35.546" v="18525" actId="20577"/>
          <ac:spMkLst>
            <pc:docMk/>
            <pc:sldMk cId="2551553666" sldId="1346"/>
            <ac:spMk id="4" creationId="{A0F8C939-5574-DFEB-13CB-4016F6CBB9AD}"/>
          </ac:spMkLst>
        </pc:spChg>
        <pc:spChg chg="mod">
          <ac:chgData name="정지윤" userId="02c42eeb-3573-4fe0-87af-c4a597b73e9f" providerId="ADAL" clId="{9FBACC46-319B-4421-86B7-F535C5B48135}" dt="2023-11-03T01:30:20.632" v="19254"/>
          <ac:spMkLst>
            <pc:docMk/>
            <pc:sldMk cId="2551553666" sldId="1346"/>
            <ac:spMk id="7" creationId="{0C81DD60-D84B-4D3C-8F3E-7D0E22E11300}"/>
          </ac:spMkLst>
        </pc:spChg>
        <pc:graphicFrameChg chg="mod modGraphic">
          <ac:chgData name="정지윤" userId="02c42eeb-3573-4fe0-87af-c4a597b73e9f" providerId="ADAL" clId="{9FBACC46-319B-4421-86B7-F535C5B48135}" dt="2023-11-03T00:43:11.257" v="18534" actId="20577"/>
          <ac:graphicFrameMkLst>
            <pc:docMk/>
            <pc:sldMk cId="2551553666" sldId="1346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3T00:43:34.820" v="18544" actId="167"/>
          <ac:picMkLst>
            <pc:docMk/>
            <pc:sldMk cId="2551553666" sldId="1346"/>
            <ac:picMk id="6" creationId="{25CEE1AE-D6A3-331D-E56D-9A22E9477037}"/>
          </ac:picMkLst>
        </pc:picChg>
        <pc:picChg chg="del mod">
          <ac:chgData name="정지윤" userId="02c42eeb-3573-4fe0-87af-c4a597b73e9f" providerId="ADAL" clId="{9FBACC46-319B-4421-86B7-F535C5B48135}" dt="2023-11-03T00:43:36.099" v="18546" actId="478"/>
          <ac:picMkLst>
            <pc:docMk/>
            <pc:sldMk cId="2551553666" sldId="1346"/>
            <ac:picMk id="15" creationId="{DAF90E77-9A40-C670-9FA4-80A755625500}"/>
          </ac:picMkLst>
        </pc:picChg>
      </pc:sldChg>
      <pc:sldChg chg="modSp add mod">
        <pc:chgData name="정지윤" userId="02c42eeb-3573-4fe0-87af-c4a597b73e9f" providerId="ADAL" clId="{9FBACC46-319B-4421-86B7-F535C5B48135}" dt="2023-11-03T01:29:55.167" v="19246" actId="6549"/>
        <pc:sldMkLst>
          <pc:docMk/>
          <pc:sldMk cId="593923077" sldId="1347"/>
        </pc:sldMkLst>
        <pc:spChg chg="mod">
          <ac:chgData name="정지윤" userId="02c42eeb-3573-4fe0-87af-c4a597b73e9f" providerId="ADAL" clId="{9FBACC46-319B-4421-86B7-F535C5B48135}" dt="2023-11-03T01:29:55.167" v="19246" actId="6549"/>
          <ac:spMkLst>
            <pc:docMk/>
            <pc:sldMk cId="593923077" sldId="1347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3T00:43:54.499" v="18552" actId="14100"/>
          <ac:spMkLst>
            <pc:docMk/>
            <pc:sldMk cId="593923077" sldId="1347"/>
            <ac:spMk id="9" creationId="{42C8C479-821C-B202-3BD2-BEEF0230DED2}"/>
          </ac:spMkLst>
        </pc:spChg>
        <pc:graphicFrameChg chg="modGraphic">
          <ac:chgData name="정지윤" userId="02c42eeb-3573-4fe0-87af-c4a597b73e9f" providerId="ADAL" clId="{9FBACC46-319B-4421-86B7-F535C5B48135}" dt="2023-11-03T00:44:41.860" v="18652" actId="20577"/>
          <ac:graphicFrameMkLst>
            <pc:docMk/>
            <pc:sldMk cId="593923077" sldId="1347"/>
            <ac:graphicFrameMk id="3" creationId="{EB5E6BEF-7528-22F3-81D3-C88DBE43847E}"/>
          </ac:graphicFrameMkLst>
        </pc:graphicFrameChg>
        <pc:cxnChg chg="mod">
          <ac:chgData name="정지윤" userId="02c42eeb-3573-4fe0-87af-c4a597b73e9f" providerId="ADAL" clId="{9FBACC46-319B-4421-86B7-F535C5B48135}" dt="2023-11-03T00:43:52.410" v="18551" actId="1076"/>
          <ac:cxnSpMkLst>
            <pc:docMk/>
            <pc:sldMk cId="593923077" sldId="1347"/>
            <ac:cxnSpMk id="14" creationId="{B2213911-A3CB-5C99-4C9A-B5A1FA940842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1:30:04.131" v="19252" actId="6549"/>
        <pc:sldMkLst>
          <pc:docMk/>
          <pc:sldMk cId="2715922667" sldId="1348"/>
        </pc:sldMkLst>
        <pc:spChg chg="mod">
          <ac:chgData name="정지윤" userId="02c42eeb-3573-4fe0-87af-c4a597b73e9f" providerId="ADAL" clId="{9FBACC46-319B-4421-86B7-F535C5B48135}" dt="2023-11-03T01:30:04.131" v="19252" actId="6549"/>
          <ac:spMkLst>
            <pc:docMk/>
            <pc:sldMk cId="2715922667" sldId="1348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3T01:22:07.306" v="19151" actId="1076"/>
          <ac:spMkLst>
            <pc:docMk/>
            <pc:sldMk cId="2715922667" sldId="1348"/>
            <ac:spMk id="9" creationId="{42C8C479-821C-B202-3BD2-BEEF0230DED2}"/>
          </ac:spMkLst>
        </pc:spChg>
        <pc:graphicFrameChg chg="mod modGraphic">
          <ac:chgData name="정지윤" userId="02c42eeb-3573-4fe0-87af-c4a597b73e9f" providerId="ADAL" clId="{9FBACC46-319B-4421-86B7-F535C5B48135}" dt="2023-11-03T00:57:06.859" v="19084"/>
          <ac:graphicFrameMkLst>
            <pc:docMk/>
            <pc:sldMk cId="2715922667" sldId="1348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3T01:22:02.511" v="19148" actId="478"/>
          <ac:picMkLst>
            <pc:docMk/>
            <pc:sldMk cId="2715922667" sldId="1348"/>
            <ac:picMk id="6" creationId="{25CEE1AE-D6A3-331D-E56D-9A22E9477037}"/>
          </ac:picMkLst>
        </pc:picChg>
        <pc:picChg chg="add del mod modCrop">
          <ac:chgData name="정지윤" userId="02c42eeb-3573-4fe0-87af-c4a597b73e9f" providerId="ADAL" clId="{9FBACC46-319B-4421-86B7-F535C5B48135}" dt="2023-11-03T01:22:00.630" v="19147" actId="21"/>
          <ac:picMkLst>
            <pc:docMk/>
            <pc:sldMk cId="2715922667" sldId="1348"/>
            <ac:picMk id="8" creationId="{7AAB569F-DEDC-0904-D5BC-89B3B4B9FC49}"/>
          </ac:picMkLst>
        </pc:picChg>
        <pc:picChg chg="add mod ord">
          <ac:chgData name="정지윤" userId="02c42eeb-3573-4fe0-87af-c4a597b73e9f" providerId="ADAL" clId="{9FBACC46-319B-4421-86B7-F535C5B48135}" dt="2023-11-03T01:22:04.161" v="19150" actId="167"/>
          <ac:picMkLst>
            <pc:docMk/>
            <pc:sldMk cId="2715922667" sldId="1348"/>
            <ac:picMk id="10" creationId="{E6103EBD-EBBD-66FE-ECED-3CFFEB028EC6}"/>
          </ac:picMkLst>
        </pc:picChg>
        <pc:cxnChg chg="mod">
          <ac:chgData name="정지윤" userId="02c42eeb-3573-4fe0-87af-c4a597b73e9f" providerId="ADAL" clId="{9FBACC46-319B-4421-86B7-F535C5B48135}" dt="2023-11-03T01:22:07.306" v="19151" actId="1076"/>
          <ac:cxnSpMkLst>
            <pc:docMk/>
            <pc:sldMk cId="2715922667" sldId="1348"/>
            <ac:cxnSpMk id="14" creationId="{B2213911-A3CB-5C99-4C9A-B5A1FA940842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1:17:46.746" v="19121" actId="5793"/>
        <pc:sldMkLst>
          <pc:docMk/>
          <pc:sldMk cId="4232423886" sldId="1349"/>
        </pc:sldMkLst>
        <pc:spChg chg="mod">
          <ac:chgData name="정지윤" userId="02c42eeb-3573-4fe0-87af-c4a597b73e9f" providerId="ADAL" clId="{9FBACC46-319B-4421-86B7-F535C5B48135}" dt="2023-11-03T01:17:46.746" v="19121" actId="5793"/>
          <ac:spMkLst>
            <pc:docMk/>
            <pc:sldMk cId="4232423886" sldId="1349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3T01:15:44.209" v="19101" actId="14100"/>
          <ac:spMkLst>
            <pc:docMk/>
            <pc:sldMk cId="4232423886" sldId="1349"/>
            <ac:spMk id="9" creationId="{42C8C479-821C-B202-3BD2-BEEF0230DED2}"/>
          </ac:spMkLst>
        </pc:spChg>
        <pc:graphicFrameChg chg="modGraphic">
          <ac:chgData name="정지윤" userId="02c42eeb-3573-4fe0-87af-c4a597b73e9f" providerId="ADAL" clId="{9FBACC46-319B-4421-86B7-F535C5B48135}" dt="2023-11-03T01:16:58.748" v="19109" actId="20577"/>
          <ac:graphicFrameMkLst>
            <pc:docMk/>
            <pc:sldMk cId="4232423886" sldId="1349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3T01:15:38.804" v="19099" actId="478"/>
          <ac:picMkLst>
            <pc:docMk/>
            <pc:sldMk cId="4232423886" sldId="1349"/>
            <ac:picMk id="6" creationId="{25CEE1AE-D6A3-331D-E56D-9A22E9477037}"/>
          </ac:picMkLst>
        </pc:picChg>
        <pc:picChg chg="add mod ord modCrop">
          <ac:chgData name="정지윤" userId="02c42eeb-3573-4fe0-87af-c4a597b73e9f" providerId="ADAL" clId="{9FBACC46-319B-4421-86B7-F535C5B48135}" dt="2023-11-03T01:15:37.736" v="19098" actId="167"/>
          <ac:picMkLst>
            <pc:docMk/>
            <pc:sldMk cId="4232423886" sldId="1349"/>
            <ac:picMk id="8" creationId="{040B5834-F158-EA9C-9683-D35B04F3378D}"/>
          </ac:picMkLst>
        </pc:picChg>
        <pc:cxnChg chg="mod">
          <ac:chgData name="정지윤" userId="02c42eeb-3573-4fe0-87af-c4a597b73e9f" providerId="ADAL" clId="{9FBACC46-319B-4421-86B7-F535C5B48135}" dt="2023-11-03T01:15:46.386" v="19102" actId="1076"/>
          <ac:cxnSpMkLst>
            <pc:docMk/>
            <pc:sldMk cId="4232423886" sldId="1349"/>
            <ac:cxnSpMk id="14" creationId="{B2213911-A3CB-5C99-4C9A-B5A1FA940842}"/>
          </ac:cxnSpMkLst>
        </pc:cxnChg>
      </pc:sldChg>
      <pc:sldChg chg="modSp add mod">
        <pc:chgData name="정지윤" userId="02c42eeb-3573-4fe0-87af-c4a597b73e9f" providerId="ADAL" clId="{9FBACC46-319B-4421-86B7-F535C5B48135}" dt="2023-11-03T01:18:02.289" v="19133"/>
        <pc:sldMkLst>
          <pc:docMk/>
          <pc:sldMk cId="1471874842" sldId="1350"/>
        </pc:sldMkLst>
        <pc:graphicFrameChg chg="mod modGraphic">
          <ac:chgData name="정지윤" userId="02c42eeb-3573-4fe0-87af-c4a597b73e9f" providerId="ADAL" clId="{9FBACC46-319B-4421-86B7-F535C5B48135}" dt="2023-11-03T01:18:02.289" v="19133"/>
          <ac:graphicFrameMkLst>
            <pc:docMk/>
            <pc:sldMk cId="1471874842" sldId="1350"/>
            <ac:graphicFrameMk id="3" creationId="{EB5E6BEF-7528-22F3-81D3-C88DBE43847E}"/>
          </ac:graphicFrameMkLst>
        </pc:graphicFrameChg>
      </pc:sldChg>
      <pc:sldChg chg="add del ord">
        <pc:chgData name="정지윤" userId="02c42eeb-3573-4fe0-87af-c4a597b73e9f" providerId="ADAL" clId="{9FBACC46-319B-4421-86B7-F535C5B48135}" dt="2023-11-03T01:17:48.962" v="19122" actId="47"/>
        <pc:sldMkLst>
          <pc:docMk/>
          <pc:sldMk cId="2173778223" sldId="1350"/>
        </pc:sldMkLst>
      </pc:sldChg>
      <pc:sldChg chg="addSp delSp modSp add mod ord">
        <pc:chgData name="정지윤" userId="02c42eeb-3573-4fe0-87af-c4a597b73e9f" providerId="ADAL" clId="{9FBACC46-319B-4421-86B7-F535C5B48135}" dt="2023-11-03T01:30:47.714" v="19264"/>
        <pc:sldMkLst>
          <pc:docMk/>
          <pc:sldMk cId="3272142947" sldId="1351"/>
        </pc:sldMkLst>
        <pc:spChg chg="mod">
          <ac:chgData name="정지윤" userId="02c42eeb-3573-4fe0-87af-c4a597b73e9f" providerId="ADAL" clId="{9FBACC46-319B-4421-86B7-F535C5B48135}" dt="2023-11-03T01:30:47.714" v="19264"/>
          <ac:spMkLst>
            <pc:docMk/>
            <pc:sldMk cId="3272142947" sldId="1351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3T01:22:49.754" v="19184" actId="14100"/>
          <ac:spMkLst>
            <pc:docMk/>
            <pc:sldMk cId="3272142947" sldId="1351"/>
            <ac:spMk id="9" creationId="{42C8C479-821C-B202-3BD2-BEEF0230DED2}"/>
          </ac:spMkLst>
        </pc:spChg>
        <pc:graphicFrameChg chg="mod modGraphic">
          <ac:chgData name="정지윤" userId="02c42eeb-3573-4fe0-87af-c4a597b73e9f" providerId="ADAL" clId="{9FBACC46-319B-4421-86B7-F535C5B48135}" dt="2023-11-03T01:22:34.802" v="19179"/>
          <ac:graphicFrameMkLst>
            <pc:docMk/>
            <pc:sldMk cId="3272142947" sldId="1351"/>
            <ac:graphicFrameMk id="3" creationId="{EB5E6BEF-7528-22F3-81D3-C88DBE43847E}"/>
          </ac:graphicFrameMkLst>
        </pc:graphicFrameChg>
        <pc:picChg chg="add mod ord">
          <ac:chgData name="정지윤" userId="02c42eeb-3573-4fe0-87af-c4a597b73e9f" providerId="ADAL" clId="{9FBACC46-319B-4421-86B7-F535C5B48135}" dt="2023-11-03T01:22:42.642" v="19182" actId="167"/>
          <ac:picMkLst>
            <pc:docMk/>
            <pc:sldMk cId="3272142947" sldId="1351"/>
            <ac:picMk id="5" creationId="{04920884-1EFE-B7CF-B508-B9955B0B7B4D}"/>
          </ac:picMkLst>
        </pc:picChg>
        <pc:picChg chg="del">
          <ac:chgData name="정지윤" userId="02c42eeb-3573-4fe0-87af-c4a597b73e9f" providerId="ADAL" clId="{9FBACC46-319B-4421-86B7-F535C5B48135}" dt="2023-11-03T01:22:39.674" v="19180" actId="478"/>
          <ac:picMkLst>
            <pc:docMk/>
            <pc:sldMk cId="3272142947" sldId="1351"/>
            <ac:picMk id="6" creationId="{25CEE1AE-D6A3-331D-E56D-9A22E9477037}"/>
          </ac:picMkLst>
        </pc:picChg>
        <pc:cxnChg chg="mod">
          <ac:chgData name="정지윤" userId="02c42eeb-3573-4fe0-87af-c4a597b73e9f" providerId="ADAL" clId="{9FBACC46-319B-4421-86B7-F535C5B48135}" dt="2023-11-03T01:22:51.491" v="19185" actId="1076"/>
          <ac:cxnSpMkLst>
            <pc:docMk/>
            <pc:sldMk cId="3272142947" sldId="1351"/>
            <ac:cxnSpMk id="14" creationId="{B2213911-A3CB-5C99-4C9A-B5A1FA940842}"/>
          </ac:cxnSpMkLst>
        </pc:cxnChg>
      </pc:sldChg>
      <pc:sldChg chg="modSp add mod">
        <pc:chgData name="정지윤" userId="02c42eeb-3573-4fe0-87af-c4a597b73e9f" providerId="ADAL" clId="{9FBACC46-319B-4421-86B7-F535C5B48135}" dt="2023-11-03T01:32:31.347" v="19276" actId="14734"/>
        <pc:sldMkLst>
          <pc:docMk/>
          <pc:sldMk cId="2116165651" sldId="1352"/>
        </pc:sldMkLst>
        <pc:graphicFrameChg chg="mod modGraphic">
          <ac:chgData name="정지윤" userId="02c42eeb-3573-4fe0-87af-c4a597b73e9f" providerId="ADAL" clId="{9FBACC46-319B-4421-86B7-F535C5B48135}" dt="2023-11-03T01:32:31.347" v="19276" actId="14734"/>
          <ac:graphicFrameMkLst>
            <pc:docMk/>
            <pc:sldMk cId="2116165651" sldId="1352"/>
            <ac:graphicFrameMk id="3" creationId="{EB5E6BEF-7528-22F3-81D3-C88DBE43847E}"/>
          </ac:graphicFrameMkLst>
        </pc:graphicFrameChg>
      </pc:sldChg>
      <pc:sldChg chg="addSp delSp modSp add mod">
        <pc:chgData name="정지윤" userId="02c42eeb-3573-4fe0-87af-c4a597b73e9f" providerId="ADAL" clId="{9FBACC46-319B-4421-86B7-F535C5B48135}" dt="2023-11-03T01:33:09.910" v="19294" actId="478"/>
        <pc:sldMkLst>
          <pc:docMk/>
          <pc:sldMk cId="3376572710" sldId="1353"/>
        </pc:sldMkLst>
        <pc:graphicFrameChg chg="mod modGraphic">
          <ac:chgData name="정지윤" userId="02c42eeb-3573-4fe0-87af-c4a597b73e9f" providerId="ADAL" clId="{9FBACC46-319B-4421-86B7-F535C5B48135}" dt="2023-11-03T01:32:37.898" v="19285"/>
          <ac:graphicFrameMkLst>
            <pc:docMk/>
            <pc:sldMk cId="3376572710" sldId="1353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3T01:33:08.010" v="19293" actId="167"/>
          <ac:picMkLst>
            <pc:docMk/>
            <pc:sldMk cId="3376572710" sldId="1353"/>
            <ac:picMk id="6" creationId="{FC9358C1-8AB7-A463-3AA1-195182924F18}"/>
          </ac:picMkLst>
        </pc:picChg>
        <pc:picChg chg="del">
          <ac:chgData name="정지윤" userId="02c42eeb-3573-4fe0-87af-c4a597b73e9f" providerId="ADAL" clId="{9FBACC46-319B-4421-86B7-F535C5B48135}" dt="2023-11-03T01:33:09.910" v="19294" actId="478"/>
          <ac:picMkLst>
            <pc:docMk/>
            <pc:sldMk cId="3376572710" sldId="1353"/>
            <ac:picMk id="8" creationId="{040B5834-F158-EA9C-9683-D35B04F3378D}"/>
          </ac:picMkLst>
        </pc:picChg>
      </pc:sldChg>
      <pc:sldChg chg="addSp delSp modSp add mod">
        <pc:chgData name="정지윤" userId="02c42eeb-3573-4fe0-87af-c4a597b73e9f" providerId="ADAL" clId="{9FBACC46-319B-4421-86B7-F535C5B48135}" dt="2023-11-03T01:37:20.645" v="19683" actId="20577"/>
        <pc:sldMkLst>
          <pc:docMk/>
          <pc:sldMk cId="3589996671" sldId="1354"/>
        </pc:sldMkLst>
        <pc:spChg chg="mod">
          <ac:chgData name="정지윤" userId="02c42eeb-3573-4fe0-87af-c4a597b73e9f" providerId="ADAL" clId="{9FBACC46-319B-4421-86B7-F535C5B48135}" dt="2023-11-03T01:37:20.645" v="19683" actId="20577"/>
          <ac:spMkLst>
            <pc:docMk/>
            <pc:sldMk cId="3589996671" sldId="1354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3T01:34:34.434" v="19325" actId="14100"/>
          <ac:spMkLst>
            <pc:docMk/>
            <pc:sldMk cId="3589996671" sldId="1354"/>
            <ac:spMk id="9" creationId="{42C8C479-821C-B202-3BD2-BEEF0230DED2}"/>
          </ac:spMkLst>
        </pc:spChg>
        <pc:spChg chg="add mod">
          <ac:chgData name="정지윤" userId="02c42eeb-3573-4fe0-87af-c4a597b73e9f" providerId="ADAL" clId="{9FBACC46-319B-4421-86B7-F535C5B48135}" dt="2023-11-03T01:34:50.546" v="19334" actId="1036"/>
          <ac:spMkLst>
            <pc:docMk/>
            <pc:sldMk cId="3589996671" sldId="1354"/>
            <ac:spMk id="11" creationId="{2DE6CB8E-D792-7A8E-794B-C35721269851}"/>
          </ac:spMkLst>
        </pc:spChg>
        <pc:spChg chg="add mod">
          <ac:chgData name="정지윤" userId="02c42eeb-3573-4fe0-87af-c4a597b73e9f" providerId="ADAL" clId="{9FBACC46-319B-4421-86B7-F535C5B48135}" dt="2023-11-03T01:34:54.083" v="19335" actId="571"/>
          <ac:spMkLst>
            <pc:docMk/>
            <pc:sldMk cId="3589996671" sldId="1354"/>
            <ac:spMk id="13" creationId="{1B216455-6C78-374E-9420-70675BD75D92}"/>
          </ac:spMkLst>
        </pc:spChg>
        <pc:graphicFrameChg chg="mod modGraphic">
          <ac:chgData name="정지윤" userId="02c42eeb-3573-4fe0-87af-c4a597b73e9f" providerId="ADAL" clId="{9FBACC46-319B-4421-86B7-F535C5B48135}" dt="2023-11-03T01:33:25.991" v="19308" actId="20577"/>
          <ac:graphicFrameMkLst>
            <pc:docMk/>
            <pc:sldMk cId="3589996671" sldId="1354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3T01:34:29.253" v="19322" actId="1076"/>
          <ac:picMkLst>
            <pc:docMk/>
            <pc:sldMk cId="3589996671" sldId="1354"/>
            <ac:picMk id="6" creationId="{704C133E-29F6-424D-43A7-7511C189F34C}"/>
          </ac:picMkLst>
        </pc:picChg>
        <pc:picChg chg="del">
          <ac:chgData name="정지윤" userId="02c42eeb-3573-4fe0-87af-c4a597b73e9f" providerId="ADAL" clId="{9FBACC46-319B-4421-86B7-F535C5B48135}" dt="2023-11-03T01:33:42.985" v="19318" actId="478"/>
          <ac:picMkLst>
            <pc:docMk/>
            <pc:sldMk cId="3589996671" sldId="1354"/>
            <ac:picMk id="10" creationId="{E6103EBD-EBBD-66FE-ECED-3CFFEB028EC6}"/>
          </ac:picMkLst>
        </pc:picChg>
        <pc:cxnChg chg="add mod">
          <ac:chgData name="정지윤" userId="02c42eeb-3573-4fe0-87af-c4a597b73e9f" providerId="ADAL" clId="{9FBACC46-319B-4421-86B7-F535C5B48135}" dt="2023-11-03T01:34:50.546" v="19334" actId="1036"/>
          <ac:cxnSpMkLst>
            <pc:docMk/>
            <pc:sldMk cId="3589996671" sldId="1354"/>
            <ac:cxnSpMk id="12" creationId="{C1DC5E04-E777-B9D7-A517-7A437E943798}"/>
          </ac:cxnSpMkLst>
        </pc:cxnChg>
        <pc:cxnChg chg="mod">
          <ac:chgData name="정지윤" userId="02c42eeb-3573-4fe0-87af-c4a597b73e9f" providerId="ADAL" clId="{9FBACC46-319B-4421-86B7-F535C5B48135}" dt="2023-11-03T01:34:45.681" v="19328" actId="1076"/>
          <ac:cxnSpMkLst>
            <pc:docMk/>
            <pc:sldMk cId="3589996671" sldId="1354"/>
            <ac:cxnSpMk id="14" creationId="{B2213911-A3CB-5C99-4C9A-B5A1FA940842}"/>
          </ac:cxnSpMkLst>
        </pc:cxnChg>
        <pc:cxnChg chg="add mod">
          <ac:chgData name="정지윤" userId="02c42eeb-3573-4fe0-87af-c4a597b73e9f" providerId="ADAL" clId="{9FBACC46-319B-4421-86B7-F535C5B48135}" dt="2023-11-03T01:34:54.083" v="19335" actId="571"/>
          <ac:cxnSpMkLst>
            <pc:docMk/>
            <pc:sldMk cId="3589996671" sldId="1354"/>
            <ac:cxnSpMk id="15" creationId="{C7E4FC92-A567-C8BD-5E90-BF76A6D56BA8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1:39:56.002" v="19851" actId="6549"/>
        <pc:sldMkLst>
          <pc:docMk/>
          <pc:sldMk cId="1253675464" sldId="1355"/>
        </pc:sldMkLst>
        <pc:spChg chg="mod">
          <ac:chgData name="정지윤" userId="02c42eeb-3573-4fe0-87af-c4a597b73e9f" providerId="ADAL" clId="{9FBACC46-319B-4421-86B7-F535C5B48135}" dt="2023-11-03T01:39:56.002" v="19851" actId="6549"/>
          <ac:spMkLst>
            <pc:docMk/>
            <pc:sldMk cId="1253675464" sldId="1355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3T01:38:26.272" v="19702" actId="14100"/>
          <ac:spMkLst>
            <pc:docMk/>
            <pc:sldMk cId="1253675464" sldId="1355"/>
            <ac:spMk id="9" creationId="{42C8C479-821C-B202-3BD2-BEEF0230DED2}"/>
          </ac:spMkLst>
        </pc:spChg>
        <pc:spChg chg="add mod">
          <ac:chgData name="정지윤" userId="02c42eeb-3573-4fe0-87af-c4a597b73e9f" providerId="ADAL" clId="{9FBACC46-319B-4421-86B7-F535C5B48135}" dt="2023-11-03T01:38:41.385" v="19705" actId="571"/>
          <ac:spMkLst>
            <pc:docMk/>
            <pc:sldMk cId="1253675464" sldId="1355"/>
            <ac:spMk id="10" creationId="{5D605E93-6B0C-7B30-A8E6-F3023583C27D}"/>
          </ac:spMkLst>
        </pc:spChg>
        <pc:spChg chg="del">
          <ac:chgData name="정지윤" userId="02c42eeb-3573-4fe0-87af-c4a597b73e9f" providerId="ADAL" clId="{9FBACC46-319B-4421-86B7-F535C5B48135}" dt="2023-11-03T01:38:44.431" v="19706" actId="478"/>
          <ac:spMkLst>
            <pc:docMk/>
            <pc:sldMk cId="1253675464" sldId="1355"/>
            <ac:spMk id="11" creationId="{2DE6CB8E-D792-7A8E-794B-C35721269851}"/>
          </ac:spMkLst>
        </pc:spChg>
        <pc:spChg chg="mod">
          <ac:chgData name="정지윤" userId="02c42eeb-3573-4fe0-87af-c4a597b73e9f" providerId="ADAL" clId="{9FBACC46-319B-4421-86B7-F535C5B48135}" dt="2023-11-03T01:38:14.417" v="19699" actId="14100"/>
          <ac:spMkLst>
            <pc:docMk/>
            <pc:sldMk cId="1253675464" sldId="1355"/>
            <ac:spMk id="13" creationId="{1B216455-6C78-374E-9420-70675BD75D92}"/>
          </ac:spMkLst>
        </pc:spChg>
        <pc:spChg chg="add mod">
          <ac:chgData name="정지윤" userId="02c42eeb-3573-4fe0-87af-c4a597b73e9f" providerId="ADAL" clId="{9FBACC46-319B-4421-86B7-F535C5B48135}" dt="2023-11-03T01:38:49.202" v="19707" actId="571"/>
          <ac:spMkLst>
            <pc:docMk/>
            <pc:sldMk cId="1253675464" sldId="1355"/>
            <ac:spMk id="17" creationId="{2D9C0240-5BCF-7239-92EB-2071BFC9AC0F}"/>
          </ac:spMkLst>
        </pc:spChg>
        <pc:spChg chg="add mod">
          <ac:chgData name="정지윤" userId="02c42eeb-3573-4fe0-87af-c4a597b73e9f" providerId="ADAL" clId="{9FBACC46-319B-4421-86B7-F535C5B48135}" dt="2023-11-03T01:38:49.202" v="19707" actId="571"/>
          <ac:spMkLst>
            <pc:docMk/>
            <pc:sldMk cId="1253675464" sldId="1355"/>
            <ac:spMk id="19" creationId="{F8F54C01-6246-3EBE-AD69-B11AB4A1658E}"/>
          </ac:spMkLst>
        </pc:spChg>
        <pc:spChg chg="add mod">
          <ac:chgData name="정지윤" userId="02c42eeb-3573-4fe0-87af-c4a597b73e9f" providerId="ADAL" clId="{9FBACC46-319B-4421-86B7-F535C5B48135}" dt="2023-11-03T01:38:49.202" v="19707" actId="571"/>
          <ac:spMkLst>
            <pc:docMk/>
            <pc:sldMk cId="1253675464" sldId="1355"/>
            <ac:spMk id="21" creationId="{D0D316FB-DBBB-4C7C-38E5-A94D0B434D17}"/>
          </ac:spMkLst>
        </pc:spChg>
        <pc:picChg chg="del">
          <ac:chgData name="정지윤" userId="02c42eeb-3573-4fe0-87af-c4a597b73e9f" providerId="ADAL" clId="{9FBACC46-319B-4421-86B7-F535C5B48135}" dt="2023-11-03T01:37:59.594" v="19694" actId="478"/>
          <ac:picMkLst>
            <pc:docMk/>
            <pc:sldMk cId="1253675464" sldId="1355"/>
            <ac:picMk id="6" creationId="{704C133E-29F6-424D-43A7-7511C189F34C}"/>
          </ac:picMkLst>
        </pc:picChg>
        <pc:picChg chg="add mod ord modCrop">
          <ac:chgData name="정지윤" userId="02c42eeb-3573-4fe0-87af-c4a597b73e9f" providerId="ADAL" clId="{9FBACC46-319B-4421-86B7-F535C5B48135}" dt="2023-11-03T01:38:05.427" v="19696" actId="1076"/>
          <ac:picMkLst>
            <pc:docMk/>
            <pc:sldMk cId="1253675464" sldId="1355"/>
            <ac:picMk id="8" creationId="{50A8C847-0DA4-45AE-3E5E-47F8BF3B0190}"/>
          </ac:picMkLst>
        </pc:picChg>
        <pc:cxnChg chg="del">
          <ac:chgData name="정지윤" userId="02c42eeb-3573-4fe0-87af-c4a597b73e9f" providerId="ADAL" clId="{9FBACC46-319B-4421-86B7-F535C5B48135}" dt="2023-11-03T01:38:44.431" v="19706" actId="478"/>
          <ac:cxnSpMkLst>
            <pc:docMk/>
            <pc:sldMk cId="1253675464" sldId="1355"/>
            <ac:cxnSpMk id="12" creationId="{C1DC5E04-E777-B9D7-A517-7A437E943798}"/>
          </ac:cxnSpMkLst>
        </pc:cxnChg>
        <pc:cxnChg chg="mod">
          <ac:chgData name="정지윤" userId="02c42eeb-3573-4fe0-87af-c4a597b73e9f" providerId="ADAL" clId="{9FBACC46-319B-4421-86B7-F535C5B48135}" dt="2023-11-03T01:38:37.297" v="19704" actId="1076"/>
          <ac:cxnSpMkLst>
            <pc:docMk/>
            <pc:sldMk cId="1253675464" sldId="1355"/>
            <ac:cxnSpMk id="14" creationId="{B2213911-A3CB-5C99-4C9A-B5A1FA940842}"/>
          </ac:cxnSpMkLst>
        </pc:cxnChg>
        <pc:cxnChg chg="mod">
          <ac:chgData name="정지윤" userId="02c42eeb-3573-4fe0-87af-c4a597b73e9f" providerId="ADAL" clId="{9FBACC46-319B-4421-86B7-F535C5B48135}" dt="2023-11-03T01:38:18.664" v="19700" actId="1076"/>
          <ac:cxnSpMkLst>
            <pc:docMk/>
            <pc:sldMk cId="1253675464" sldId="1355"/>
            <ac:cxnSpMk id="15" creationId="{C7E4FC92-A567-C8BD-5E90-BF76A6D56BA8}"/>
          </ac:cxnSpMkLst>
        </pc:cxnChg>
        <pc:cxnChg chg="add mod">
          <ac:chgData name="정지윤" userId="02c42eeb-3573-4fe0-87af-c4a597b73e9f" providerId="ADAL" clId="{9FBACC46-319B-4421-86B7-F535C5B48135}" dt="2023-11-03T01:38:41.385" v="19705" actId="571"/>
          <ac:cxnSpMkLst>
            <pc:docMk/>
            <pc:sldMk cId="1253675464" sldId="1355"/>
            <ac:cxnSpMk id="16" creationId="{103CB386-CC02-E9C9-F40D-318447C6D4FB}"/>
          </ac:cxnSpMkLst>
        </pc:cxnChg>
        <pc:cxnChg chg="add mod">
          <ac:chgData name="정지윤" userId="02c42eeb-3573-4fe0-87af-c4a597b73e9f" providerId="ADAL" clId="{9FBACC46-319B-4421-86B7-F535C5B48135}" dt="2023-11-03T01:38:49.202" v="19707" actId="571"/>
          <ac:cxnSpMkLst>
            <pc:docMk/>
            <pc:sldMk cId="1253675464" sldId="1355"/>
            <ac:cxnSpMk id="18" creationId="{708FFC6D-04AF-5451-2631-A5E84777D37A}"/>
          </ac:cxnSpMkLst>
        </pc:cxnChg>
        <pc:cxnChg chg="add mod">
          <ac:chgData name="정지윤" userId="02c42eeb-3573-4fe0-87af-c4a597b73e9f" providerId="ADAL" clId="{9FBACC46-319B-4421-86B7-F535C5B48135}" dt="2023-11-03T01:38:49.202" v="19707" actId="571"/>
          <ac:cxnSpMkLst>
            <pc:docMk/>
            <pc:sldMk cId="1253675464" sldId="1355"/>
            <ac:cxnSpMk id="20" creationId="{4FC5FB62-4A51-CE3D-C03D-AD895BF1EA1A}"/>
          </ac:cxnSpMkLst>
        </pc:cxnChg>
        <pc:cxnChg chg="add mod">
          <ac:chgData name="정지윤" userId="02c42eeb-3573-4fe0-87af-c4a597b73e9f" providerId="ADAL" clId="{9FBACC46-319B-4421-86B7-F535C5B48135}" dt="2023-11-03T01:38:49.202" v="19707" actId="571"/>
          <ac:cxnSpMkLst>
            <pc:docMk/>
            <pc:sldMk cId="1253675464" sldId="1355"/>
            <ac:cxnSpMk id="22" creationId="{ADC3FE65-0E47-7C5A-40CD-CA5EC9BAE19F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2:30:40.246" v="19922" actId="478"/>
        <pc:sldMkLst>
          <pc:docMk/>
          <pc:sldMk cId="253413563" sldId="1356"/>
        </pc:sldMkLst>
        <pc:spChg chg="mod">
          <ac:chgData name="정지윤" userId="02c42eeb-3573-4fe0-87af-c4a597b73e9f" providerId="ADAL" clId="{9FBACC46-319B-4421-86B7-F535C5B48135}" dt="2023-11-03T02:28:28.311" v="19909" actId="20577"/>
          <ac:spMkLst>
            <pc:docMk/>
            <pc:sldMk cId="253413563" sldId="1356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3T02:19:11.419" v="19880" actId="478"/>
          <ac:spMkLst>
            <pc:docMk/>
            <pc:sldMk cId="253413563" sldId="1356"/>
            <ac:spMk id="9" creationId="{42C8C479-821C-B202-3BD2-BEEF0230DED2}"/>
          </ac:spMkLst>
        </pc:spChg>
        <pc:spChg chg="del">
          <ac:chgData name="정지윤" userId="02c42eeb-3573-4fe0-87af-c4a597b73e9f" providerId="ADAL" clId="{9FBACC46-319B-4421-86B7-F535C5B48135}" dt="2023-11-03T02:19:11.419" v="19880" actId="478"/>
          <ac:spMkLst>
            <pc:docMk/>
            <pc:sldMk cId="253413563" sldId="1356"/>
            <ac:spMk id="10" creationId="{5D605E93-6B0C-7B30-A8E6-F3023583C27D}"/>
          </ac:spMkLst>
        </pc:spChg>
        <pc:spChg chg="del">
          <ac:chgData name="정지윤" userId="02c42eeb-3573-4fe0-87af-c4a597b73e9f" providerId="ADAL" clId="{9FBACC46-319B-4421-86B7-F535C5B48135}" dt="2023-11-03T02:19:11.419" v="19880" actId="478"/>
          <ac:spMkLst>
            <pc:docMk/>
            <pc:sldMk cId="253413563" sldId="1356"/>
            <ac:spMk id="13" creationId="{1B216455-6C78-374E-9420-70675BD75D92}"/>
          </ac:spMkLst>
        </pc:spChg>
        <pc:spChg chg="del">
          <ac:chgData name="정지윤" userId="02c42eeb-3573-4fe0-87af-c4a597b73e9f" providerId="ADAL" clId="{9FBACC46-319B-4421-86B7-F535C5B48135}" dt="2023-11-03T02:19:11.419" v="19880" actId="478"/>
          <ac:spMkLst>
            <pc:docMk/>
            <pc:sldMk cId="253413563" sldId="1356"/>
            <ac:spMk id="17" creationId="{2D9C0240-5BCF-7239-92EB-2071BFC9AC0F}"/>
          </ac:spMkLst>
        </pc:spChg>
        <pc:spChg chg="del">
          <ac:chgData name="정지윤" userId="02c42eeb-3573-4fe0-87af-c4a597b73e9f" providerId="ADAL" clId="{9FBACC46-319B-4421-86B7-F535C5B48135}" dt="2023-11-03T02:19:11.419" v="19880" actId="478"/>
          <ac:spMkLst>
            <pc:docMk/>
            <pc:sldMk cId="253413563" sldId="1356"/>
            <ac:spMk id="19" creationId="{F8F54C01-6246-3EBE-AD69-B11AB4A1658E}"/>
          </ac:spMkLst>
        </pc:spChg>
        <pc:spChg chg="del">
          <ac:chgData name="정지윤" userId="02c42eeb-3573-4fe0-87af-c4a597b73e9f" providerId="ADAL" clId="{9FBACC46-319B-4421-86B7-F535C5B48135}" dt="2023-11-03T02:19:11.419" v="19880" actId="478"/>
          <ac:spMkLst>
            <pc:docMk/>
            <pc:sldMk cId="253413563" sldId="1356"/>
            <ac:spMk id="21" creationId="{D0D316FB-DBBB-4C7C-38E5-A94D0B434D17}"/>
          </ac:spMkLst>
        </pc:spChg>
        <pc:graphicFrameChg chg="modGraphic">
          <ac:chgData name="정지윤" userId="02c42eeb-3573-4fe0-87af-c4a597b73e9f" providerId="ADAL" clId="{9FBACC46-319B-4421-86B7-F535C5B48135}" dt="2023-11-03T02:14:17.832" v="19863" actId="20577"/>
          <ac:graphicFrameMkLst>
            <pc:docMk/>
            <pc:sldMk cId="253413563" sldId="1356"/>
            <ac:graphicFrameMk id="3" creationId="{EB5E6BEF-7528-22F3-81D3-C88DBE43847E}"/>
          </ac:graphicFrameMkLst>
        </pc:graphicFrameChg>
        <pc:picChg chg="add mod modCrop">
          <ac:chgData name="정지윤" userId="02c42eeb-3573-4fe0-87af-c4a597b73e9f" providerId="ADAL" clId="{9FBACC46-319B-4421-86B7-F535C5B48135}" dt="2023-11-03T02:30:38.775" v="19921" actId="1076"/>
          <ac:picMkLst>
            <pc:docMk/>
            <pc:sldMk cId="253413563" sldId="1356"/>
            <ac:picMk id="6" creationId="{9B5A5B33-CC6F-0934-6C69-DA3DAB356B28}"/>
          </ac:picMkLst>
        </pc:picChg>
        <pc:picChg chg="del">
          <ac:chgData name="정지윤" userId="02c42eeb-3573-4fe0-87af-c4a597b73e9f" providerId="ADAL" clId="{9FBACC46-319B-4421-86B7-F535C5B48135}" dt="2023-11-03T02:30:40.246" v="19922" actId="478"/>
          <ac:picMkLst>
            <pc:docMk/>
            <pc:sldMk cId="253413563" sldId="1356"/>
            <ac:picMk id="8" creationId="{50A8C847-0DA4-45AE-3E5E-47F8BF3B0190}"/>
          </ac:picMkLst>
        </pc:picChg>
        <pc:cxnChg chg="del">
          <ac:chgData name="정지윤" userId="02c42eeb-3573-4fe0-87af-c4a597b73e9f" providerId="ADAL" clId="{9FBACC46-319B-4421-86B7-F535C5B48135}" dt="2023-11-03T02:19:11.419" v="19880" actId="478"/>
          <ac:cxnSpMkLst>
            <pc:docMk/>
            <pc:sldMk cId="253413563" sldId="1356"/>
            <ac:cxnSpMk id="14" creationId="{B2213911-A3CB-5C99-4C9A-B5A1FA940842}"/>
          </ac:cxnSpMkLst>
        </pc:cxnChg>
        <pc:cxnChg chg="del">
          <ac:chgData name="정지윤" userId="02c42eeb-3573-4fe0-87af-c4a597b73e9f" providerId="ADAL" clId="{9FBACC46-319B-4421-86B7-F535C5B48135}" dt="2023-11-03T02:19:11.419" v="19880" actId="478"/>
          <ac:cxnSpMkLst>
            <pc:docMk/>
            <pc:sldMk cId="253413563" sldId="1356"/>
            <ac:cxnSpMk id="15" creationId="{C7E4FC92-A567-C8BD-5E90-BF76A6D56BA8}"/>
          </ac:cxnSpMkLst>
        </pc:cxnChg>
        <pc:cxnChg chg="del">
          <ac:chgData name="정지윤" userId="02c42eeb-3573-4fe0-87af-c4a597b73e9f" providerId="ADAL" clId="{9FBACC46-319B-4421-86B7-F535C5B48135}" dt="2023-11-03T02:19:11.419" v="19880" actId="478"/>
          <ac:cxnSpMkLst>
            <pc:docMk/>
            <pc:sldMk cId="253413563" sldId="1356"/>
            <ac:cxnSpMk id="16" creationId="{103CB386-CC02-E9C9-F40D-318447C6D4FB}"/>
          </ac:cxnSpMkLst>
        </pc:cxnChg>
        <pc:cxnChg chg="del">
          <ac:chgData name="정지윤" userId="02c42eeb-3573-4fe0-87af-c4a597b73e9f" providerId="ADAL" clId="{9FBACC46-319B-4421-86B7-F535C5B48135}" dt="2023-11-03T02:19:11.419" v="19880" actId="478"/>
          <ac:cxnSpMkLst>
            <pc:docMk/>
            <pc:sldMk cId="253413563" sldId="1356"/>
            <ac:cxnSpMk id="18" creationId="{708FFC6D-04AF-5451-2631-A5E84777D37A}"/>
          </ac:cxnSpMkLst>
        </pc:cxnChg>
        <pc:cxnChg chg="del">
          <ac:chgData name="정지윤" userId="02c42eeb-3573-4fe0-87af-c4a597b73e9f" providerId="ADAL" clId="{9FBACC46-319B-4421-86B7-F535C5B48135}" dt="2023-11-03T02:19:11.419" v="19880" actId="478"/>
          <ac:cxnSpMkLst>
            <pc:docMk/>
            <pc:sldMk cId="253413563" sldId="1356"/>
            <ac:cxnSpMk id="20" creationId="{4FC5FB62-4A51-CE3D-C03D-AD895BF1EA1A}"/>
          </ac:cxnSpMkLst>
        </pc:cxnChg>
        <pc:cxnChg chg="del">
          <ac:chgData name="정지윤" userId="02c42eeb-3573-4fe0-87af-c4a597b73e9f" providerId="ADAL" clId="{9FBACC46-319B-4421-86B7-F535C5B48135}" dt="2023-11-03T02:19:11.419" v="19880" actId="478"/>
          <ac:cxnSpMkLst>
            <pc:docMk/>
            <pc:sldMk cId="253413563" sldId="1356"/>
            <ac:cxnSpMk id="22" creationId="{ADC3FE65-0E47-7C5A-40CD-CA5EC9BAE19F}"/>
          </ac:cxnSpMkLst>
        </pc:cxnChg>
      </pc:sldChg>
      <pc:sldChg chg="modSp add mod">
        <pc:chgData name="정지윤" userId="02c42eeb-3573-4fe0-87af-c4a597b73e9f" providerId="ADAL" clId="{9FBACC46-319B-4421-86B7-F535C5B48135}" dt="2023-11-03T02:31:43.647" v="19934"/>
        <pc:sldMkLst>
          <pc:docMk/>
          <pc:sldMk cId="869366161" sldId="1357"/>
        </pc:sldMkLst>
        <pc:graphicFrameChg chg="mod modGraphic">
          <ac:chgData name="정지윤" userId="02c42eeb-3573-4fe0-87af-c4a597b73e9f" providerId="ADAL" clId="{9FBACC46-319B-4421-86B7-F535C5B48135}" dt="2023-11-03T02:31:43.647" v="19934"/>
          <ac:graphicFrameMkLst>
            <pc:docMk/>
            <pc:sldMk cId="869366161" sldId="1357"/>
            <ac:graphicFrameMk id="3" creationId="{EB5E6BEF-7528-22F3-81D3-C88DBE43847E}"/>
          </ac:graphicFrameMkLst>
        </pc:graphicFrameChg>
      </pc:sldChg>
      <pc:sldChg chg="addSp delSp modSp add mod">
        <pc:chgData name="정지윤" userId="02c42eeb-3573-4fe0-87af-c4a597b73e9f" providerId="ADAL" clId="{9FBACC46-319B-4421-86B7-F535C5B48135}" dt="2023-11-03T02:37:30.096" v="19963" actId="478"/>
        <pc:sldMkLst>
          <pc:docMk/>
          <pc:sldMk cId="679591167" sldId="1358"/>
        </pc:sldMkLst>
        <pc:graphicFrameChg chg="mod modGraphic">
          <ac:chgData name="정지윤" userId="02c42eeb-3573-4fe0-87af-c4a597b73e9f" providerId="ADAL" clId="{9FBACC46-319B-4421-86B7-F535C5B48135}" dt="2023-11-03T02:32:10.478" v="19951"/>
          <ac:graphicFrameMkLst>
            <pc:docMk/>
            <pc:sldMk cId="679591167" sldId="1358"/>
            <ac:graphicFrameMk id="3" creationId="{EB5E6BEF-7528-22F3-81D3-C88DBE43847E}"/>
          </ac:graphicFrameMkLst>
        </pc:graphicFrameChg>
        <pc:picChg chg="del mod">
          <ac:chgData name="정지윤" userId="02c42eeb-3573-4fe0-87af-c4a597b73e9f" providerId="ADAL" clId="{9FBACC46-319B-4421-86B7-F535C5B48135}" dt="2023-11-03T02:37:30.096" v="19963" actId="478"/>
          <ac:picMkLst>
            <pc:docMk/>
            <pc:sldMk cId="679591167" sldId="1358"/>
            <ac:picMk id="6" creationId="{9B5A5B33-CC6F-0934-6C69-DA3DAB356B28}"/>
          </ac:picMkLst>
        </pc:picChg>
        <pc:picChg chg="add mod ord modCrop">
          <ac:chgData name="정지윤" userId="02c42eeb-3573-4fe0-87af-c4a597b73e9f" providerId="ADAL" clId="{9FBACC46-319B-4421-86B7-F535C5B48135}" dt="2023-11-03T02:37:29.006" v="19962" actId="167"/>
          <ac:picMkLst>
            <pc:docMk/>
            <pc:sldMk cId="679591167" sldId="1358"/>
            <ac:picMk id="8" creationId="{52FBB990-29BE-E16B-2103-A481404EFD76}"/>
          </ac:picMkLst>
        </pc:picChg>
      </pc:sldChg>
      <pc:sldChg chg="addSp delSp modSp add mod">
        <pc:chgData name="정지윤" userId="02c42eeb-3573-4fe0-87af-c4a597b73e9f" providerId="ADAL" clId="{9FBACC46-319B-4421-86B7-F535C5B48135}" dt="2023-11-03T04:08:46.839" v="20266" actId="20577"/>
        <pc:sldMkLst>
          <pc:docMk/>
          <pc:sldMk cId="3759303833" sldId="1359"/>
        </pc:sldMkLst>
        <pc:spChg chg="mod">
          <ac:chgData name="정지윤" userId="02c42eeb-3573-4fe0-87af-c4a597b73e9f" providerId="ADAL" clId="{9FBACC46-319B-4421-86B7-F535C5B48135}" dt="2023-11-03T04:08:46.839" v="20266" actId="20577"/>
          <ac:spMkLst>
            <pc:docMk/>
            <pc:sldMk cId="3759303833" sldId="1359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3T04:02:49.645" v="20198" actId="14100"/>
          <ac:spMkLst>
            <pc:docMk/>
            <pc:sldMk cId="3759303833" sldId="1359"/>
            <ac:spMk id="9" creationId="{A8B9E368-64FA-979B-C886-6F2A4792A699}"/>
          </ac:spMkLst>
        </pc:spChg>
        <pc:spChg chg="add del">
          <ac:chgData name="정지윤" userId="02c42eeb-3573-4fe0-87af-c4a597b73e9f" providerId="ADAL" clId="{9FBACC46-319B-4421-86B7-F535C5B48135}" dt="2023-11-03T04:00:51.110" v="20152" actId="478"/>
          <ac:spMkLst>
            <pc:docMk/>
            <pc:sldMk cId="3759303833" sldId="1359"/>
            <ac:spMk id="12" creationId="{A39E4142-1D30-2D50-C857-A041B56252DB}"/>
          </ac:spMkLst>
        </pc:spChg>
        <pc:spChg chg="add mod">
          <ac:chgData name="정지윤" userId="02c42eeb-3573-4fe0-87af-c4a597b73e9f" providerId="ADAL" clId="{9FBACC46-319B-4421-86B7-F535C5B48135}" dt="2023-11-03T04:02:56.407" v="20200" actId="571"/>
          <ac:spMkLst>
            <pc:docMk/>
            <pc:sldMk cId="3759303833" sldId="1359"/>
            <ac:spMk id="15" creationId="{FE87A3D8-8015-E0BA-E687-A6741B908595}"/>
          </ac:spMkLst>
        </pc:spChg>
        <pc:graphicFrameChg chg="mod modGraphic">
          <ac:chgData name="정지윤" userId="02c42eeb-3573-4fe0-87af-c4a597b73e9f" providerId="ADAL" clId="{9FBACC46-319B-4421-86B7-F535C5B48135}" dt="2023-11-03T04:04:52.738" v="20240" actId="20577"/>
          <ac:graphicFrameMkLst>
            <pc:docMk/>
            <pc:sldMk cId="3759303833" sldId="1359"/>
            <ac:graphicFrameMk id="3" creationId="{EB5E6BEF-7528-22F3-81D3-C88DBE43847E}"/>
          </ac:graphicFrameMkLst>
        </pc:graphicFrameChg>
        <pc:picChg chg="del mod">
          <ac:chgData name="정지윤" userId="02c42eeb-3573-4fe0-87af-c4a597b73e9f" providerId="ADAL" clId="{9FBACC46-319B-4421-86B7-F535C5B48135}" dt="2023-11-03T03:38:11.701" v="19978" actId="478"/>
          <ac:picMkLst>
            <pc:docMk/>
            <pc:sldMk cId="3759303833" sldId="1359"/>
            <ac:picMk id="6" creationId="{9B5A5B33-CC6F-0934-6C69-DA3DAB356B28}"/>
          </ac:picMkLst>
        </pc:picChg>
        <pc:picChg chg="add del mod modCrop">
          <ac:chgData name="정지윤" userId="02c42eeb-3573-4fe0-87af-c4a597b73e9f" providerId="ADAL" clId="{9FBACC46-319B-4421-86B7-F535C5B48135}" dt="2023-11-03T04:02:42.708" v="20196" actId="478"/>
          <ac:picMkLst>
            <pc:docMk/>
            <pc:sldMk cId="3759303833" sldId="1359"/>
            <ac:picMk id="8" creationId="{AC2AF84E-8E86-79CE-79A0-FDCF4FBCE12C}"/>
          </ac:picMkLst>
        </pc:picChg>
        <pc:picChg chg="add mod ord modCrop">
          <ac:chgData name="정지윤" userId="02c42eeb-3573-4fe0-87af-c4a597b73e9f" providerId="ADAL" clId="{9FBACC46-319B-4421-86B7-F535C5B48135}" dt="2023-11-03T04:02:41.813" v="20195" actId="167"/>
          <ac:picMkLst>
            <pc:docMk/>
            <pc:sldMk cId="3759303833" sldId="1359"/>
            <ac:picMk id="14" creationId="{56AE67E2-2D1F-27A3-7663-91A30980630D}"/>
          </ac:picMkLst>
        </pc:picChg>
        <pc:picChg chg="add del">
          <ac:chgData name="정지윤" userId="02c42eeb-3573-4fe0-87af-c4a597b73e9f" providerId="ADAL" clId="{9FBACC46-319B-4421-86B7-F535C5B48135}" dt="2023-11-03T04:04:12.220" v="20233" actId="22"/>
          <ac:picMkLst>
            <pc:docMk/>
            <pc:sldMk cId="3759303833" sldId="1359"/>
            <ac:picMk id="18" creationId="{4DB40832-7A52-6322-D345-6B791C3C195B}"/>
          </ac:picMkLst>
        </pc:picChg>
        <pc:picChg chg="add del">
          <ac:chgData name="정지윤" userId="02c42eeb-3573-4fe0-87af-c4a597b73e9f" providerId="ADAL" clId="{9FBACC46-319B-4421-86B7-F535C5B48135}" dt="2023-11-03T04:04:48.804" v="20239" actId="22"/>
          <ac:picMkLst>
            <pc:docMk/>
            <pc:sldMk cId="3759303833" sldId="1359"/>
            <ac:picMk id="20" creationId="{B7E166DD-D1D1-19F4-87DD-7803A8FBA1F9}"/>
          </ac:picMkLst>
        </pc:picChg>
        <pc:cxnChg chg="add mod">
          <ac:chgData name="정지윤" userId="02c42eeb-3573-4fe0-87af-c4a597b73e9f" providerId="ADAL" clId="{9FBACC46-319B-4421-86B7-F535C5B48135}" dt="2023-11-03T04:02:51.981" v="20199" actId="1076"/>
          <ac:cxnSpMkLst>
            <pc:docMk/>
            <pc:sldMk cId="3759303833" sldId="1359"/>
            <ac:cxnSpMk id="10" creationId="{348CB0FA-43A2-0E96-090F-CA50A615812A}"/>
          </ac:cxnSpMkLst>
        </pc:cxnChg>
        <pc:cxnChg chg="add mod">
          <ac:chgData name="정지윤" userId="02c42eeb-3573-4fe0-87af-c4a597b73e9f" providerId="ADAL" clId="{9FBACC46-319B-4421-86B7-F535C5B48135}" dt="2023-11-03T04:02:56.407" v="20200" actId="571"/>
          <ac:cxnSpMkLst>
            <pc:docMk/>
            <pc:sldMk cId="3759303833" sldId="1359"/>
            <ac:cxnSpMk id="16" creationId="{2038AD2F-E492-0C56-33EE-F09F88506D2D}"/>
          </ac:cxnSpMkLst>
        </pc:cxnChg>
      </pc:sldChg>
      <pc:sldChg chg="delSp modSp add mod">
        <pc:chgData name="정지윤" userId="02c42eeb-3573-4fe0-87af-c4a597b73e9f" providerId="ADAL" clId="{9FBACC46-319B-4421-86B7-F535C5B48135}" dt="2023-11-03T04:01:04.808" v="20184"/>
        <pc:sldMkLst>
          <pc:docMk/>
          <pc:sldMk cId="3174202715" sldId="1360"/>
        </pc:sldMkLst>
        <pc:spChg chg="del">
          <ac:chgData name="정지윤" userId="02c42eeb-3573-4fe0-87af-c4a597b73e9f" providerId="ADAL" clId="{9FBACC46-319B-4421-86B7-F535C5B48135}" dt="2023-11-03T04:00:48.976" v="20151" actId="478"/>
          <ac:spMkLst>
            <pc:docMk/>
            <pc:sldMk cId="3174202715" sldId="1360"/>
            <ac:spMk id="12" creationId="{A39E4142-1D30-2D50-C857-A041B56252DB}"/>
          </ac:spMkLst>
        </pc:spChg>
        <pc:graphicFrameChg chg="mod">
          <ac:chgData name="정지윤" userId="02c42eeb-3573-4fe0-87af-c4a597b73e9f" providerId="ADAL" clId="{9FBACC46-319B-4421-86B7-F535C5B48135}" dt="2023-11-03T04:01:04.808" v="20184"/>
          <ac:graphicFrameMkLst>
            <pc:docMk/>
            <pc:sldMk cId="3174202715" sldId="1360"/>
            <ac:graphicFrameMk id="3" creationId="{EB5E6BEF-7528-22F3-81D3-C88DBE43847E}"/>
          </ac:graphicFrameMkLst>
        </pc:graphicFrameChg>
      </pc:sldChg>
      <pc:sldChg chg="add del">
        <pc:chgData name="정지윤" userId="02c42eeb-3573-4fe0-87af-c4a597b73e9f" providerId="ADAL" clId="{9FBACC46-319B-4421-86B7-F535C5B48135}" dt="2023-11-03T04:08:52.717" v="20267" actId="47"/>
        <pc:sldMkLst>
          <pc:docMk/>
          <pc:sldMk cId="852021630" sldId="1361"/>
        </pc:sldMkLst>
      </pc:sldChg>
      <pc:sldChg chg="addSp delSp modSp add mod ord">
        <pc:chgData name="정지윤" userId="02c42eeb-3573-4fe0-87af-c4a597b73e9f" providerId="ADAL" clId="{9FBACC46-319B-4421-86B7-F535C5B48135}" dt="2023-11-03T04:13:35.900" v="20451" actId="20577"/>
        <pc:sldMkLst>
          <pc:docMk/>
          <pc:sldMk cId="2055606894" sldId="1361"/>
        </pc:sldMkLst>
        <pc:spChg chg="mod">
          <ac:chgData name="정지윤" userId="02c42eeb-3573-4fe0-87af-c4a597b73e9f" providerId="ADAL" clId="{9FBACC46-319B-4421-86B7-F535C5B48135}" dt="2023-11-03T04:13:35.900" v="20451" actId="20577"/>
          <ac:spMkLst>
            <pc:docMk/>
            <pc:sldMk cId="2055606894" sldId="1361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3T04:09:17.775" v="20278" actId="478"/>
          <ac:spMkLst>
            <pc:docMk/>
            <pc:sldMk cId="2055606894" sldId="1361"/>
            <ac:spMk id="15" creationId="{FE87A3D8-8015-E0BA-E687-A6741B908595}"/>
          </ac:spMkLst>
        </pc:spChg>
        <pc:picChg chg="add mod ord modCrop">
          <ac:chgData name="정지윤" userId="02c42eeb-3573-4fe0-87af-c4a597b73e9f" providerId="ADAL" clId="{9FBACC46-319B-4421-86B7-F535C5B48135}" dt="2023-11-03T04:09:15.717" v="20276" actId="167"/>
          <ac:picMkLst>
            <pc:docMk/>
            <pc:sldMk cId="2055606894" sldId="1361"/>
            <ac:picMk id="6" creationId="{CF760CCB-2B5D-E6F3-3E25-36C3CCD6BD2F}"/>
          </ac:picMkLst>
        </pc:picChg>
        <pc:picChg chg="del">
          <ac:chgData name="정지윤" userId="02c42eeb-3573-4fe0-87af-c4a597b73e9f" providerId="ADAL" clId="{9FBACC46-319B-4421-86B7-F535C5B48135}" dt="2023-11-03T04:09:16.704" v="20277" actId="478"/>
          <ac:picMkLst>
            <pc:docMk/>
            <pc:sldMk cId="2055606894" sldId="1361"/>
            <ac:picMk id="14" creationId="{56AE67E2-2D1F-27A3-7663-91A30980630D}"/>
          </ac:picMkLst>
        </pc:picChg>
        <pc:cxnChg chg="del">
          <ac:chgData name="정지윤" userId="02c42eeb-3573-4fe0-87af-c4a597b73e9f" providerId="ADAL" clId="{9FBACC46-319B-4421-86B7-F535C5B48135}" dt="2023-11-03T04:09:17.775" v="20278" actId="478"/>
          <ac:cxnSpMkLst>
            <pc:docMk/>
            <pc:sldMk cId="2055606894" sldId="1361"/>
            <ac:cxnSpMk id="16" creationId="{2038AD2F-E492-0C56-33EE-F09F88506D2D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4:26:44.061" v="20551"/>
        <pc:sldMkLst>
          <pc:docMk/>
          <pc:sldMk cId="1425767390" sldId="1362"/>
        </pc:sldMkLst>
        <pc:spChg chg="mod">
          <ac:chgData name="정지윤" userId="02c42eeb-3573-4fe0-87af-c4a597b73e9f" providerId="ADAL" clId="{9FBACC46-319B-4421-86B7-F535C5B48135}" dt="2023-11-03T04:24:54.762" v="20487"/>
          <ac:spMkLst>
            <pc:docMk/>
            <pc:sldMk cId="1425767390" sldId="1362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3T04:25:45.788" v="20514" actId="14100"/>
          <ac:spMkLst>
            <pc:docMk/>
            <pc:sldMk cId="1425767390" sldId="1362"/>
            <ac:spMk id="9" creationId="{A8B9E368-64FA-979B-C886-6F2A4792A699}"/>
          </ac:spMkLst>
        </pc:spChg>
        <pc:graphicFrameChg chg="mod modGraphic">
          <ac:chgData name="정지윤" userId="02c42eeb-3573-4fe0-87af-c4a597b73e9f" providerId="ADAL" clId="{9FBACC46-319B-4421-86B7-F535C5B48135}" dt="2023-11-03T04:26:44.061" v="20551"/>
          <ac:graphicFrameMkLst>
            <pc:docMk/>
            <pc:sldMk cId="1425767390" sldId="1362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3T04:22:42.177" v="20463" actId="478"/>
          <ac:picMkLst>
            <pc:docMk/>
            <pc:sldMk cId="1425767390" sldId="1362"/>
            <ac:picMk id="6" creationId="{CF760CCB-2B5D-E6F3-3E25-36C3CCD6BD2F}"/>
          </ac:picMkLst>
        </pc:picChg>
        <pc:picChg chg="add del mod ord modCrop">
          <ac:chgData name="정지윤" userId="02c42eeb-3573-4fe0-87af-c4a597b73e9f" providerId="ADAL" clId="{9FBACC46-319B-4421-86B7-F535C5B48135}" dt="2023-11-03T04:25:41.456" v="20512" actId="478"/>
          <ac:picMkLst>
            <pc:docMk/>
            <pc:sldMk cId="1425767390" sldId="1362"/>
            <ac:picMk id="8" creationId="{2F323BE5-949A-DC9C-031F-E74B5537CF90}"/>
          </ac:picMkLst>
        </pc:picChg>
        <pc:picChg chg="add mod ord modCrop">
          <ac:chgData name="정지윤" userId="02c42eeb-3573-4fe0-87af-c4a597b73e9f" providerId="ADAL" clId="{9FBACC46-319B-4421-86B7-F535C5B48135}" dt="2023-11-03T04:25:40.636" v="20511" actId="167"/>
          <ac:picMkLst>
            <pc:docMk/>
            <pc:sldMk cId="1425767390" sldId="1362"/>
            <ac:picMk id="14" creationId="{F00F27A6-F499-5837-57B3-38669B6FC5D8}"/>
          </ac:picMkLst>
        </pc:picChg>
        <pc:cxnChg chg="mod">
          <ac:chgData name="정지윤" userId="02c42eeb-3573-4fe0-87af-c4a597b73e9f" providerId="ADAL" clId="{9FBACC46-319B-4421-86B7-F535C5B48135}" dt="2023-11-03T04:25:48.476" v="20515" actId="1076"/>
          <ac:cxnSpMkLst>
            <pc:docMk/>
            <pc:sldMk cId="1425767390" sldId="1362"/>
            <ac:cxnSpMk id="10" creationId="{348CB0FA-43A2-0E96-090F-CA50A615812A}"/>
          </ac:cxnSpMkLst>
        </pc:cxnChg>
      </pc:sldChg>
      <pc:sldChg chg="addSp delSp modSp add mod ord">
        <pc:chgData name="정지윤" userId="02c42eeb-3573-4fe0-87af-c4a597b73e9f" providerId="ADAL" clId="{9FBACC46-319B-4421-86B7-F535C5B48135}" dt="2023-11-03T04:26:23.994" v="20533"/>
        <pc:sldMkLst>
          <pc:docMk/>
          <pc:sldMk cId="1894937702" sldId="1363"/>
        </pc:sldMkLst>
        <pc:spChg chg="add mod">
          <ac:chgData name="정지윤" userId="02c42eeb-3573-4fe0-87af-c4a597b73e9f" providerId="ADAL" clId="{9FBACC46-319B-4421-86B7-F535C5B48135}" dt="2023-11-03T04:23:55.925" v="20475" actId="1076"/>
          <ac:spMkLst>
            <pc:docMk/>
            <pc:sldMk cId="1894937702" sldId="1363"/>
            <ac:spMk id="5" creationId="{590210E7-58F0-C5AC-BD4B-518B19ED97E2}"/>
          </ac:spMkLst>
        </pc:spChg>
        <pc:graphicFrameChg chg="mod modGraphic">
          <ac:chgData name="정지윤" userId="02c42eeb-3573-4fe0-87af-c4a597b73e9f" providerId="ADAL" clId="{9FBACC46-319B-4421-86B7-F535C5B48135}" dt="2023-11-03T04:26:23.994" v="20533"/>
          <ac:graphicFrameMkLst>
            <pc:docMk/>
            <pc:sldMk cId="1894937702" sldId="1363"/>
            <ac:graphicFrameMk id="3" creationId="{EB5E6BEF-7528-22F3-81D3-C88DBE43847E}"/>
          </ac:graphicFrameMkLst>
        </pc:graphicFrameChg>
        <pc:cxnChg chg="add del mod">
          <ac:chgData name="정지윤" userId="02c42eeb-3573-4fe0-87af-c4a597b73e9f" providerId="ADAL" clId="{9FBACC46-319B-4421-86B7-F535C5B48135}" dt="2023-11-03T04:24:10.420" v="20480" actId="478"/>
          <ac:cxnSpMkLst>
            <pc:docMk/>
            <pc:sldMk cId="1894937702" sldId="1363"/>
            <ac:cxnSpMk id="6" creationId="{A2A6EA96-2369-04CE-4367-F3704212E7C4}"/>
          </ac:cxnSpMkLst>
        </pc:cxnChg>
        <pc:cxnChg chg="mod">
          <ac:chgData name="정지윤" userId="02c42eeb-3573-4fe0-87af-c4a597b73e9f" providerId="ADAL" clId="{9FBACC46-319B-4421-86B7-F535C5B48135}" dt="2023-11-03T04:24:13.972" v="20481" actId="1076"/>
          <ac:cxnSpMkLst>
            <pc:docMk/>
            <pc:sldMk cId="1894937702" sldId="1363"/>
            <ac:cxnSpMk id="10" creationId="{348CB0FA-43A2-0E96-090F-CA50A615812A}"/>
          </ac:cxnSpMkLst>
        </pc:cxnChg>
        <pc:cxnChg chg="add mod">
          <ac:chgData name="정지윤" userId="02c42eeb-3573-4fe0-87af-c4a597b73e9f" providerId="ADAL" clId="{9FBACC46-319B-4421-86B7-F535C5B48135}" dt="2023-11-03T04:24:16.565" v="20483" actId="1076"/>
          <ac:cxnSpMkLst>
            <pc:docMk/>
            <pc:sldMk cId="1894937702" sldId="1363"/>
            <ac:cxnSpMk id="13" creationId="{372B572F-57D4-BF49-17FB-6D0CC9824C5C}"/>
          </ac:cxnSpMkLst>
        </pc:cxnChg>
      </pc:sldChg>
      <pc:sldChg chg="add">
        <pc:chgData name="정지윤" userId="02c42eeb-3573-4fe0-87af-c4a597b73e9f" providerId="ADAL" clId="{9FBACC46-319B-4421-86B7-F535C5B48135}" dt="2023-11-03T04:24:49.177" v="20486"/>
        <pc:sldMkLst>
          <pc:docMk/>
          <pc:sldMk cId="472758635" sldId="1364"/>
        </pc:sldMkLst>
      </pc:sldChg>
      <pc:sldChg chg="addSp delSp modSp add mod">
        <pc:chgData name="정지윤" userId="02c42eeb-3573-4fe0-87af-c4a597b73e9f" providerId="ADAL" clId="{9FBACC46-319B-4421-86B7-F535C5B48135}" dt="2023-11-03T05:22:47.099" v="21208" actId="1038"/>
        <pc:sldMkLst>
          <pc:docMk/>
          <pc:sldMk cId="1435966409" sldId="1365"/>
        </pc:sldMkLst>
        <pc:spChg chg="mod">
          <ac:chgData name="정지윤" userId="02c42eeb-3573-4fe0-87af-c4a597b73e9f" providerId="ADAL" clId="{9FBACC46-319B-4421-86B7-F535C5B48135}" dt="2023-11-03T05:22:07.116" v="21195" actId="13926"/>
          <ac:spMkLst>
            <pc:docMk/>
            <pc:sldMk cId="1435966409" sldId="1365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3T04:27:04.996" v="20570" actId="14100"/>
          <ac:spMkLst>
            <pc:docMk/>
            <pc:sldMk cId="1435966409" sldId="1365"/>
            <ac:spMk id="9" creationId="{A8B9E368-64FA-979B-C886-6F2A4792A699}"/>
          </ac:spMkLst>
        </pc:spChg>
        <pc:spChg chg="add mod">
          <ac:chgData name="정지윤" userId="02c42eeb-3573-4fe0-87af-c4a597b73e9f" providerId="ADAL" clId="{9FBACC46-319B-4421-86B7-F535C5B48135}" dt="2023-11-03T05:22:47.099" v="21208" actId="1038"/>
          <ac:spMkLst>
            <pc:docMk/>
            <pc:sldMk cId="1435966409" sldId="1365"/>
            <ac:spMk id="12" creationId="{AF704237-1D30-5FB9-68FC-F8279C41167F}"/>
          </ac:spMkLst>
        </pc:spChg>
        <pc:graphicFrameChg chg="mod modGraphic">
          <ac:chgData name="정지윤" userId="02c42eeb-3573-4fe0-87af-c4a597b73e9f" providerId="ADAL" clId="{9FBACC46-319B-4421-86B7-F535C5B48135}" dt="2023-11-03T04:26:49.659" v="20563"/>
          <ac:graphicFrameMkLst>
            <pc:docMk/>
            <pc:sldMk cId="1435966409" sldId="1365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3T04:26:58.036" v="20567" actId="167"/>
          <ac:picMkLst>
            <pc:docMk/>
            <pc:sldMk cId="1435966409" sldId="1365"/>
            <ac:picMk id="6" creationId="{A354FFEE-0627-9C08-ECA2-B11834ED20C6}"/>
          </ac:picMkLst>
        </pc:picChg>
        <pc:picChg chg="add mod modCrop">
          <ac:chgData name="정지윤" userId="02c42eeb-3573-4fe0-87af-c4a597b73e9f" providerId="ADAL" clId="{9FBACC46-319B-4421-86B7-F535C5B48135}" dt="2023-11-03T05:22:32.219" v="21202" actId="732"/>
          <ac:picMkLst>
            <pc:docMk/>
            <pc:sldMk cId="1435966409" sldId="1365"/>
            <ac:picMk id="11" creationId="{4E13BCDD-9E95-082E-BBE5-AE78D746D09A}"/>
          </ac:picMkLst>
        </pc:picChg>
        <pc:picChg chg="del">
          <ac:chgData name="정지윤" userId="02c42eeb-3573-4fe0-87af-c4a597b73e9f" providerId="ADAL" clId="{9FBACC46-319B-4421-86B7-F535C5B48135}" dt="2023-11-03T04:26:58.991" v="20568" actId="478"/>
          <ac:picMkLst>
            <pc:docMk/>
            <pc:sldMk cId="1435966409" sldId="1365"/>
            <ac:picMk id="14" creationId="{F00F27A6-F499-5837-57B3-38669B6FC5D8}"/>
          </ac:picMkLst>
        </pc:picChg>
        <pc:cxnChg chg="mod">
          <ac:chgData name="정지윤" userId="02c42eeb-3573-4fe0-87af-c4a597b73e9f" providerId="ADAL" clId="{9FBACC46-319B-4421-86B7-F535C5B48135}" dt="2023-11-03T04:27:07.492" v="20571" actId="1076"/>
          <ac:cxnSpMkLst>
            <pc:docMk/>
            <pc:sldMk cId="1435966409" sldId="1365"/>
            <ac:cxnSpMk id="10" creationId="{348CB0FA-43A2-0E96-090F-CA50A615812A}"/>
          </ac:cxnSpMkLst>
        </pc:cxnChg>
        <pc:cxnChg chg="add mod">
          <ac:chgData name="정지윤" userId="02c42eeb-3573-4fe0-87af-c4a597b73e9f" providerId="ADAL" clId="{9FBACC46-319B-4421-86B7-F535C5B48135}" dt="2023-11-03T05:22:45.003" v="21206" actId="1076"/>
          <ac:cxnSpMkLst>
            <pc:docMk/>
            <pc:sldMk cId="1435966409" sldId="1365"/>
            <ac:cxnSpMk id="13" creationId="{55C98B24-E2AC-DC41-45BD-78D84975C4BE}"/>
          </ac:cxnSpMkLst>
        </pc:cxnChg>
      </pc:sldChg>
      <pc:sldChg chg="modSp add mod">
        <pc:chgData name="정지윤" userId="02c42eeb-3573-4fe0-87af-c4a597b73e9f" providerId="ADAL" clId="{9FBACC46-319B-4421-86B7-F535C5B48135}" dt="2023-11-03T04:29:19.901" v="20918" actId="13926"/>
        <pc:sldMkLst>
          <pc:docMk/>
          <pc:sldMk cId="2599289030" sldId="1366"/>
        </pc:sldMkLst>
        <pc:spChg chg="mod">
          <ac:chgData name="정지윤" userId="02c42eeb-3573-4fe0-87af-c4a597b73e9f" providerId="ADAL" clId="{9FBACC46-319B-4421-86B7-F535C5B48135}" dt="2023-11-03T04:29:19.901" v="20918" actId="13926"/>
          <ac:spMkLst>
            <pc:docMk/>
            <pc:sldMk cId="2599289030" sldId="1366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3T04:27:21.596" v="20575" actId="14100"/>
          <ac:spMkLst>
            <pc:docMk/>
            <pc:sldMk cId="2599289030" sldId="1366"/>
            <ac:spMk id="9" creationId="{A8B9E368-64FA-979B-C886-6F2A4792A699}"/>
          </ac:spMkLst>
        </pc:spChg>
        <pc:cxnChg chg="mod">
          <ac:chgData name="정지윤" userId="02c42eeb-3573-4fe0-87af-c4a597b73e9f" providerId="ADAL" clId="{9FBACC46-319B-4421-86B7-F535C5B48135}" dt="2023-11-03T04:27:26.972" v="20577" actId="1076"/>
          <ac:cxnSpMkLst>
            <pc:docMk/>
            <pc:sldMk cId="2599289030" sldId="1366"/>
            <ac:cxnSpMk id="10" creationId="{348CB0FA-43A2-0E96-090F-CA50A615812A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5:21:30.368" v="21109" actId="20577"/>
        <pc:sldMkLst>
          <pc:docMk/>
          <pc:sldMk cId="3887852793" sldId="1367"/>
        </pc:sldMkLst>
        <pc:spChg chg="mod">
          <ac:chgData name="정지윤" userId="02c42eeb-3573-4fe0-87af-c4a597b73e9f" providerId="ADAL" clId="{9FBACC46-319B-4421-86B7-F535C5B48135}" dt="2023-11-03T05:21:30.368" v="21109" actId="20577"/>
          <ac:spMkLst>
            <pc:docMk/>
            <pc:sldMk cId="3887852793" sldId="1367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3T04:29:12.325" v="20916" actId="1076"/>
          <ac:spMkLst>
            <pc:docMk/>
            <pc:sldMk cId="3887852793" sldId="1367"/>
            <ac:spMk id="9" creationId="{A8B9E368-64FA-979B-C886-6F2A4792A699}"/>
          </ac:spMkLst>
        </pc:spChg>
        <pc:graphicFrameChg chg="mod modGraphic">
          <ac:chgData name="정지윤" userId="02c42eeb-3573-4fe0-87af-c4a597b73e9f" providerId="ADAL" clId="{9FBACC46-319B-4421-86B7-F535C5B48135}" dt="2023-11-03T04:29:27.737" v="20919" actId="6549"/>
          <ac:graphicFrameMkLst>
            <pc:docMk/>
            <pc:sldMk cId="3887852793" sldId="1367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3T04:28:48.567" v="20906" actId="478"/>
          <ac:picMkLst>
            <pc:docMk/>
            <pc:sldMk cId="3887852793" sldId="1367"/>
            <ac:picMk id="6" creationId="{A354FFEE-0627-9C08-ECA2-B11834ED20C6}"/>
          </ac:picMkLst>
        </pc:picChg>
        <pc:picChg chg="add mod ord modCrop">
          <ac:chgData name="정지윤" userId="02c42eeb-3573-4fe0-87af-c4a597b73e9f" providerId="ADAL" clId="{9FBACC46-319B-4421-86B7-F535C5B48135}" dt="2023-11-03T04:28:47.817" v="20905" actId="167"/>
          <ac:picMkLst>
            <pc:docMk/>
            <pc:sldMk cId="3887852793" sldId="1367"/>
            <ac:picMk id="8" creationId="{41D04E1A-5E6C-2B75-6FA8-AD19A2C03C5E}"/>
          </ac:picMkLst>
        </pc:picChg>
        <pc:cxnChg chg="mod">
          <ac:chgData name="정지윤" userId="02c42eeb-3573-4fe0-87af-c4a597b73e9f" providerId="ADAL" clId="{9FBACC46-319B-4421-86B7-F535C5B48135}" dt="2023-11-03T04:29:14.028" v="20917" actId="1076"/>
          <ac:cxnSpMkLst>
            <pc:docMk/>
            <pc:sldMk cId="3887852793" sldId="1367"/>
            <ac:cxnSpMk id="10" creationId="{348CB0FA-43A2-0E96-090F-CA50A615812A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5:56:57.343" v="21221" actId="478"/>
        <pc:sldMkLst>
          <pc:docMk/>
          <pc:sldMk cId="1266289677" sldId="1368"/>
        </pc:sldMkLst>
        <pc:picChg chg="add mod ord modCrop">
          <ac:chgData name="정지윤" userId="02c42eeb-3573-4fe0-87af-c4a597b73e9f" providerId="ADAL" clId="{9FBACC46-319B-4421-86B7-F535C5B48135}" dt="2023-11-03T05:56:56.121" v="21220" actId="167"/>
          <ac:picMkLst>
            <pc:docMk/>
            <pc:sldMk cId="1266289677" sldId="1368"/>
            <ac:picMk id="6" creationId="{38872EF8-85D4-318E-904B-20862F475840}"/>
          </ac:picMkLst>
        </pc:picChg>
        <pc:picChg chg="del">
          <ac:chgData name="정지윤" userId="02c42eeb-3573-4fe0-87af-c4a597b73e9f" providerId="ADAL" clId="{9FBACC46-319B-4421-86B7-F535C5B48135}" dt="2023-11-03T05:56:57.343" v="21221" actId="478"/>
          <ac:picMkLst>
            <pc:docMk/>
            <pc:sldMk cId="1266289677" sldId="1368"/>
            <ac:picMk id="8" creationId="{52FBB990-29BE-E16B-2103-A481404EFD76}"/>
          </ac:picMkLst>
        </pc:picChg>
      </pc:sldChg>
      <pc:sldChg chg="addSp delSp modSp add mod">
        <pc:chgData name="정지윤" userId="02c42eeb-3573-4fe0-87af-c4a597b73e9f" providerId="ADAL" clId="{9FBACC46-319B-4421-86B7-F535C5B48135}" dt="2023-11-03T06:01:14.134" v="21247" actId="478"/>
        <pc:sldMkLst>
          <pc:docMk/>
          <pc:sldMk cId="4080162918" sldId="1369"/>
        </pc:sldMkLst>
        <pc:graphicFrameChg chg="mod modGraphic">
          <ac:chgData name="정지윤" userId="02c42eeb-3573-4fe0-87af-c4a597b73e9f" providerId="ADAL" clId="{9FBACC46-319B-4421-86B7-F535C5B48135}" dt="2023-11-03T06:00:25.265" v="21236"/>
          <ac:graphicFrameMkLst>
            <pc:docMk/>
            <pc:sldMk cId="4080162918" sldId="1369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3T06:01:14.134" v="21247" actId="478"/>
          <ac:picMkLst>
            <pc:docMk/>
            <pc:sldMk cId="4080162918" sldId="1369"/>
            <ac:picMk id="6" creationId="{38872EF8-85D4-318E-904B-20862F475840}"/>
          </ac:picMkLst>
        </pc:picChg>
        <pc:picChg chg="add mod ord modCrop">
          <ac:chgData name="정지윤" userId="02c42eeb-3573-4fe0-87af-c4a597b73e9f" providerId="ADAL" clId="{9FBACC46-319B-4421-86B7-F535C5B48135}" dt="2023-11-03T06:01:13.034" v="21246" actId="167"/>
          <ac:picMkLst>
            <pc:docMk/>
            <pc:sldMk cId="4080162918" sldId="1369"/>
            <ac:picMk id="8" creationId="{831314EE-51F9-0C2A-4FD9-DC54A4F306C5}"/>
          </ac:picMkLst>
        </pc:picChg>
      </pc:sldChg>
      <pc:sldChg chg="addSp delSp modSp add mod">
        <pc:chgData name="정지윤" userId="02c42eeb-3573-4fe0-87af-c4a597b73e9f" providerId="ADAL" clId="{9FBACC46-319B-4421-86B7-F535C5B48135}" dt="2023-11-03T06:01:57.090" v="21262" actId="20577"/>
        <pc:sldMkLst>
          <pc:docMk/>
          <pc:sldMk cId="3035523621" sldId="1370"/>
        </pc:sldMkLst>
        <pc:graphicFrameChg chg="modGraphic">
          <ac:chgData name="정지윤" userId="02c42eeb-3573-4fe0-87af-c4a597b73e9f" providerId="ADAL" clId="{9FBACC46-319B-4421-86B7-F535C5B48135}" dt="2023-11-03T06:01:57.090" v="21262" actId="20577"/>
          <ac:graphicFrameMkLst>
            <pc:docMk/>
            <pc:sldMk cId="3035523621" sldId="1370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3T06:01:43.047" v="21256" actId="167"/>
          <ac:picMkLst>
            <pc:docMk/>
            <pc:sldMk cId="3035523621" sldId="1370"/>
            <ac:picMk id="6" creationId="{BAA20C86-B07F-CB3D-8EA5-681616EC03DE}"/>
          </ac:picMkLst>
        </pc:picChg>
        <pc:picChg chg="del">
          <ac:chgData name="정지윤" userId="02c42eeb-3573-4fe0-87af-c4a597b73e9f" providerId="ADAL" clId="{9FBACC46-319B-4421-86B7-F535C5B48135}" dt="2023-11-03T06:01:44.262" v="21257" actId="478"/>
          <ac:picMkLst>
            <pc:docMk/>
            <pc:sldMk cId="3035523621" sldId="1370"/>
            <ac:picMk id="8" creationId="{831314EE-51F9-0C2A-4FD9-DC54A4F306C5}"/>
          </ac:picMkLst>
        </pc:picChg>
      </pc:sldChg>
      <pc:sldChg chg="addSp delSp modSp add mod">
        <pc:chgData name="정지윤" userId="02c42eeb-3573-4fe0-87af-c4a597b73e9f" providerId="ADAL" clId="{9FBACC46-319B-4421-86B7-F535C5B48135}" dt="2023-11-03T06:07:41.249" v="21309" actId="20577"/>
        <pc:sldMkLst>
          <pc:docMk/>
          <pc:sldMk cId="2566669443" sldId="1371"/>
        </pc:sldMkLst>
        <pc:spChg chg="mod">
          <ac:chgData name="정지윤" userId="02c42eeb-3573-4fe0-87af-c4a597b73e9f" providerId="ADAL" clId="{9FBACC46-319B-4421-86B7-F535C5B48135}" dt="2023-11-03T06:07:27.606" v="21306" actId="20577"/>
          <ac:spMkLst>
            <pc:docMk/>
            <pc:sldMk cId="2566669443" sldId="1371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3T06:06:54.625" v="21300" actId="14100"/>
          <ac:spMkLst>
            <pc:docMk/>
            <pc:sldMk cId="2566669443" sldId="1371"/>
            <ac:spMk id="9" creationId="{B29DA74D-5593-0610-3899-AEDD39F523DD}"/>
          </ac:spMkLst>
        </pc:spChg>
        <pc:graphicFrameChg chg="mod modGraphic">
          <ac:chgData name="정지윤" userId="02c42eeb-3573-4fe0-87af-c4a597b73e9f" providerId="ADAL" clId="{9FBACC46-319B-4421-86B7-F535C5B48135}" dt="2023-11-03T06:07:41.249" v="21309" actId="20577"/>
          <ac:graphicFrameMkLst>
            <pc:docMk/>
            <pc:sldMk cId="2566669443" sldId="1371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3T06:06:29.852" v="21294" actId="478"/>
          <ac:picMkLst>
            <pc:docMk/>
            <pc:sldMk cId="2566669443" sldId="1371"/>
            <ac:picMk id="6" creationId="{BAA20C86-B07F-CB3D-8EA5-681616EC03DE}"/>
          </ac:picMkLst>
        </pc:picChg>
        <pc:picChg chg="add mod ord modCrop">
          <ac:chgData name="정지윤" userId="02c42eeb-3573-4fe0-87af-c4a597b73e9f" providerId="ADAL" clId="{9FBACC46-319B-4421-86B7-F535C5B48135}" dt="2023-11-03T06:06:52.513" v="21299" actId="1076"/>
          <ac:picMkLst>
            <pc:docMk/>
            <pc:sldMk cId="2566669443" sldId="1371"/>
            <ac:picMk id="8" creationId="{189D78D4-664F-0979-DAB5-4355473DE277}"/>
          </ac:picMkLst>
        </pc:picChg>
        <pc:cxnChg chg="add mod">
          <ac:chgData name="정지윤" userId="02c42eeb-3573-4fe0-87af-c4a597b73e9f" providerId="ADAL" clId="{9FBACC46-319B-4421-86B7-F535C5B48135}" dt="2023-11-03T06:06:44.241" v="21296" actId="1076"/>
          <ac:cxnSpMkLst>
            <pc:docMk/>
            <pc:sldMk cId="2566669443" sldId="1371"/>
            <ac:cxnSpMk id="10" creationId="{C24344E2-B304-5744-C231-24C7DBE60DD5}"/>
          </ac:cxnSpMkLst>
        </pc:cxnChg>
      </pc:sldChg>
      <pc:sldChg chg="add del">
        <pc:chgData name="정지윤" userId="02c42eeb-3573-4fe0-87af-c4a597b73e9f" providerId="ADAL" clId="{9FBACC46-319B-4421-86B7-F535C5B48135}" dt="2023-11-03T06:07:56.169" v="21310" actId="47"/>
        <pc:sldMkLst>
          <pc:docMk/>
          <pc:sldMk cId="2392595681" sldId="1372"/>
        </pc:sldMkLst>
      </pc:sldChg>
      <pc:sldChg chg="addSp delSp modSp add mod">
        <pc:chgData name="정지윤" userId="02c42eeb-3573-4fe0-87af-c4a597b73e9f" providerId="ADAL" clId="{9FBACC46-319B-4421-86B7-F535C5B48135}" dt="2023-11-03T06:23:38.074" v="21627" actId="13926"/>
        <pc:sldMkLst>
          <pc:docMk/>
          <pc:sldMk cId="3429522601" sldId="1372"/>
        </pc:sldMkLst>
        <pc:spChg chg="mod">
          <ac:chgData name="정지윤" userId="02c42eeb-3573-4fe0-87af-c4a597b73e9f" providerId="ADAL" clId="{9FBACC46-319B-4421-86B7-F535C5B48135}" dt="2023-11-03T06:23:38.074" v="21627" actId="13926"/>
          <ac:spMkLst>
            <pc:docMk/>
            <pc:sldMk cId="3429522601" sldId="1372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3T06:21:35.568" v="21356" actId="14100"/>
          <ac:spMkLst>
            <pc:docMk/>
            <pc:sldMk cId="3429522601" sldId="1372"/>
            <ac:spMk id="11" creationId="{201DF855-619D-5A2E-EFC8-6C45A76FA7D2}"/>
          </ac:spMkLst>
        </pc:spChg>
        <pc:graphicFrameChg chg="mod modGraphic">
          <ac:chgData name="정지윤" userId="02c42eeb-3573-4fe0-87af-c4a597b73e9f" providerId="ADAL" clId="{9FBACC46-319B-4421-86B7-F535C5B48135}" dt="2023-11-03T06:22:22.140" v="21459" actId="20577"/>
          <ac:graphicFrameMkLst>
            <pc:docMk/>
            <pc:sldMk cId="3429522601" sldId="1372"/>
            <ac:graphicFrameMk id="3" creationId="{EB5E6BEF-7528-22F3-81D3-C88DBE43847E}"/>
          </ac:graphicFrameMkLst>
        </pc:graphicFrameChg>
        <pc:picChg chg="del mod">
          <ac:chgData name="정지윤" userId="02c42eeb-3573-4fe0-87af-c4a597b73e9f" providerId="ADAL" clId="{9FBACC46-319B-4421-86B7-F535C5B48135}" dt="2023-11-03T06:21:18.014" v="21350" actId="478"/>
          <ac:picMkLst>
            <pc:docMk/>
            <pc:sldMk cId="3429522601" sldId="1372"/>
            <ac:picMk id="6" creationId="{BAA20C86-B07F-CB3D-8EA5-681616EC03DE}"/>
          </ac:picMkLst>
        </pc:picChg>
        <pc:picChg chg="add del mod">
          <ac:chgData name="정지윤" userId="02c42eeb-3573-4fe0-87af-c4a597b73e9f" providerId="ADAL" clId="{9FBACC46-319B-4421-86B7-F535C5B48135}" dt="2023-11-03T06:19:43.881" v="21344" actId="478"/>
          <ac:picMkLst>
            <pc:docMk/>
            <pc:sldMk cId="3429522601" sldId="1372"/>
            <ac:picMk id="8" creationId="{513F1CE0-A612-01D6-7F49-116571E88F68}"/>
          </ac:picMkLst>
        </pc:picChg>
        <pc:picChg chg="add mod ord modCrop">
          <ac:chgData name="정지윤" userId="02c42eeb-3573-4fe0-87af-c4a597b73e9f" providerId="ADAL" clId="{9FBACC46-319B-4421-86B7-F535C5B48135}" dt="2023-11-03T06:21:16.894" v="21349" actId="167"/>
          <ac:picMkLst>
            <pc:docMk/>
            <pc:sldMk cId="3429522601" sldId="1372"/>
            <ac:picMk id="10" creationId="{0435EBE9-8B8D-EDC0-AF22-DD57BC694C3D}"/>
          </ac:picMkLst>
        </pc:picChg>
        <pc:cxnChg chg="add mod">
          <ac:chgData name="정지윤" userId="02c42eeb-3573-4fe0-87af-c4a597b73e9f" providerId="ADAL" clId="{9FBACC46-319B-4421-86B7-F535C5B48135}" dt="2023-11-03T06:21:29.384" v="21354" actId="1076"/>
          <ac:cxnSpMkLst>
            <pc:docMk/>
            <pc:sldMk cId="3429522601" sldId="1372"/>
            <ac:cxnSpMk id="12" creationId="{31494BA4-68E5-4485-7D10-281733BD29F0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6:27:17.803" v="21880" actId="20577"/>
        <pc:sldMkLst>
          <pc:docMk/>
          <pc:sldMk cId="710769897" sldId="1373"/>
        </pc:sldMkLst>
        <pc:spChg chg="mod">
          <ac:chgData name="정지윤" userId="02c42eeb-3573-4fe0-87af-c4a597b73e9f" providerId="ADAL" clId="{9FBACC46-319B-4421-86B7-F535C5B48135}" dt="2023-11-03T06:27:17.803" v="21880" actId="20577"/>
          <ac:spMkLst>
            <pc:docMk/>
            <pc:sldMk cId="710769897" sldId="1373"/>
            <ac:spMk id="7" creationId="{0C81DD60-D84B-4D3C-8F3E-7D0E22E11300}"/>
          </ac:spMkLst>
        </pc:spChg>
        <pc:spChg chg="mod ord">
          <ac:chgData name="정지윤" userId="02c42eeb-3573-4fe0-87af-c4a597b73e9f" providerId="ADAL" clId="{9FBACC46-319B-4421-86B7-F535C5B48135}" dt="2023-11-03T06:26:10.963" v="21666" actId="14100"/>
          <ac:spMkLst>
            <pc:docMk/>
            <pc:sldMk cId="710769897" sldId="1373"/>
            <ac:spMk id="11" creationId="{201DF855-619D-5A2E-EFC8-6C45A76FA7D2}"/>
          </ac:spMkLst>
        </pc:spChg>
        <pc:spChg chg="add mod">
          <ac:chgData name="정지윤" userId="02c42eeb-3573-4fe0-87af-c4a597b73e9f" providerId="ADAL" clId="{9FBACC46-319B-4421-86B7-F535C5B48135}" dt="2023-11-03T06:26:28.033" v="21671" actId="14100"/>
          <ac:spMkLst>
            <pc:docMk/>
            <pc:sldMk cId="710769897" sldId="1373"/>
            <ac:spMk id="15" creationId="{09742E59-EBD0-10C8-A7F7-7C44DBE871C6}"/>
          </ac:spMkLst>
        </pc:spChg>
        <pc:graphicFrameChg chg="mod modGraphic">
          <ac:chgData name="정지윤" userId="02c42eeb-3573-4fe0-87af-c4a597b73e9f" providerId="ADAL" clId="{9FBACC46-319B-4421-86B7-F535C5B48135}" dt="2023-11-03T06:24:46.401" v="21643"/>
          <ac:graphicFrameMkLst>
            <pc:docMk/>
            <pc:sldMk cId="710769897" sldId="1373"/>
            <ac:graphicFrameMk id="3" creationId="{EB5E6BEF-7528-22F3-81D3-C88DBE43847E}"/>
          </ac:graphicFrameMkLst>
        </pc:graphicFrameChg>
        <pc:picChg chg="add mod modCrop">
          <ac:chgData name="정지윤" userId="02c42eeb-3573-4fe0-87af-c4a597b73e9f" providerId="ADAL" clId="{9FBACC46-319B-4421-86B7-F535C5B48135}" dt="2023-11-03T06:25:47.848" v="21657" actId="1076"/>
          <ac:picMkLst>
            <pc:docMk/>
            <pc:sldMk cId="710769897" sldId="1373"/>
            <ac:picMk id="6" creationId="{FDF15212-914E-0FA1-638F-46ECBBF08FE0}"/>
          </ac:picMkLst>
        </pc:picChg>
        <pc:picChg chg="add mod modCrop">
          <ac:chgData name="정지윤" userId="02c42eeb-3573-4fe0-87af-c4a597b73e9f" providerId="ADAL" clId="{9FBACC46-319B-4421-86B7-F535C5B48135}" dt="2023-11-03T06:26:04.502" v="21663" actId="1076"/>
          <ac:picMkLst>
            <pc:docMk/>
            <pc:sldMk cId="710769897" sldId="1373"/>
            <ac:picMk id="9" creationId="{79C1B622-8BE4-C6A5-BB8B-B3B1D12708D8}"/>
          </ac:picMkLst>
        </pc:picChg>
        <pc:picChg chg="del">
          <ac:chgData name="정지윤" userId="02c42eeb-3573-4fe0-87af-c4a597b73e9f" providerId="ADAL" clId="{9FBACC46-319B-4421-86B7-F535C5B48135}" dt="2023-11-03T06:25:33.421" v="21652" actId="478"/>
          <ac:picMkLst>
            <pc:docMk/>
            <pc:sldMk cId="710769897" sldId="1373"/>
            <ac:picMk id="10" creationId="{0435EBE9-8B8D-EDC0-AF22-DD57BC694C3D}"/>
          </ac:picMkLst>
        </pc:picChg>
        <pc:cxnChg chg="del mod">
          <ac:chgData name="정지윤" userId="02c42eeb-3573-4fe0-87af-c4a597b73e9f" providerId="ADAL" clId="{9FBACC46-319B-4421-86B7-F535C5B48135}" dt="2023-11-03T06:26:29.826" v="21672" actId="478"/>
          <ac:cxnSpMkLst>
            <pc:docMk/>
            <pc:sldMk cId="710769897" sldId="1373"/>
            <ac:cxnSpMk id="12" creationId="{31494BA4-68E5-4485-7D10-281733BD29F0}"/>
          </ac:cxnSpMkLst>
        </pc:cxnChg>
        <pc:cxnChg chg="add">
          <ac:chgData name="정지윤" userId="02c42eeb-3573-4fe0-87af-c4a597b73e9f" providerId="ADAL" clId="{9FBACC46-319B-4421-86B7-F535C5B48135}" dt="2023-11-03T06:26:16.490" v="21667" actId="11529"/>
          <ac:cxnSpMkLst>
            <pc:docMk/>
            <pc:sldMk cId="710769897" sldId="1373"/>
            <ac:cxnSpMk id="14" creationId="{8AAD8A55-80B3-C675-C5D7-B2EF06261E2A}"/>
          </ac:cxnSpMkLst>
        </pc:cxnChg>
      </pc:sldChg>
      <pc:sldChg chg="addSp delSp modSp add mod ord">
        <pc:chgData name="정지윤" userId="02c42eeb-3573-4fe0-87af-c4a597b73e9f" providerId="ADAL" clId="{9FBACC46-319B-4421-86B7-F535C5B48135}" dt="2023-11-03T06:29:00.808" v="22173" actId="20577"/>
        <pc:sldMkLst>
          <pc:docMk/>
          <pc:sldMk cId="798792174" sldId="1374"/>
        </pc:sldMkLst>
        <pc:spChg chg="mod">
          <ac:chgData name="정지윤" userId="02c42eeb-3573-4fe0-87af-c4a597b73e9f" providerId="ADAL" clId="{9FBACC46-319B-4421-86B7-F535C5B48135}" dt="2023-11-03T06:29:00.808" v="22173" actId="20577"/>
          <ac:spMkLst>
            <pc:docMk/>
            <pc:sldMk cId="798792174" sldId="1374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3T06:28:15.909" v="21899" actId="478"/>
          <ac:spMkLst>
            <pc:docMk/>
            <pc:sldMk cId="798792174" sldId="1374"/>
            <ac:spMk id="11" creationId="{201DF855-619D-5A2E-EFC8-6C45A76FA7D2}"/>
          </ac:spMkLst>
        </pc:spChg>
        <pc:spChg chg="del">
          <ac:chgData name="정지윤" userId="02c42eeb-3573-4fe0-87af-c4a597b73e9f" providerId="ADAL" clId="{9FBACC46-319B-4421-86B7-F535C5B48135}" dt="2023-11-03T06:28:15.909" v="21899" actId="478"/>
          <ac:spMkLst>
            <pc:docMk/>
            <pc:sldMk cId="798792174" sldId="1374"/>
            <ac:spMk id="15" creationId="{09742E59-EBD0-10C8-A7F7-7C44DBE871C6}"/>
          </ac:spMkLst>
        </pc:spChg>
        <pc:picChg chg="del">
          <ac:chgData name="정지윤" userId="02c42eeb-3573-4fe0-87af-c4a597b73e9f" providerId="ADAL" clId="{9FBACC46-319B-4421-86B7-F535C5B48135}" dt="2023-11-03T06:28:09.881" v="21897" actId="478"/>
          <ac:picMkLst>
            <pc:docMk/>
            <pc:sldMk cId="798792174" sldId="1374"/>
            <ac:picMk id="6" creationId="{FDF15212-914E-0FA1-638F-46ECBBF08FE0}"/>
          </ac:picMkLst>
        </pc:picChg>
        <pc:picChg chg="add mod ord modCrop">
          <ac:chgData name="정지윤" userId="02c42eeb-3573-4fe0-87af-c4a597b73e9f" providerId="ADAL" clId="{9FBACC46-319B-4421-86B7-F535C5B48135}" dt="2023-11-03T06:28:11.925" v="21898" actId="167"/>
          <ac:picMkLst>
            <pc:docMk/>
            <pc:sldMk cId="798792174" sldId="1374"/>
            <ac:picMk id="8" creationId="{117C2C44-5673-623D-780C-B2CDD92A953B}"/>
          </ac:picMkLst>
        </pc:picChg>
        <pc:picChg chg="del">
          <ac:chgData name="정지윤" userId="02c42eeb-3573-4fe0-87af-c4a597b73e9f" providerId="ADAL" clId="{9FBACC46-319B-4421-86B7-F535C5B48135}" dt="2023-11-03T06:28:09.881" v="21897" actId="478"/>
          <ac:picMkLst>
            <pc:docMk/>
            <pc:sldMk cId="798792174" sldId="1374"/>
            <ac:picMk id="9" creationId="{79C1B622-8BE4-C6A5-BB8B-B3B1D12708D8}"/>
          </ac:picMkLst>
        </pc:picChg>
        <pc:cxnChg chg="del">
          <ac:chgData name="정지윤" userId="02c42eeb-3573-4fe0-87af-c4a597b73e9f" providerId="ADAL" clId="{9FBACC46-319B-4421-86B7-F535C5B48135}" dt="2023-11-03T06:28:15.909" v="21899" actId="478"/>
          <ac:cxnSpMkLst>
            <pc:docMk/>
            <pc:sldMk cId="798792174" sldId="1374"/>
            <ac:cxnSpMk id="14" creationId="{8AAD8A55-80B3-C675-C5D7-B2EF06261E2A}"/>
          </ac:cxnSpMkLst>
        </pc:cxnChg>
      </pc:sldChg>
      <pc:sldChg chg="addSp modSp add mod">
        <pc:chgData name="정지윤" userId="02c42eeb-3573-4fe0-87af-c4a597b73e9f" providerId="ADAL" clId="{9FBACC46-319B-4421-86B7-F535C5B48135}" dt="2023-11-03T06:32:02.708" v="22457" actId="20577"/>
        <pc:sldMkLst>
          <pc:docMk/>
          <pc:sldMk cId="4192994697" sldId="1375"/>
        </pc:sldMkLst>
        <pc:spChg chg="add mod">
          <ac:chgData name="정지윤" userId="02c42eeb-3573-4fe0-87af-c4a597b73e9f" providerId="ADAL" clId="{9FBACC46-319B-4421-86B7-F535C5B48135}" dt="2023-11-03T06:29:35.242" v="22180" actId="14100"/>
          <ac:spMkLst>
            <pc:docMk/>
            <pc:sldMk cId="4192994697" sldId="1375"/>
            <ac:spMk id="5" creationId="{AE66E49A-EAE1-957D-F0EE-E092D39CDB9C}"/>
          </ac:spMkLst>
        </pc:spChg>
        <pc:spChg chg="mod">
          <ac:chgData name="정지윤" userId="02c42eeb-3573-4fe0-87af-c4a597b73e9f" providerId="ADAL" clId="{9FBACC46-319B-4421-86B7-F535C5B48135}" dt="2023-11-03T06:32:02.708" v="22457" actId="20577"/>
          <ac:spMkLst>
            <pc:docMk/>
            <pc:sldMk cId="4192994697" sldId="1375"/>
            <ac:spMk id="7" creationId="{0C81DD60-D84B-4D3C-8F3E-7D0E22E11300}"/>
          </ac:spMkLst>
        </pc:spChg>
        <pc:graphicFrameChg chg="modGraphic">
          <ac:chgData name="정지윤" userId="02c42eeb-3573-4fe0-87af-c4a597b73e9f" providerId="ADAL" clId="{9FBACC46-319B-4421-86B7-F535C5B48135}" dt="2023-11-03T06:31:09.658" v="22183" actId="6549"/>
          <ac:graphicFrameMkLst>
            <pc:docMk/>
            <pc:sldMk cId="4192994697" sldId="1375"/>
            <ac:graphicFrameMk id="3" creationId="{EB5E6BEF-7528-22F3-81D3-C88DBE43847E}"/>
          </ac:graphicFrameMkLst>
        </pc:graphicFrameChg>
        <pc:picChg chg="mod modCrop">
          <ac:chgData name="정지윤" userId="02c42eeb-3573-4fe0-87af-c4a597b73e9f" providerId="ADAL" clId="{9FBACC46-319B-4421-86B7-F535C5B48135}" dt="2023-11-03T06:29:25.752" v="22177" actId="1076"/>
          <ac:picMkLst>
            <pc:docMk/>
            <pc:sldMk cId="4192994697" sldId="1375"/>
            <ac:picMk id="8" creationId="{117C2C44-5673-623D-780C-B2CDD92A953B}"/>
          </ac:picMkLst>
        </pc:picChg>
        <pc:cxnChg chg="add mod">
          <ac:chgData name="정지윤" userId="02c42eeb-3573-4fe0-87af-c4a597b73e9f" providerId="ADAL" clId="{9FBACC46-319B-4421-86B7-F535C5B48135}" dt="2023-11-03T06:29:42.849" v="22182" actId="1076"/>
          <ac:cxnSpMkLst>
            <pc:docMk/>
            <pc:sldMk cId="4192994697" sldId="1375"/>
            <ac:cxnSpMk id="6" creationId="{A2256C7F-46A8-7CD5-22B4-724BA7BCA4B2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6:52:27.261" v="22788" actId="478"/>
        <pc:sldMkLst>
          <pc:docMk/>
          <pc:sldMk cId="2935220789" sldId="1376"/>
        </pc:sldMkLst>
        <pc:spChg chg="mod">
          <ac:chgData name="정지윤" userId="02c42eeb-3573-4fe0-87af-c4a597b73e9f" providerId="ADAL" clId="{9FBACC46-319B-4421-86B7-F535C5B48135}" dt="2023-11-03T06:51:03.458" v="22541" actId="14100"/>
          <ac:spMkLst>
            <pc:docMk/>
            <pc:sldMk cId="2935220789" sldId="1376"/>
            <ac:spMk id="5" creationId="{AE66E49A-EAE1-957D-F0EE-E092D39CDB9C}"/>
          </ac:spMkLst>
        </pc:spChg>
        <pc:spChg chg="mod">
          <ac:chgData name="정지윤" userId="02c42eeb-3573-4fe0-87af-c4a597b73e9f" providerId="ADAL" clId="{9FBACC46-319B-4421-86B7-F535C5B48135}" dt="2023-11-03T06:52:13.562" v="22786" actId="20577"/>
          <ac:spMkLst>
            <pc:docMk/>
            <pc:sldMk cId="2935220789" sldId="1376"/>
            <ac:spMk id="7" creationId="{0C81DD60-D84B-4D3C-8F3E-7D0E22E11300}"/>
          </ac:spMkLst>
        </pc:spChg>
        <pc:spChg chg="add del">
          <ac:chgData name="정지윤" userId="02c42eeb-3573-4fe0-87af-c4a597b73e9f" providerId="ADAL" clId="{9FBACC46-319B-4421-86B7-F535C5B48135}" dt="2023-11-03T06:52:27.261" v="22788" actId="478"/>
          <ac:spMkLst>
            <pc:docMk/>
            <pc:sldMk cId="2935220789" sldId="1376"/>
            <ac:spMk id="14" creationId="{00FB2E51-02E0-0F01-9A6F-3207914DFE0F}"/>
          </ac:spMkLst>
        </pc:spChg>
        <pc:graphicFrameChg chg="mod modGraphic">
          <ac:chgData name="정지윤" userId="02c42eeb-3573-4fe0-87af-c4a597b73e9f" providerId="ADAL" clId="{9FBACC46-319B-4421-86B7-F535C5B48135}" dt="2023-11-03T06:51:34.006" v="22658" actId="20577"/>
          <ac:graphicFrameMkLst>
            <pc:docMk/>
            <pc:sldMk cId="2935220789" sldId="1376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3T06:50:55.602" v="22527" actId="478"/>
          <ac:picMkLst>
            <pc:docMk/>
            <pc:sldMk cId="2935220789" sldId="1376"/>
            <ac:picMk id="8" creationId="{117C2C44-5673-623D-780C-B2CDD92A953B}"/>
          </ac:picMkLst>
        </pc:picChg>
        <pc:picChg chg="add del mod">
          <ac:chgData name="정지윤" userId="02c42eeb-3573-4fe0-87af-c4a597b73e9f" providerId="ADAL" clId="{9FBACC46-319B-4421-86B7-F535C5B48135}" dt="2023-11-03T06:50:43.896" v="22498" actId="478"/>
          <ac:picMkLst>
            <pc:docMk/>
            <pc:sldMk cId="2935220789" sldId="1376"/>
            <ac:picMk id="10" creationId="{3E651C34-EF73-19A2-8E01-770984DAC4FB}"/>
          </ac:picMkLst>
        </pc:picChg>
        <pc:picChg chg="add mod ord modCrop">
          <ac:chgData name="정지윤" userId="02c42eeb-3573-4fe0-87af-c4a597b73e9f" providerId="ADAL" clId="{9FBACC46-319B-4421-86B7-F535C5B48135}" dt="2023-11-03T06:50:54.376" v="22526" actId="167"/>
          <ac:picMkLst>
            <pc:docMk/>
            <pc:sldMk cId="2935220789" sldId="1376"/>
            <ac:picMk id="12" creationId="{EF595190-456A-9407-272F-6F8A27579DBF}"/>
          </ac:picMkLst>
        </pc:picChg>
        <pc:cxnChg chg="mod">
          <ac:chgData name="정지윤" userId="02c42eeb-3573-4fe0-87af-c4a597b73e9f" providerId="ADAL" clId="{9FBACC46-319B-4421-86B7-F535C5B48135}" dt="2023-11-03T06:51:05.079" v="22542" actId="1076"/>
          <ac:cxnSpMkLst>
            <pc:docMk/>
            <pc:sldMk cId="2935220789" sldId="1376"/>
            <ac:cxnSpMk id="6" creationId="{A2256C7F-46A8-7CD5-22B4-724BA7BCA4B2}"/>
          </ac:cxnSpMkLst>
        </pc:cxnChg>
      </pc:sldChg>
      <pc:sldChg chg="modSp add mod">
        <pc:chgData name="정지윤" userId="02c42eeb-3573-4fe0-87af-c4a597b73e9f" providerId="ADAL" clId="{9FBACC46-319B-4421-86B7-F535C5B48135}" dt="2023-11-03T06:49:53.567" v="22484" actId="20577"/>
        <pc:sldMkLst>
          <pc:docMk/>
          <pc:sldMk cId="2102851252" sldId="1377"/>
        </pc:sldMkLst>
        <pc:spChg chg="mod">
          <ac:chgData name="정지윤" userId="02c42eeb-3573-4fe0-87af-c4a597b73e9f" providerId="ADAL" clId="{9FBACC46-319B-4421-86B7-F535C5B48135}" dt="2023-11-03T06:48:48.911" v="22467" actId="1076"/>
          <ac:spMkLst>
            <pc:docMk/>
            <pc:sldMk cId="2102851252" sldId="1377"/>
            <ac:spMk id="5" creationId="{AE66E49A-EAE1-957D-F0EE-E092D39CDB9C}"/>
          </ac:spMkLst>
        </pc:spChg>
        <pc:spChg chg="mod">
          <ac:chgData name="정지윤" userId="02c42eeb-3573-4fe0-87af-c4a597b73e9f" providerId="ADAL" clId="{9FBACC46-319B-4421-86B7-F535C5B48135}" dt="2023-11-03T06:49:36.884" v="22482" actId="6549"/>
          <ac:spMkLst>
            <pc:docMk/>
            <pc:sldMk cId="2102851252" sldId="1377"/>
            <ac:spMk id="7" creationId="{0C81DD60-D84B-4D3C-8F3E-7D0E22E11300}"/>
          </ac:spMkLst>
        </pc:spChg>
        <pc:graphicFrameChg chg="modGraphic">
          <ac:chgData name="정지윤" userId="02c42eeb-3573-4fe0-87af-c4a597b73e9f" providerId="ADAL" clId="{9FBACC46-319B-4421-86B7-F535C5B48135}" dt="2023-11-03T06:49:53.567" v="22484" actId="20577"/>
          <ac:graphicFrameMkLst>
            <pc:docMk/>
            <pc:sldMk cId="2102851252" sldId="1377"/>
            <ac:graphicFrameMk id="3" creationId="{EB5E6BEF-7528-22F3-81D3-C88DBE43847E}"/>
          </ac:graphicFrameMkLst>
        </pc:graphicFrameChg>
        <pc:cxnChg chg="mod">
          <ac:chgData name="정지윤" userId="02c42eeb-3573-4fe0-87af-c4a597b73e9f" providerId="ADAL" clId="{9FBACC46-319B-4421-86B7-F535C5B48135}" dt="2023-11-03T06:48:50.375" v="22468" actId="1076"/>
          <ac:cxnSpMkLst>
            <pc:docMk/>
            <pc:sldMk cId="2102851252" sldId="1377"/>
            <ac:cxnSpMk id="6" creationId="{A2256C7F-46A8-7CD5-22B4-724BA7BCA4B2}"/>
          </ac:cxnSpMkLst>
        </pc:cxnChg>
      </pc:sldChg>
      <pc:sldChg chg="add del">
        <pc:chgData name="정지윤" userId="02c42eeb-3573-4fe0-87af-c4a597b73e9f" providerId="ADAL" clId="{9FBACC46-319B-4421-86B7-F535C5B48135}" dt="2023-11-03T06:49:57.392" v="22485" actId="47"/>
        <pc:sldMkLst>
          <pc:docMk/>
          <pc:sldMk cId="2268559101" sldId="1378"/>
        </pc:sldMkLst>
      </pc:sldChg>
      <pc:sldChg chg="addSp delSp modSp add mod ord">
        <pc:chgData name="정지윤" userId="02c42eeb-3573-4fe0-87af-c4a597b73e9f" providerId="ADAL" clId="{9FBACC46-319B-4421-86B7-F535C5B48135}" dt="2023-11-03T06:57:03.250" v="22919"/>
        <pc:sldMkLst>
          <pc:docMk/>
          <pc:sldMk cId="2511703297" sldId="1378"/>
        </pc:sldMkLst>
        <pc:spChg chg="mod">
          <ac:chgData name="정지윤" userId="02c42eeb-3573-4fe0-87af-c4a597b73e9f" providerId="ADAL" clId="{9FBACC46-319B-4421-86B7-F535C5B48135}" dt="2023-11-03T06:52:59.423" v="22800" actId="14100"/>
          <ac:spMkLst>
            <pc:docMk/>
            <pc:sldMk cId="2511703297" sldId="1378"/>
            <ac:spMk id="5" creationId="{AE66E49A-EAE1-957D-F0EE-E092D39CDB9C}"/>
          </ac:spMkLst>
        </pc:spChg>
        <pc:spChg chg="mod">
          <ac:chgData name="정지윤" userId="02c42eeb-3573-4fe0-87af-c4a597b73e9f" providerId="ADAL" clId="{9FBACC46-319B-4421-86B7-F535C5B48135}" dt="2023-11-03T06:53:42.918" v="22914" actId="20577"/>
          <ac:spMkLst>
            <pc:docMk/>
            <pc:sldMk cId="2511703297" sldId="1378"/>
            <ac:spMk id="7" creationId="{0C81DD60-D84B-4D3C-8F3E-7D0E22E11300}"/>
          </ac:spMkLst>
        </pc:spChg>
        <pc:graphicFrameChg chg="modGraphic">
          <ac:chgData name="정지윤" userId="02c42eeb-3573-4fe0-87af-c4a597b73e9f" providerId="ADAL" clId="{9FBACC46-319B-4421-86B7-F535C5B48135}" dt="2023-11-03T06:57:01.775" v="22917" actId="20577"/>
          <ac:graphicFrameMkLst>
            <pc:docMk/>
            <pc:sldMk cId="2511703297" sldId="1378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3T06:52:50.919" v="22797" actId="167"/>
          <ac:picMkLst>
            <pc:docMk/>
            <pc:sldMk cId="2511703297" sldId="1378"/>
            <ac:picMk id="9" creationId="{08B0C181-450D-3640-B54C-A9A28C2D26D7}"/>
          </ac:picMkLst>
        </pc:picChg>
        <pc:picChg chg="del">
          <ac:chgData name="정지윤" userId="02c42eeb-3573-4fe0-87af-c4a597b73e9f" providerId="ADAL" clId="{9FBACC46-319B-4421-86B7-F535C5B48135}" dt="2023-11-03T06:52:52.076" v="22798" actId="478"/>
          <ac:picMkLst>
            <pc:docMk/>
            <pc:sldMk cId="2511703297" sldId="1378"/>
            <ac:picMk id="12" creationId="{EF595190-456A-9407-272F-6F8A27579DBF}"/>
          </ac:picMkLst>
        </pc:picChg>
        <pc:cxnChg chg="mod">
          <ac:chgData name="정지윤" userId="02c42eeb-3573-4fe0-87af-c4a597b73e9f" providerId="ADAL" clId="{9FBACC46-319B-4421-86B7-F535C5B48135}" dt="2023-11-03T06:53:03.816" v="22801" actId="1076"/>
          <ac:cxnSpMkLst>
            <pc:docMk/>
            <pc:sldMk cId="2511703297" sldId="1378"/>
            <ac:cxnSpMk id="6" creationId="{A2256C7F-46A8-7CD5-22B4-724BA7BCA4B2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7:00:48.247" v="23293" actId="20577"/>
        <pc:sldMkLst>
          <pc:docMk/>
          <pc:sldMk cId="389842210" sldId="1379"/>
        </pc:sldMkLst>
        <pc:spChg chg="mod">
          <ac:chgData name="정지윤" userId="02c42eeb-3573-4fe0-87af-c4a597b73e9f" providerId="ADAL" clId="{9FBACC46-319B-4421-86B7-F535C5B48135}" dt="2023-11-03T06:58:58.639" v="22961" actId="14100"/>
          <ac:spMkLst>
            <pc:docMk/>
            <pc:sldMk cId="389842210" sldId="1379"/>
            <ac:spMk id="5" creationId="{AE66E49A-EAE1-957D-F0EE-E092D39CDB9C}"/>
          </ac:spMkLst>
        </pc:spChg>
        <pc:spChg chg="mod">
          <ac:chgData name="정지윤" userId="02c42eeb-3573-4fe0-87af-c4a597b73e9f" providerId="ADAL" clId="{9FBACC46-319B-4421-86B7-F535C5B48135}" dt="2023-11-03T07:00:48.247" v="23293" actId="20577"/>
          <ac:spMkLst>
            <pc:docMk/>
            <pc:sldMk cId="389842210" sldId="1379"/>
            <ac:spMk id="7" creationId="{0C81DD60-D84B-4D3C-8F3E-7D0E22E11300}"/>
          </ac:spMkLst>
        </pc:spChg>
        <pc:graphicFrameChg chg="mod modGraphic">
          <ac:chgData name="정지윤" userId="02c42eeb-3573-4fe0-87af-c4a597b73e9f" providerId="ADAL" clId="{9FBACC46-319B-4421-86B7-F535C5B48135}" dt="2023-11-03T06:59:33.592" v="22965" actId="20577"/>
          <ac:graphicFrameMkLst>
            <pc:docMk/>
            <pc:sldMk cId="389842210" sldId="1379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3T06:58:45.781" v="22958" actId="478"/>
          <ac:picMkLst>
            <pc:docMk/>
            <pc:sldMk cId="389842210" sldId="1379"/>
            <ac:picMk id="9" creationId="{08B0C181-450D-3640-B54C-A9A28C2D26D7}"/>
          </ac:picMkLst>
        </pc:picChg>
        <pc:picChg chg="add mod ord modCrop">
          <ac:chgData name="정지윤" userId="02c42eeb-3573-4fe0-87af-c4a597b73e9f" providerId="ADAL" clId="{9FBACC46-319B-4421-86B7-F535C5B48135}" dt="2023-11-03T06:58:44.550" v="22957" actId="167"/>
          <ac:picMkLst>
            <pc:docMk/>
            <pc:sldMk cId="389842210" sldId="1379"/>
            <ac:picMk id="10" creationId="{53C59209-5CD7-5189-62DE-B719FB8693F5}"/>
          </ac:picMkLst>
        </pc:picChg>
        <pc:cxnChg chg="mod">
          <ac:chgData name="정지윤" userId="02c42eeb-3573-4fe0-87af-c4a597b73e9f" providerId="ADAL" clId="{9FBACC46-319B-4421-86B7-F535C5B48135}" dt="2023-11-03T06:59:03.750" v="22963" actId="1076"/>
          <ac:cxnSpMkLst>
            <pc:docMk/>
            <pc:sldMk cId="389842210" sldId="1379"/>
            <ac:cxnSpMk id="6" creationId="{A2256C7F-46A8-7CD5-22B4-724BA7BCA4B2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7:03:36.863" v="23512"/>
        <pc:sldMkLst>
          <pc:docMk/>
          <pc:sldMk cId="1127171238" sldId="1380"/>
        </pc:sldMkLst>
        <pc:spChg chg="mod">
          <ac:chgData name="정지윤" userId="02c42eeb-3573-4fe0-87af-c4a597b73e9f" providerId="ADAL" clId="{9FBACC46-319B-4421-86B7-F535C5B48135}" dt="2023-11-03T07:01:30.599" v="23310" actId="14100"/>
          <ac:spMkLst>
            <pc:docMk/>
            <pc:sldMk cId="1127171238" sldId="1380"/>
            <ac:spMk id="5" creationId="{AE66E49A-EAE1-957D-F0EE-E092D39CDB9C}"/>
          </ac:spMkLst>
        </pc:spChg>
        <pc:spChg chg="mod">
          <ac:chgData name="정지윤" userId="02c42eeb-3573-4fe0-87af-c4a597b73e9f" providerId="ADAL" clId="{9FBACC46-319B-4421-86B7-F535C5B48135}" dt="2023-11-03T07:03:04.405" v="23453" actId="20577"/>
          <ac:spMkLst>
            <pc:docMk/>
            <pc:sldMk cId="1127171238" sldId="1380"/>
            <ac:spMk id="7" creationId="{0C81DD60-D84B-4D3C-8F3E-7D0E22E11300}"/>
          </ac:spMkLst>
        </pc:spChg>
        <pc:graphicFrameChg chg="mod modGraphic">
          <ac:chgData name="정지윤" userId="02c42eeb-3573-4fe0-87af-c4a597b73e9f" providerId="ADAL" clId="{9FBACC46-319B-4421-86B7-F535C5B48135}" dt="2023-11-03T07:03:36.863" v="23512"/>
          <ac:graphicFrameMkLst>
            <pc:docMk/>
            <pc:sldMk cId="1127171238" sldId="1380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3T07:01:26.847" v="23308" actId="1076"/>
          <ac:picMkLst>
            <pc:docMk/>
            <pc:sldMk cId="1127171238" sldId="1380"/>
            <ac:picMk id="9" creationId="{3585372D-AC14-C395-C2C9-E735798D37A7}"/>
          </ac:picMkLst>
        </pc:picChg>
        <pc:picChg chg="del mod">
          <ac:chgData name="정지윤" userId="02c42eeb-3573-4fe0-87af-c4a597b73e9f" providerId="ADAL" clId="{9FBACC46-319B-4421-86B7-F535C5B48135}" dt="2023-11-03T07:01:18.459" v="23305" actId="478"/>
          <ac:picMkLst>
            <pc:docMk/>
            <pc:sldMk cId="1127171238" sldId="1380"/>
            <ac:picMk id="10" creationId="{53C59209-5CD7-5189-62DE-B719FB8693F5}"/>
          </ac:picMkLst>
        </pc:picChg>
        <pc:cxnChg chg="mod">
          <ac:chgData name="정지윤" userId="02c42eeb-3573-4fe0-87af-c4a597b73e9f" providerId="ADAL" clId="{9FBACC46-319B-4421-86B7-F535C5B48135}" dt="2023-11-03T07:01:32.239" v="23311" actId="1076"/>
          <ac:cxnSpMkLst>
            <pc:docMk/>
            <pc:sldMk cId="1127171238" sldId="1380"/>
            <ac:cxnSpMk id="6" creationId="{A2256C7F-46A8-7CD5-22B4-724BA7BCA4B2}"/>
          </ac:cxnSpMkLst>
        </pc:cxnChg>
      </pc:sldChg>
      <pc:sldChg chg="add del">
        <pc:chgData name="정지윤" userId="02c42eeb-3573-4fe0-87af-c4a597b73e9f" providerId="ADAL" clId="{9FBACC46-319B-4421-86B7-F535C5B48135}" dt="2023-11-03T06:57:33.059" v="22945" actId="47"/>
        <pc:sldMkLst>
          <pc:docMk/>
          <pc:sldMk cId="4002470574" sldId="1380"/>
        </pc:sldMkLst>
      </pc:sldChg>
      <pc:sldChg chg="addSp delSp modSp add mod">
        <pc:chgData name="정지윤" userId="02c42eeb-3573-4fe0-87af-c4a597b73e9f" providerId="ADAL" clId="{9FBACC46-319B-4421-86B7-F535C5B48135}" dt="2023-11-03T07:09:51.663" v="23554" actId="14100"/>
        <pc:sldMkLst>
          <pc:docMk/>
          <pc:sldMk cId="249271227" sldId="1381"/>
        </pc:sldMkLst>
        <pc:spChg chg="del">
          <ac:chgData name="정지윤" userId="02c42eeb-3573-4fe0-87af-c4a597b73e9f" providerId="ADAL" clId="{9FBACC46-319B-4421-86B7-F535C5B48135}" dt="2023-11-03T07:09:05.917" v="23536" actId="478"/>
          <ac:spMkLst>
            <pc:docMk/>
            <pc:sldMk cId="249271227" sldId="1381"/>
            <ac:spMk id="5" creationId="{AE66E49A-EAE1-957D-F0EE-E092D39CDB9C}"/>
          </ac:spMkLst>
        </pc:spChg>
        <pc:spChg chg="mod">
          <ac:chgData name="정지윤" userId="02c42eeb-3573-4fe0-87af-c4a597b73e9f" providerId="ADAL" clId="{9FBACC46-319B-4421-86B7-F535C5B48135}" dt="2023-11-03T07:06:35.773" v="23527"/>
          <ac:spMkLst>
            <pc:docMk/>
            <pc:sldMk cId="249271227" sldId="1381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3T07:09:34.171" v="23549" actId="14100"/>
          <ac:spMkLst>
            <pc:docMk/>
            <pc:sldMk cId="249271227" sldId="1381"/>
            <ac:spMk id="13" creationId="{8A7D805B-0D5C-0097-57ED-63E3A26A18D6}"/>
          </ac:spMkLst>
        </pc:spChg>
        <pc:spChg chg="add mod">
          <ac:chgData name="정지윤" userId="02c42eeb-3573-4fe0-87af-c4a597b73e9f" providerId="ADAL" clId="{9FBACC46-319B-4421-86B7-F535C5B48135}" dt="2023-11-03T07:09:51.663" v="23554" actId="14100"/>
          <ac:spMkLst>
            <pc:docMk/>
            <pc:sldMk cId="249271227" sldId="1381"/>
            <ac:spMk id="16" creationId="{FCA44AB6-1C65-05AF-F887-A2D3C63DFCBE}"/>
          </ac:spMkLst>
        </pc:spChg>
        <pc:graphicFrameChg chg="mod modGraphic">
          <ac:chgData name="정지윤" userId="02c42eeb-3573-4fe0-87af-c4a597b73e9f" providerId="ADAL" clId="{9FBACC46-319B-4421-86B7-F535C5B48135}" dt="2023-11-03T07:03:48.431" v="23523"/>
          <ac:graphicFrameMkLst>
            <pc:docMk/>
            <pc:sldMk cId="249271227" sldId="1381"/>
            <ac:graphicFrameMk id="3" creationId="{EB5E6BEF-7528-22F3-81D3-C88DBE43847E}"/>
          </ac:graphicFrameMkLst>
        </pc:graphicFrameChg>
        <pc:picChg chg="del mod">
          <ac:chgData name="정지윤" userId="02c42eeb-3573-4fe0-87af-c4a597b73e9f" providerId="ADAL" clId="{9FBACC46-319B-4421-86B7-F535C5B48135}" dt="2023-11-03T07:09:03.850" v="23535" actId="478"/>
          <ac:picMkLst>
            <pc:docMk/>
            <pc:sldMk cId="249271227" sldId="1381"/>
            <ac:picMk id="9" creationId="{3585372D-AC14-C395-C2C9-E735798D37A7}"/>
          </ac:picMkLst>
        </pc:picChg>
        <pc:picChg chg="add mod modCrop">
          <ac:chgData name="정지윤" userId="02c42eeb-3573-4fe0-87af-c4a597b73e9f" providerId="ADAL" clId="{9FBACC46-319B-4421-86B7-F535C5B48135}" dt="2023-11-03T07:09:09.831" v="23539" actId="962"/>
          <ac:picMkLst>
            <pc:docMk/>
            <pc:sldMk cId="249271227" sldId="1381"/>
            <ac:picMk id="10" creationId="{88B1ABFC-A404-6432-C165-F98E34146B73}"/>
          </ac:picMkLst>
        </pc:picChg>
        <pc:picChg chg="add mod modCrop">
          <ac:chgData name="정지윤" userId="02c42eeb-3573-4fe0-87af-c4a597b73e9f" providerId="ADAL" clId="{9FBACC46-319B-4421-86B7-F535C5B48135}" dt="2023-11-03T07:09:22.607" v="23545" actId="1076"/>
          <ac:picMkLst>
            <pc:docMk/>
            <pc:sldMk cId="249271227" sldId="1381"/>
            <ac:picMk id="12" creationId="{9AB5F154-52F2-981A-B9C9-C07D9218407D}"/>
          </ac:picMkLst>
        </pc:picChg>
        <pc:cxnChg chg="del">
          <ac:chgData name="정지윤" userId="02c42eeb-3573-4fe0-87af-c4a597b73e9f" providerId="ADAL" clId="{9FBACC46-319B-4421-86B7-F535C5B48135}" dt="2023-11-03T07:09:05.917" v="23536" actId="478"/>
          <ac:cxnSpMkLst>
            <pc:docMk/>
            <pc:sldMk cId="249271227" sldId="1381"/>
            <ac:cxnSpMk id="6" creationId="{A2256C7F-46A8-7CD5-22B4-724BA7BCA4B2}"/>
          </ac:cxnSpMkLst>
        </pc:cxnChg>
        <pc:cxnChg chg="add">
          <ac:chgData name="정지윤" userId="02c42eeb-3573-4fe0-87af-c4a597b73e9f" providerId="ADAL" clId="{9FBACC46-319B-4421-86B7-F535C5B48135}" dt="2023-11-03T07:09:40.708" v="23550" actId="11529"/>
          <ac:cxnSpMkLst>
            <pc:docMk/>
            <pc:sldMk cId="249271227" sldId="1381"/>
            <ac:cxnSpMk id="15" creationId="{D5EBB0E9-A520-5815-C913-70019C46015C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7:18:31.872" v="23800" actId="20577"/>
        <pc:sldMkLst>
          <pc:docMk/>
          <pc:sldMk cId="4287194935" sldId="1382"/>
        </pc:sldMkLst>
        <pc:spChg chg="mod">
          <ac:chgData name="정지윤" userId="02c42eeb-3573-4fe0-87af-c4a597b73e9f" providerId="ADAL" clId="{9FBACC46-319B-4421-86B7-F535C5B48135}" dt="2023-11-03T07:16:14.364" v="23798" actId="20577"/>
          <ac:spMkLst>
            <pc:docMk/>
            <pc:sldMk cId="4287194935" sldId="1382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3T07:15:16.538" v="23569" actId="478"/>
          <ac:spMkLst>
            <pc:docMk/>
            <pc:sldMk cId="4287194935" sldId="1382"/>
            <ac:spMk id="13" creationId="{8A7D805B-0D5C-0097-57ED-63E3A26A18D6}"/>
          </ac:spMkLst>
        </pc:spChg>
        <pc:spChg chg="mod">
          <ac:chgData name="정지윤" userId="02c42eeb-3573-4fe0-87af-c4a597b73e9f" providerId="ADAL" clId="{9FBACC46-319B-4421-86B7-F535C5B48135}" dt="2023-11-03T07:15:23.056" v="23572" actId="14100"/>
          <ac:spMkLst>
            <pc:docMk/>
            <pc:sldMk cId="4287194935" sldId="1382"/>
            <ac:spMk id="16" creationId="{FCA44AB6-1C65-05AF-F887-A2D3C63DFCBE}"/>
          </ac:spMkLst>
        </pc:spChg>
        <pc:graphicFrameChg chg="modGraphic">
          <ac:chgData name="정지윤" userId="02c42eeb-3573-4fe0-87af-c4a597b73e9f" providerId="ADAL" clId="{9FBACC46-319B-4421-86B7-F535C5B48135}" dt="2023-11-03T07:18:31.872" v="23800" actId="20577"/>
          <ac:graphicFrameMkLst>
            <pc:docMk/>
            <pc:sldMk cId="4287194935" sldId="1382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3T07:15:18.475" v="23570" actId="167"/>
          <ac:picMkLst>
            <pc:docMk/>
            <pc:sldMk cId="4287194935" sldId="1382"/>
            <ac:picMk id="6" creationId="{EA6697DA-23F4-A57F-52ED-AC116B428CD5}"/>
          </ac:picMkLst>
        </pc:picChg>
        <pc:picChg chg="del">
          <ac:chgData name="정지윤" userId="02c42eeb-3573-4fe0-87af-c4a597b73e9f" providerId="ADAL" clId="{9FBACC46-319B-4421-86B7-F535C5B48135}" dt="2023-11-03T07:15:14.925" v="23568" actId="478"/>
          <ac:picMkLst>
            <pc:docMk/>
            <pc:sldMk cId="4287194935" sldId="1382"/>
            <ac:picMk id="10" creationId="{88B1ABFC-A404-6432-C165-F98E34146B73}"/>
          </ac:picMkLst>
        </pc:picChg>
        <pc:picChg chg="del">
          <ac:chgData name="정지윤" userId="02c42eeb-3573-4fe0-87af-c4a597b73e9f" providerId="ADAL" clId="{9FBACC46-319B-4421-86B7-F535C5B48135}" dt="2023-11-03T07:15:14.925" v="23568" actId="478"/>
          <ac:picMkLst>
            <pc:docMk/>
            <pc:sldMk cId="4287194935" sldId="1382"/>
            <ac:picMk id="12" creationId="{9AB5F154-52F2-981A-B9C9-C07D9218407D}"/>
          </ac:picMkLst>
        </pc:picChg>
        <pc:cxnChg chg="mod">
          <ac:chgData name="정지윤" userId="02c42eeb-3573-4fe0-87af-c4a597b73e9f" providerId="ADAL" clId="{9FBACC46-319B-4421-86B7-F535C5B48135}" dt="2023-11-03T07:15:31.686" v="23575" actId="1076"/>
          <ac:cxnSpMkLst>
            <pc:docMk/>
            <pc:sldMk cId="4287194935" sldId="1382"/>
            <ac:cxnSpMk id="15" creationId="{D5EBB0E9-A520-5815-C913-70019C46015C}"/>
          </ac:cxnSpMkLst>
        </pc:cxnChg>
      </pc:sldChg>
    </pc:docChg>
  </pc:docChgLst>
  <pc:docChgLst>
    <pc:chgData name="김명호" userId="e0d603aa-548e-418b-a070-918475337925" providerId="ADAL" clId="{EB451184-BA9A-4A5C-9B3F-495ADF05D454}"/>
    <pc:docChg chg="undo redo custSel addSld delSld modSld sldOrd addSection modSection">
      <pc:chgData name="김명호" userId="e0d603aa-548e-418b-a070-918475337925" providerId="ADAL" clId="{EB451184-BA9A-4A5C-9B3F-495ADF05D454}" dt="2023-09-26T05:41:05.919" v="27193" actId="20577"/>
      <pc:docMkLst>
        <pc:docMk/>
      </pc:docMkLst>
      <pc:sldChg chg="modSp mod">
        <pc:chgData name="김명호" userId="e0d603aa-548e-418b-a070-918475337925" providerId="ADAL" clId="{EB451184-BA9A-4A5C-9B3F-495ADF05D454}" dt="2023-09-20T04:51:40.201" v="6098"/>
        <pc:sldMkLst>
          <pc:docMk/>
          <pc:sldMk cId="663090028" sldId="259"/>
        </pc:sldMkLst>
        <pc:spChg chg="mod">
          <ac:chgData name="김명호" userId="e0d603aa-548e-418b-a070-918475337925" providerId="ADAL" clId="{EB451184-BA9A-4A5C-9B3F-495ADF05D454}" dt="2023-09-20T04:51:40.201" v="6098"/>
          <ac:spMkLst>
            <pc:docMk/>
            <pc:sldMk cId="663090028" sldId="259"/>
            <ac:spMk id="5" creationId="{029A339E-21A1-41D7-8EEF-1BB6F1C3B0B0}"/>
          </ac:spMkLst>
        </pc:spChg>
      </pc:sldChg>
      <pc:sldChg chg="modSp mod">
        <pc:chgData name="김명호" userId="e0d603aa-548e-418b-a070-918475337925" providerId="ADAL" clId="{EB451184-BA9A-4A5C-9B3F-495ADF05D454}" dt="2023-09-22T06:08:38.970" v="21843" actId="14734"/>
        <pc:sldMkLst>
          <pc:docMk/>
          <pc:sldMk cId="936676672" sldId="344"/>
        </pc:sldMkLst>
        <pc:graphicFrameChg chg="mod modGraphic">
          <ac:chgData name="김명호" userId="e0d603aa-548e-418b-a070-918475337925" providerId="ADAL" clId="{EB451184-BA9A-4A5C-9B3F-495ADF05D454}" dt="2023-09-22T06:08:38.970" v="21843" actId="14734"/>
          <ac:graphicFrameMkLst>
            <pc:docMk/>
            <pc:sldMk cId="936676672" sldId="344"/>
            <ac:graphicFrameMk id="7" creationId="{978119AB-B35B-4D30-BA38-8140FAF453A1}"/>
          </ac:graphicFrameMkLst>
        </pc:graphicFrameChg>
      </pc:sldChg>
      <pc:sldChg chg="del">
        <pc:chgData name="김명호" userId="e0d603aa-548e-418b-a070-918475337925" providerId="ADAL" clId="{EB451184-BA9A-4A5C-9B3F-495ADF05D454}" dt="2023-09-22T06:10:20.690" v="21845" actId="47"/>
        <pc:sldMkLst>
          <pc:docMk/>
          <pc:sldMk cId="706377792" sldId="346"/>
        </pc:sldMkLst>
      </pc:sldChg>
      <pc:sldChg chg="modSp mod">
        <pc:chgData name="김명호" userId="e0d603aa-548e-418b-a070-918475337925" providerId="ADAL" clId="{EB451184-BA9A-4A5C-9B3F-495ADF05D454}" dt="2023-09-22T07:43:33.404" v="23421" actId="20577"/>
        <pc:sldMkLst>
          <pc:docMk/>
          <pc:sldMk cId="1687266130" sldId="362"/>
        </pc:sldMkLst>
        <pc:spChg chg="mod">
          <ac:chgData name="김명호" userId="e0d603aa-548e-418b-a070-918475337925" providerId="ADAL" clId="{EB451184-BA9A-4A5C-9B3F-495ADF05D454}" dt="2023-09-22T07:43:33.404" v="23421" actId="20577"/>
          <ac:spMkLst>
            <pc:docMk/>
            <pc:sldMk cId="1687266130" sldId="362"/>
            <ac:spMk id="6" creationId="{DEC948E3-FBF5-45EE-B6C5-B3EBDB6CD957}"/>
          </ac:spMkLst>
        </pc:spChg>
        <pc:spChg chg="mod">
          <ac:chgData name="김명호" userId="e0d603aa-548e-418b-a070-918475337925" providerId="ADAL" clId="{EB451184-BA9A-4A5C-9B3F-495ADF05D454}" dt="2023-09-20T04:52:39.659" v="6276" actId="6549"/>
          <ac:spMkLst>
            <pc:docMk/>
            <pc:sldMk cId="1687266130" sldId="362"/>
            <ac:spMk id="24" creationId="{9B295392-FB91-4594-8D67-2C3EFB13B1D7}"/>
          </ac:spMkLst>
        </pc:spChg>
        <pc:grpChg chg="mod">
          <ac:chgData name="김명호" userId="e0d603aa-548e-418b-a070-918475337925" providerId="ADAL" clId="{EB451184-BA9A-4A5C-9B3F-495ADF05D454}" dt="2023-09-20T04:52:42.493" v="6277" actId="1076"/>
          <ac:grpSpMkLst>
            <pc:docMk/>
            <pc:sldMk cId="1687266130" sldId="362"/>
            <ac:grpSpMk id="18" creationId="{661359AE-04CA-4C4E-93FB-04C024F975AB}"/>
          </ac:grpSpMkLst>
        </pc:grpChg>
        <pc:grpChg chg="mod">
          <ac:chgData name="김명호" userId="e0d603aa-548e-418b-a070-918475337925" providerId="ADAL" clId="{EB451184-BA9A-4A5C-9B3F-495ADF05D454}" dt="2023-09-20T04:52:42.493" v="6277" actId="1076"/>
          <ac:grpSpMkLst>
            <pc:docMk/>
            <pc:sldMk cId="1687266130" sldId="362"/>
            <ac:grpSpMk id="23" creationId="{6062F352-6EAB-4B10-AEEA-76730ECB3316}"/>
          </ac:grpSpMkLst>
        </pc:grpChg>
      </pc:sldChg>
      <pc:sldChg chg="modSp mod">
        <pc:chgData name="김명호" userId="e0d603aa-548e-418b-a070-918475337925" providerId="ADAL" clId="{EB451184-BA9A-4A5C-9B3F-495ADF05D454}" dt="2023-09-22T07:34:23.318" v="22949" actId="115"/>
        <pc:sldMkLst>
          <pc:docMk/>
          <pc:sldMk cId="3497645603" sldId="367"/>
        </pc:sldMkLst>
        <pc:spChg chg="mod">
          <ac:chgData name="김명호" userId="e0d603aa-548e-418b-a070-918475337925" providerId="ADAL" clId="{EB451184-BA9A-4A5C-9B3F-495ADF05D454}" dt="2023-09-22T07:34:23.318" v="22949" actId="115"/>
          <ac:spMkLst>
            <pc:docMk/>
            <pc:sldMk cId="3497645603" sldId="367"/>
            <ac:spMk id="10" creationId="{39B0F59A-2BB4-43BB-99AB-2C610FC0395B}"/>
          </ac:spMkLst>
        </pc:spChg>
      </pc:sldChg>
      <pc:sldChg chg="del">
        <pc:chgData name="김명호" userId="e0d603aa-548e-418b-a070-918475337925" providerId="ADAL" clId="{EB451184-BA9A-4A5C-9B3F-495ADF05D454}" dt="2023-09-22T06:10:21.247" v="21846" actId="47"/>
        <pc:sldMkLst>
          <pc:docMk/>
          <pc:sldMk cId="3748167120" sldId="376"/>
        </pc:sldMkLst>
      </pc:sldChg>
      <pc:sldChg chg="addSp delSp modSp mod">
        <pc:chgData name="김명호" userId="e0d603aa-548e-418b-a070-918475337925" providerId="ADAL" clId="{EB451184-BA9A-4A5C-9B3F-495ADF05D454}" dt="2023-09-22T06:57:09.483" v="21940" actId="6549"/>
        <pc:sldMkLst>
          <pc:docMk/>
          <pc:sldMk cId="438729540" sldId="390"/>
        </pc:sldMkLst>
        <pc:spChg chg="mod">
          <ac:chgData name="김명호" userId="e0d603aa-548e-418b-a070-918475337925" providerId="ADAL" clId="{EB451184-BA9A-4A5C-9B3F-495ADF05D454}" dt="2023-09-22T06:56:49.733" v="21935"/>
          <ac:spMkLst>
            <pc:docMk/>
            <pc:sldMk cId="438729540" sldId="390"/>
            <ac:spMk id="5" creationId="{D51A2049-BA27-5934-A3B0-4CFE03A2FEA9}"/>
          </ac:spMkLst>
        </pc:spChg>
        <pc:spChg chg="mod">
          <ac:chgData name="김명호" userId="e0d603aa-548e-418b-a070-918475337925" providerId="ADAL" clId="{EB451184-BA9A-4A5C-9B3F-495ADF05D454}" dt="2023-09-22T06:57:07.320" v="21939"/>
          <ac:spMkLst>
            <pc:docMk/>
            <pc:sldMk cId="438729540" sldId="390"/>
            <ac:spMk id="6" creationId="{00FBDCD5-C2B1-9FAE-9632-AC9226749865}"/>
          </ac:spMkLst>
        </pc:spChg>
        <pc:spChg chg="mod">
          <ac:chgData name="김명호" userId="e0d603aa-548e-418b-a070-918475337925" providerId="ADAL" clId="{EB451184-BA9A-4A5C-9B3F-495ADF05D454}" dt="2023-09-22T06:57:09.483" v="21940" actId="6549"/>
          <ac:spMkLst>
            <pc:docMk/>
            <pc:sldMk cId="438729540" sldId="390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0T04:03:53.828" v="3378" actId="14100"/>
          <ac:spMkLst>
            <pc:docMk/>
            <pc:sldMk cId="438729540" sldId="390"/>
            <ac:spMk id="10" creationId="{14F878EE-D031-B862-A82B-49EBF6A805B4}"/>
          </ac:spMkLst>
        </pc:spChg>
        <pc:grpChg chg="add mod">
          <ac:chgData name="김명호" userId="e0d603aa-548e-418b-a070-918475337925" providerId="ADAL" clId="{EB451184-BA9A-4A5C-9B3F-495ADF05D454}" dt="2023-09-22T06:56:49.733" v="21935"/>
          <ac:grpSpMkLst>
            <pc:docMk/>
            <pc:sldMk cId="438729540" sldId="390"/>
            <ac:grpSpMk id="4" creationId="{D997B25E-A00B-8E4B-A20C-A1ED4FACE276}"/>
          </ac:grpSpMkLst>
        </pc:grpChg>
        <pc:grpChg chg="del">
          <ac:chgData name="김명호" userId="e0d603aa-548e-418b-a070-918475337925" providerId="ADAL" clId="{EB451184-BA9A-4A5C-9B3F-495ADF05D454}" dt="2023-09-20T01:47:32.853" v="494" actId="478"/>
          <ac:grpSpMkLst>
            <pc:docMk/>
            <pc:sldMk cId="438729540" sldId="390"/>
            <ac:grpSpMk id="12" creationId="{0D0B6B4F-0C4B-A63B-D36A-F0C1785D52AD}"/>
          </ac:grpSpMkLst>
        </pc:grpChg>
        <pc:grpChg chg="del">
          <ac:chgData name="김명호" userId="e0d603aa-548e-418b-a070-918475337925" providerId="ADAL" clId="{EB451184-BA9A-4A5C-9B3F-495ADF05D454}" dt="2023-09-20T01:47:32.853" v="494" actId="478"/>
          <ac:grpSpMkLst>
            <pc:docMk/>
            <pc:sldMk cId="438729540" sldId="390"/>
            <ac:grpSpMk id="19" creationId="{6B3D4B0D-9E89-F018-B6A6-F0D784934549}"/>
          </ac:grpSpMkLst>
        </pc:grpChg>
        <pc:graphicFrameChg chg="mod modGraphic">
          <ac:chgData name="김명호" userId="e0d603aa-548e-418b-a070-918475337925" providerId="ADAL" clId="{EB451184-BA9A-4A5C-9B3F-495ADF05D454}" dt="2023-09-20T04:04:14.667" v="3382" actId="20577"/>
          <ac:graphicFrameMkLst>
            <pc:docMk/>
            <pc:sldMk cId="438729540" sldId="390"/>
            <ac:graphicFrameMk id="3" creationId="{EB5E6BEF-7528-22F3-81D3-C88DBE43847E}"/>
          </ac:graphicFrameMkLst>
        </pc:graphicFrameChg>
        <pc:picChg chg="add del mod modCrop">
          <ac:chgData name="김명호" userId="e0d603aa-548e-418b-a070-918475337925" providerId="ADAL" clId="{EB451184-BA9A-4A5C-9B3F-495ADF05D454}" dt="2023-09-20T01:50:56.646" v="497" actId="478"/>
          <ac:picMkLst>
            <pc:docMk/>
            <pc:sldMk cId="438729540" sldId="390"/>
            <ac:picMk id="5" creationId="{76B0CD38-A840-338D-95B4-887B4873D481}"/>
          </ac:picMkLst>
        </pc:picChg>
        <pc:picChg chg="add del mod modCrop">
          <ac:chgData name="김명호" userId="e0d603aa-548e-418b-a070-918475337925" providerId="ADAL" clId="{EB451184-BA9A-4A5C-9B3F-495ADF05D454}" dt="2023-09-20T04:00:52.551" v="3375" actId="478"/>
          <ac:picMkLst>
            <pc:docMk/>
            <pc:sldMk cId="438729540" sldId="390"/>
            <ac:picMk id="8" creationId="{67F92F47-8FE3-414C-788A-3F46C50A24B8}"/>
          </ac:picMkLst>
        </pc:picChg>
        <pc:picChg chg="add mod ord modCrop">
          <ac:chgData name="김명호" userId="e0d603aa-548e-418b-a070-918475337925" providerId="ADAL" clId="{EB451184-BA9A-4A5C-9B3F-495ADF05D454}" dt="2023-09-20T04:00:55.907" v="3376" actId="167"/>
          <ac:picMkLst>
            <pc:docMk/>
            <pc:sldMk cId="438729540" sldId="390"/>
            <ac:picMk id="15" creationId="{4037265C-B357-0255-D971-EA827DF1198C}"/>
          </ac:picMkLst>
        </pc:picChg>
        <pc:cxnChg chg="add mod">
          <ac:chgData name="김명호" userId="e0d603aa-548e-418b-a070-918475337925" providerId="ADAL" clId="{EB451184-BA9A-4A5C-9B3F-495ADF05D454}" dt="2023-09-20T04:03:56.011" v="3379" actId="1076"/>
          <ac:cxnSpMkLst>
            <pc:docMk/>
            <pc:sldMk cId="438729540" sldId="390"/>
            <ac:cxnSpMk id="13" creationId="{331DDFAF-E372-E3B3-6B05-B0D7F3785A4E}"/>
          </ac:cxnSpMkLst>
        </pc:cxnChg>
      </pc:sldChg>
      <pc:sldChg chg="addSp delSp add del mod">
        <pc:chgData name="김명호" userId="e0d603aa-548e-418b-a070-918475337925" providerId="ADAL" clId="{EB451184-BA9A-4A5C-9B3F-495ADF05D454}" dt="2023-09-22T06:11:19.962" v="21849" actId="47"/>
        <pc:sldMkLst>
          <pc:docMk/>
          <pc:sldMk cId="2398833664" sldId="394"/>
        </pc:sldMkLst>
        <pc:spChg chg="add del">
          <ac:chgData name="김명호" userId="e0d603aa-548e-418b-a070-918475337925" providerId="ADAL" clId="{EB451184-BA9A-4A5C-9B3F-495ADF05D454}" dt="2023-09-22T06:10:25.219" v="21848" actId="478"/>
          <ac:spMkLst>
            <pc:docMk/>
            <pc:sldMk cId="2398833664" sldId="394"/>
            <ac:spMk id="5" creationId="{342FB9EF-08C8-48C8-B141-475EABD5A0B1}"/>
          </ac:spMkLst>
        </pc:spChg>
      </pc:sldChg>
      <pc:sldChg chg="add del">
        <pc:chgData name="김명호" userId="e0d603aa-548e-418b-a070-918475337925" providerId="ADAL" clId="{EB451184-BA9A-4A5C-9B3F-495ADF05D454}" dt="2023-09-22T06:11:20.809" v="21850" actId="47"/>
        <pc:sldMkLst>
          <pc:docMk/>
          <pc:sldMk cId="1275645984" sldId="395"/>
        </pc:sldMkLst>
      </pc:sldChg>
      <pc:sldChg chg="addSp modSp add del mod">
        <pc:chgData name="김명호" userId="e0d603aa-548e-418b-a070-918475337925" providerId="ADAL" clId="{EB451184-BA9A-4A5C-9B3F-495ADF05D454}" dt="2023-09-22T02:15:53.725" v="21596" actId="47"/>
        <pc:sldMkLst>
          <pc:docMk/>
          <pc:sldMk cId="3578330855" sldId="437"/>
        </pc:sldMkLst>
        <pc:picChg chg="add mod ord modCrop">
          <ac:chgData name="김명호" userId="e0d603aa-548e-418b-a070-918475337925" providerId="ADAL" clId="{EB451184-BA9A-4A5C-9B3F-495ADF05D454}" dt="2023-09-22T02:14:38.663" v="21586" actId="167"/>
          <ac:picMkLst>
            <pc:docMk/>
            <pc:sldMk cId="3578330855" sldId="437"/>
            <ac:picMk id="15" creationId="{03503915-1093-C5B1-655A-143862A57E1F}"/>
          </ac:picMkLst>
        </pc:picChg>
      </pc:sldChg>
      <pc:sldChg chg="delSp add mod">
        <pc:chgData name="김명호" userId="e0d603aa-548e-418b-a070-918475337925" providerId="ADAL" clId="{EB451184-BA9A-4A5C-9B3F-495ADF05D454}" dt="2023-09-22T06:11:24.534" v="21852" actId="478"/>
        <pc:sldMkLst>
          <pc:docMk/>
          <pc:sldMk cId="3791663613" sldId="889"/>
        </pc:sldMkLst>
        <pc:spChg chg="del">
          <ac:chgData name="김명호" userId="e0d603aa-548e-418b-a070-918475337925" providerId="ADAL" clId="{EB451184-BA9A-4A5C-9B3F-495ADF05D454}" dt="2023-09-22T06:11:24.534" v="21852" actId="478"/>
          <ac:spMkLst>
            <pc:docMk/>
            <pc:sldMk cId="3791663613" sldId="889"/>
            <ac:spMk id="6" creationId="{A48C3734-22FB-4C17-A50C-E589C01B4BF8}"/>
          </ac:spMkLst>
        </pc:spChg>
      </pc:sldChg>
      <pc:sldChg chg="delSp add mod">
        <pc:chgData name="김명호" userId="e0d603aa-548e-418b-a070-918475337925" providerId="ADAL" clId="{EB451184-BA9A-4A5C-9B3F-495ADF05D454}" dt="2023-09-22T06:11:26.871" v="21853" actId="478"/>
        <pc:sldMkLst>
          <pc:docMk/>
          <pc:sldMk cId="251407273" sldId="890"/>
        </pc:sldMkLst>
        <pc:spChg chg="del">
          <ac:chgData name="김명호" userId="e0d603aa-548e-418b-a070-918475337925" providerId="ADAL" clId="{EB451184-BA9A-4A5C-9B3F-495ADF05D454}" dt="2023-09-22T06:11:26.871" v="21853" actId="478"/>
          <ac:spMkLst>
            <pc:docMk/>
            <pc:sldMk cId="251407273" sldId="890"/>
            <ac:spMk id="4" creationId="{94E21428-0869-4D45-A744-5E0888805048}"/>
          </ac:spMkLst>
        </pc:spChg>
      </pc:sldChg>
      <pc:sldChg chg="delSp add mod">
        <pc:chgData name="김명호" userId="e0d603aa-548e-418b-a070-918475337925" providerId="ADAL" clId="{EB451184-BA9A-4A5C-9B3F-495ADF05D454}" dt="2023-09-22T06:18:25.188" v="21856" actId="478"/>
        <pc:sldMkLst>
          <pc:docMk/>
          <pc:sldMk cId="1638528583" sldId="895"/>
        </pc:sldMkLst>
        <pc:spChg chg="del">
          <ac:chgData name="김명호" userId="e0d603aa-548e-418b-a070-918475337925" providerId="ADAL" clId="{EB451184-BA9A-4A5C-9B3F-495ADF05D454}" dt="2023-09-22T06:18:25.188" v="21856" actId="478"/>
          <ac:spMkLst>
            <pc:docMk/>
            <pc:sldMk cId="1638528583" sldId="895"/>
            <ac:spMk id="17" creationId="{1C55B0B7-7AE0-4B2A-94B6-8AFC5F1D70C7}"/>
          </ac:spMkLst>
        </pc:spChg>
      </pc:sldChg>
      <pc:sldChg chg="del">
        <pc:chgData name="김명호" userId="e0d603aa-548e-418b-a070-918475337925" providerId="ADAL" clId="{EB451184-BA9A-4A5C-9B3F-495ADF05D454}" dt="2023-09-22T06:18:23.288" v="21855" actId="47"/>
        <pc:sldMkLst>
          <pc:docMk/>
          <pc:sldMk cId="634537752" sldId="1053"/>
        </pc:sldMkLst>
      </pc:sldChg>
      <pc:sldChg chg="add del">
        <pc:chgData name="김명호" userId="e0d603aa-548e-418b-a070-918475337925" providerId="ADAL" clId="{EB451184-BA9A-4A5C-9B3F-495ADF05D454}" dt="2023-09-20T01:55:56.075" v="625" actId="47"/>
        <pc:sldMkLst>
          <pc:docMk/>
          <pc:sldMk cId="2427834420" sldId="1054"/>
        </pc:sldMkLst>
      </pc:sldChg>
      <pc:sldChg chg="del">
        <pc:chgData name="김명호" userId="e0d603aa-548e-418b-a070-918475337925" providerId="ADAL" clId="{EB451184-BA9A-4A5C-9B3F-495ADF05D454}" dt="2023-09-20T01:55:34.870" v="617" actId="47"/>
        <pc:sldMkLst>
          <pc:docMk/>
          <pc:sldMk cId="1898097448" sldId="1055"/>
        </pc:sldMkLst>
      </pc:sldChg>
      <pc:sldChg chg="addSp delSp modSp add del mod">
        <pc:chgData name="김명호" userId="e0d603aa-548e-418b-a070-918475337925" providerId="ADAL" clId="{EB451184-BA9A-4A5C-9B3F-495ADF05D454}" dt="2023-09-21T22:26:05.387" v="17100" actId="478"/>
        <pc:sldMkLst>
          <pc:docMk/>
          <pc:sldMk cId="3034943958" sldId="1056"/>
        </pc:sldMkLst>
        <pc:spChg chg="mod">
          <ac:chgData name="김명호" userId="e0d603aa-548e-418b-a070-918475337925" providerId="ADAL" clId="{EB451184-BA9A-4A5C-9B3F-495ADF05D454}" dt="2023-09-20T11:21:59.785" v="15539" actId="20577"/>
          <ac:spMkLst>
            <pc:docMk/>
            <pc:sldMk cId="3034943958" sldId="1056"/>
            <ac:spMk id="4" creationId="{B29C842E-FD35-555C-803F-4C01A8C6EA32}"/>
          </ac:spMkLst>
        </pc:spChg>
        <pc:spChg chg="add del mod">
          <ac:chgData name="김명호" userId="e0d603aa-548e-418b-a070-918475337925" providerId="ADAL" clId="{EB451184-BA9A-4A5C-9B3F-495ADF05D454}" dt="2023-09-21T22:26:05.387" v="17100" actId="478"/>
          <ac:spMkLst>
            <pc:docMk/>
            <pc:sldMk cId="3034943958" sldId="1056"/>
            <ac:spMk id="7" creationId="{12A98E68-553D-6B42-3D75-7AA359CF0CFB}"/>
          </ac:spMkLst>
        </pc:spChg>
        <pc:spChg chg="add del mod">
          <ac:chgData name="김명호" userId="e0d603aa-548e-418b-a070-918475337925" providerId="ADAL" clId="{EB451184-BA9A-4A5C-9B3F-495ADF05D454}" dt="2023-09-20T01:59:23.309" v="1005" actId="478"/>
          <ac:spMkLst>
            <pc:docMk/>
            <pc:sldMk cId="3034943958" sldId="1056"/>
            <ac:spMk id="9" creationId="{13A0658C-76A4-EC7D-ABF9-97C12619DB7C}"/>
          </ac:spMkLst>
        </pc:spChg>
        <pc:spChg chg="add mod">
          <ac:chgData name="김명호" userId="e0d603aa-548e-418b-a070-918475337925" providerId="ADAL" clId="{EB451184-BA9A-4A5C-9B3F-495ADF05D454}" dt="2023-09-20T10:36:14.835" v="14182" actId="1036"/>
          <ac:spMkLst>
            <pc:docMk/>
            <pc:sldMk cId="3034943958" sldId="1056"/>
            <ac:spMk id="11" creationId="{5FE8FE42-2B15-8E91-CBD7-11BAC37EAEF7}"/>
          </ac:spMkLst>
        </pc:spChg>
        <pc:spChg chg="add mod">
          <ac:chgData name="김명호" userId="e0d603aa-548e-418b-a070-918475337925" providerId="ADAL" clId="{EB451184-BA9A-4A5C-9B3F-495ADF05D454}" dt="2023-09-20T10:36:14.835" v="14182" actId="1036"/>
          <ac:spMkLst>
            <pc:docMk/>
            <pc:sldMk cId="3034943958" sldId="1056"/>
            <ac:spMk id="14" creationId="{B5C26A1A-0191-19A4-8426-BDE238A47C86}"/>
          </ac:spMkLst>
        </pc:spChg>
        <pc:spChg chg="add mod">
          <ac:chgData name="김명호" userId="e0d603aa-548e-418b-a070-918475337925" providerId="ADAL" clId="{EB451184-BA9A-4A5C-9B3F-495ADF05D454}" dt="2023-09-20T10:36:14.835" v="14182" actId="1036"/>
          <ac:spMkLst>
            <pc:docMk/>
            <pc:sldMk cId="3034943958" sldId="1056"/>
            <ac:spMk id="17" creationId="{02398E07-A94F-035C-724D-A4D49E13A9AF}"/>
          </ac:spMkLst>
        </pc:spChg>
        <pc:spChg chg="add mod">
          <ac:chgData name="김명호" userId="e0d603aa-548e-418b-a070-918475337925" providerId="ADAL" clId="{EB451184-BA9A-4A5C-9B3F-495ADF05D454}" dt="2023-09-20T10:36:14.835" v="14182" actId="1036"/>
          <ac:spMkLst>
            <pc:docMk/>
            <pc:sldMk cId="3034943958" sldId="1056"/>
            <ac:spMk id="19" creationId="{AE8B9FAD-25AC-0430-8165-F0967BAC9054}"/>
          </ac:spMkLst>
        </pc:spChg>
        <pc:spChg chg="add mod">
          <ac:chgData name="김명호" userId="e0d603aa-548e-418b-a070-918475337925" providerId="ADAL" clId="{EB451184-BA9A-4A5C-9B3F-495ADF05D454}" dt="2023-09-20T02:18:25.402" v="2582"/>
          <ac:spMkLst>
            <pc:docMk/>
            <pc:sldMk cId="3034943958" sldId="1056"/>
            <ac:spMk id="21" creationId="{E4AF15C8-32C3-FFE4-5475-01DF6A3DE540}"/>
          </ac:spMkLst>
        </pc:spChg>
        <pc:spChg chg="add mod">
          <ac:chgData name="김명호" userId="e0d603aa-548e-418b-a070-918475337925" providerId="ADAL" clId="{EB451184-BA9A-4A5C-9B3F-495ADF05D454}" dt="2023-09-20T11:22:04.625" v="15541" actId="1076"/>
          <ac:spMkLst>
            <pc:docMk/>
            <pc:sldMk cId="3034943958" sldId="1056"/>
            <ac:spMk id="22" creationId="{74058FA2-1A90-4C81-4475-43E89C6DB42D}"/>
          </ac:spMkLst>
        </pc:spChg>
        <pc:spChg chg="add mod">
          <ac:chgData name="김명호" userId="e0d603aa-548e-418b-a070-918475337925" providerId="ADAL" clId="{EB451184-BA9A-4A5C-9B3F-495ADF05D454}" dt="2023-09-20T11:22:04.625" v="15541" actId="1076"/>
          <ac:spMkLst>
            <pc:docMk/>
            <pc:sldMk cId="3034943958" sldId="1056"/>
            <ac:spMk id="23" creationId="{C72FCBEA-910E-99D5-0A7C-9601A799A13F}"/>
          </ac:spMkLst>
        </pc:spChg>
        <pc:graphicFrameChg chg="mod modGraphic">
          <ac:chgData name="김명호" userId="e0d603aa-548e-418b-a070-918475337925" providerId="ADAL" clId="{EB451184-BA9A-4A5C-9B3F-495ADF05D454}" dt="2023-09-20T01:58:01.248" v="649"/>
          <ac:graphicFrameMkLst>
            <pc:docMk/>
            <pc:sldMk cId="3034943958" sldId="1056"/>
            <ac:graphicFrameMk id="6" creationId="{924148D2-5097-2877-1A30-57054C4A5264}"/>
          </ac:graphicFrameMkLst>
        </pc:graphicFrameChg>
        <pc:picChg chg="add mod">
          <ac:chgData name="김명호" userId="e0d603aa-548e-418b-a070-918475337925" providerId="ADAL" clId="{EB451184-BA9A-4A5C-9B3F-495ADF05D454}" dt="2023-09-20T10:36:14.835" v="14182" actId="1036"/>
          <ac:picMkLst>
            <pc:docMk/>
            <pc:sldMk cId="3034943958" sldId="1056"/>
            <ac:picMk id="2" creationId="{F40DB867-42DC-C2FD-1824-8EA59AC7458E}"/>
          </ac:picMkLst>
        </pc:picChg>
        <pc:picChg chg="add mod modCrop">
          <ac:chgData name="김명호" userId="e0d603aa-548e-418b-a070-918475337925" providerId="ADAL" clId="{EB451184-BA9A-4A5C-9B3F-495ADF05D454}" dt="2023-09-20T10:36:14.835" v="14182" actId="1036"/>
          <ac:picMkLst>
            <pc:docMk/>
            <pc:sldMk cId="3034943958" sldId="1056"/>
            <ac:picMk id="8" creationId="{27878555-5CC8-77FF-521B-9F9E6473C0F3}"/>
          </ac:picMkLst>
        </pc:picChg>
        <pc:picChg chg="add mod">
          <ac:chgData name="김명호" userId="e0d603aa-548e-418b-a070-918475337925" providerId="ADAL" clId="{EB451184-BA9A-4A5C-9B3F-495ADF05D454}" dt="2023-09-20T10:36:14.835" v="14182" actId="1036"/>
          <ac:picMkLst>
            <pc:docMk/>
            <pc:sldMk cId="3034943958" sldId="1056"/>
            <ac:picMk id="15" creationId="{8C788C0F-5881-9643-5927-80D09DAACA88}"/>
          </ac:picMkLst>
        </pc:picChg>
        <pc:picChg chg="add mod">
          <ac:chgData name="김명호" userId="e0d603aa-548e-418b-a070-918475337925" providerId="ADAL" clId="{EB451184-BA9A-4A5C-9B3F-495ADF05D454}" dt="2023-09-20T10:36:14.835" v="14182" actId="1036"/>
          <ac:picMkLst>
            <pc:docMk/>
            <pc:sldMk cId="3034943958" sldId="1056"/>
            <ac:picMk id="16" creationId="{29390BD4-207F-BC92-74CD-5ABFC3BE4D94}"/>
          </ac:picMkLst>
        </pc:picChg>
        <pc:cxnChg chg="add del mod">
          <ac:chgData name="김명호" userId="e0d603aa-548e-418b-a070-918475337925" providerId="ADAL" clId="{EB451184-BA9A-4A5C-9B3F-495ADF05D454}" dt="2023-09-20T01:59:33.794" v="1012" actId="478"/>
          <ac:cxnSpMkLst>
            <pc:docMk/>
            <pc:sldMk cId="3034943958" sldId="1056"/>
            <ac:cxnSpMk id="10" creationId="{FCD2AACF-8EFB-C3EE-B67D-F113EDC5E925}"/>
          </ac:cxnSpMkLst>
        </pc:cxnChg>
        <pc:cxnChg chg="add mod">
          <ac:chgData name="김명호" userId="e0d603aa-548e-418b-a070-918475337925" providerId="ADAL" clId="{EB451184-BA9A-4A5C-9B3F-495ADF05D454}" dt="2023-09-20T10:36:14.835" v="14182" actId="1036"/>
          <ac:cxnSpMkLst>
            <pc:docMk/>
            <pc:sldMk cId="3034943958" sldId="1056"/>
            <ac:cxnSpMk id="13" creationId="{6387ACAF-04E1-5894-06FE-B0F44514EAE8}"/>
          </ac:cxnSpMkLst>
        </pc:cxnChg>
        <pc:cxnChg chg="add mod">
          <ac:chgData name="김명호" userId="e0d603aa-548e-418b-a070-918475337925" providerId="ADAL" clId="{EB451184-BA9A-4A5C-9B3F-495ADF05D454}" dt="2023-09-20T10:36:14.835" v="14182" actId="1036"/>
          <ac:cxnSpMkLst>
            <pc:docMk/>
            <pc:sldMk cId="3034943958" sldId="1056"/>
            <ac:cxnSpMk id="18" creationId="{4B39F146-C999-187D-9BD1-8742F9F90833}"/>
          </ac:cxnSpMkLst>
        </pc:cxnChg>
      </pc:sldChg>
      <pc:sldChg chg="add del">
        <pc:chgData name="김명호" userId="e0d603aa-548e-418b-a070-918475337925" providerId="ADAL" clId="{EB451184-BA9A-4A5C-9B3F-495ADF05D454}" dt="2023-09-20T01:55:56.979" v="626" actId="47"/>
        <pc:sldMkLst>
          <pc:docMk/>
          <pc:sldMk cId="2339452309" sldId="1057"/>
        </pc:sldMkLst>
      </pc:sldChg>
      <pc:sldChg chg="del">
        <pc:chgData name="김명호" userId="e0d603aa-548e-418b-a070-918475337925" providerId="ADAL" clId="{EB451184-BA9A-4A5C-9B3F-495ADF05D454}" dt="2023-09-20T01:55:59.017" v="627" actId="47"/>
        <pc:sldMkLst>
          <pc:docMk/>
          <pc:sldMk cId="1092404881" sldId="1058"/>
        </pc:sldMkLst>
      </pc:sldChg>
      <pc:sldChg chg="addSp modSp add mod">
        <pc:chgData name="김명호" userId="e0d603aa-548e-418b-a070-918475337925" providerId="ADAL" clId="{EB451184-BA9A-4A5C-9B3F-495ADF05D454}" dt="2023-09-20T10:51:28.454" v="14701"/>
        <pc:sldMkLst>
          <pc:docMk/>
          <pc:sldMk cId="55996155" sldId="1059"/>
        </pc:sldMkLst>
        <pc:spChg chg="add mod">
          <ac:chgData name="김명호" userId="e0d603aa-548e-418b-a070-918475337925" providerId="ADAL" clId="{EB451184-BA9A-4A5C-9B3F-495ADF05D454}" dt="2023-09-20T10:51:28.454" v="14701"/>
          <ac:spMkLst>
            <pc:docMk/>
            <pc:sldMk cId="55996155" sldId="1059"/>
            <ac:spMk id="4" creationId="{4A278ED3-A02C-52EC-56FF-4DC08E2906C3}"/>
          </ac:spMkLst>
        </pc:spChg>
        <pc:spChg chg="mod">
          <ac:chgData name="김명호" userId="e0d603aa-548e-418b-a070-918475337925" providerId="ADAL" clId="{EB451184-BA9A-4A5C-9B3F-495ADF05D454}" dt="2023-09-20T10:24:49.857" v="13627"/>
          <ac:spMkLst>
            <pc:docMk/>
            <pc:sldMk cId="55996155" sldId="1059"/>
            <ac:spMk id="7" creationId="{0C81DD60-D84B-4D3C-8F3E-7D0E22E11300}"/>
          </ac:spMkLst>
        </pc:spChg>
        <pc:graphicFrameChg chg="mod">
          <ac:chgData name="김명호" userId="e0d603aa-548e-418b-a070-918475337925" providerId="ADAL" clId="{EB451184-BA9A-4A5C-9B3F-495ADF05D454}" dt="2023-09-20T01:52:52.710" v="513"/>
          <ac:graphicFrameMkLst>
            <pc:docMk/>
            <pc:sldMk cId="55996155" sldId="1059"/>
            <ac:graphicFrameMk id="3" creationId="{EB5E6BEF-7528-22F3-81D3-C88DBE43847E}"/>
          </ac:graphicFrameMkLst>
        </pc:graphicFrameChg>
      </pc:sldChg>
      <pc:sldChg chg="add del">
        <pc:chgData name="김명호" userId="e0d603aa-548e-418b-a070-918475337925" providerId="ADAL" clId="{EB451184-BA9A-4A5C-9B3F-495ADF05D454}" dt="2023-09-20T01:50:33.946" v="496" actId="47"/>
        <pc:sldMkLst>
          <pc:docMk/>
          <pc:sldMk cId="1355387815" sldId="1059"/>
        </pc:sldMkLst>
      </pc:sldChg>
      <pc:sldChg chg="addSp delSp modSp add mod">
        <pc:chgData name="김명호" userId="e0d603aa-548e-418b-a070-918475337925" providerId="ADAL" clId="{EB451184-BA9A-4A5C-9B3F-495ADF05D454}" dt="2023-09-21T22:26:13.350" v="17101"/>
        <pc:sldMkLst>
          <pc:docMk/>
          <pc:sldMk cId="643738955" sldId="1060"/>
        </pc:sldMkLst>
        <pc:spChg chg="add mod">
          <ac:chgData name="김명호" userId="e0d603aa-548e-418b-a070-918475337925" providerId="ADAL" clId="{EB451184-BA9A-4A5C-9B3F-495ADF05D454}" dt="2023-09-20T02:05:12.078" v="1455" actId="14100"/>
          <ac:spMkLst>
            <pc:docMk/>
            <pc:sldMk cId="643738955" sldId="1060"/>
            <ac:spMk id="5" creationId="{0692E697-7A14-FF93-72C6-A16D90EEFF55}"/>
          </ac:spMkLst>
        </pc:spChg>
        <pc:spChg chg="add mod">
          <ac:chgData name="김명호" userId="e0d603aa-548e-418b-a070-918475337925" providerId="ADAL" clId="{EB451184-BA9A-4A5C-9B3F-495ADF05D454}" dt="2023-09-20T02:18:27.373" v="2583"/>
          <ac:spMkLst>
            <pc:docMk/>
            <pc:sldMk cId="643738955" sldId="1060"/>
            <ac:spMk id="6" creationId="{8D0AE994-7064-70A9-D4F9-EE95493FE4E8}"/>
          </ac:spMkLst>
        </pc:spChg>
        <pc:spChg chg="mod">
          <ac:chgData name="김명호" userId="e0d603aa-548e-418b-a070-918475337925" providerId="ADAL" clId="{EB451184-BA9A-4A5C-9B3F-495ADF05D454}" dt="2023-09-20T02:17:36.508" v="2581"/>
          <ac:spMkLst>
            <pc:docMk/>
            <pc:sldMk cId="643738955" sldId="1060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1T22:26:13.350" v="17101"/>
          <ac:spMkLst>
            <pc:docMk/>
            <pc:sldMk cId="643738955" sldId="1060"/>
            <ac:spMk id="8" creationId="{CF9BFE2A-6699-A638-8F13-EB10AE7092D0}"/>
          </ac:spMkLst>
        </pc:spChg>
        <pc:spChg chg="mod">
          <ac:chgData name="김명호" userId="e0d603aa-548e-418b-a070-918475337925" providerId="ADAL" clId="{EB451184-BA9A-4A5C-9B3F-495ADF05D454}" dt="2023-09-20T02:03:55.391" v="1279" actId="14100"/>
          <ac:spMkLst>
            <pc:docMk/>
            <pc:sldMk cId="643738955" sldId="1060"/>
            <ac:spMk id="10" creationId="{14F878EE-D031-B862-A82B-49EBF6A805B4}"/>
          </ac:spMkLst>
        </pc:spChg>
        <pc:spChg chg="mod">
          <ac:chgData name="김명호" userId="e0d603aa-548e-418b-a070-918475337925" providerId="ADAL" clId="{EB451184-BA9A-4A5C-9B3F-495ADF05D454}" dt="2023-09-20T04:27:48.406" v="5524"/>
          <ac:spMkLst>
            <pc:docMk/>
            <pc:sldMk cId="643738955" sldId="1060"/>
            <ac:spMk id="11" creationId="{D19ADC40-437B-9503-DC1D-04BCD57BA83C}"/>
          </ac:spMkLst>
        </pc:spChg>
        <pc:spChg chg="mod">
          <ac:chgData name="김명호" userId="e0d603aa-548e-418b-a070-918475337925" providerId="ADAL" clId="{EB451184-BA9A-4A5C-9B3F-495ADF05D454}" dt="2023-09-20T04:28:54.740" v="5531"/>
          <ac:spMkLst>
            <pc:docMk/>
            <pc:sldMk cId="643738955" sldId="1060"/>
            <ac:spMk id="12" creationId="{FA3C1157-54F3-DACF-8D44-B1820662B339}"/>
          </ac:spMkLst>
        </pc:spChg>
        <pc:grpChg chg="add mod">
          <ac:chgData name="김명호" userId="e0d603aa-548e-418b-a070-918475337925" providerId="ADAL" clId="{EB451184-BA9A-4A5C-9B3F-495ADF05D454}" dt="2023-09-20T04:27:50.664" v="5525" actId="1076"/>
          <ac:grpSpMkLst>
            <pc:docMk/>
            <pc:sldMk cId="643738955" sldId="1060"/>
            <ac:grpSpMk id="9" creationId="{8B68A996-48D8-1F26-9336-A6FE8C1E8B77}"/>
          </ac:grpSpMkLst>
        </pc:grpChg>
        <pc:graphicFrameChg chg="mod modGraphic">
          <ac:chgData name="김명호" userId="e0d603aa-548e-418b-a070-918475337925" providerId="ADAL" clId="{EB451184-BA9A-4A5C-9B3F-495ADF05D454}" dt="2023-09-20T04:04:03.865" v="3380" actId="20577"/>
          <ac:graphicFrameMkLst>
            <pc:docMk/>
            <pc:sldMk cId="643738955" sldId="1060"/>
            <ac:graphicFrameMk id="3" creationId="{EB5E6BEF-7528-22F3-81D3-C88DBE43847E}"/>
          </ac:graphicFrameMkLst>
        </pc:graphicFrameChg>
        <pc:picChg chg="add mod ord">
          <ac:chgData name="김명호" userId="e0d603aa-548e-418b-a070-918475337925" providerId="ADAL" clId="{EB451184-BA9A-4A5C-9B3F-495ADF05D454}" dt="2023-09-20T02:03:38.527" v="1277" actId="167"/>
          <ac:picMkLst>
            <pc:docMk/>
            <pc:sldMk cId="643738955" sldId="1060"/>
            <ac:picMk id="4" creationId="{B063B0DF-D797-282E-6D87-CBD31B6CA485}"/>
          </ac:picMkLst>
        </pc:picChg>
        <pc:picChg chg="del">
          <ac:chgData name="김명호" userId="e0d603aa-548e-418b-a070-918475337925" providerId="ADAL" clId="{EB451184-BA9A-4A5C-9B3F-495ADF05D454}" dt="2023-09-20T02:03:20.535" v="1270" actId="478"/>
          <ac:picMkLst>
            <pc:docMk/>
            <pc:sldMk cId="643738955" sldId="1060"/>
            <ac:picMk id="8" creationId="{67F92F47-8FE3-414C-788A-3F46C50A24B8}"/>
          </ac:picMkLst>
        </pc:picChg>
        <pc:cxnChg chg="mod">
          <ac:chgData name="김명호" userId="e0d603aa-548e-418b-a070-918475337925" providerId="ADAL" clId="{EB451184-BA9A-4A5C-9B3F-495ADF05D454}" dt="2023-09-20T02:03:58.038" v="1280" actId="1076"/>
          <ac:cxnSpMkLst>
            <pc:docMk/>
            <pc:sldMk cId="643738955" sldId="1060"/>
            <ac:cxnSpMk id="13" creationId="{331DDFAF-E372-E3B3-6B05-B0D7F3785A4E}"/>
          </ac:cxnSpMkLst>
        </pc:cxnChg>
      </pc:sldChg>
      <pc:sldChg chg="addSp modSp add mod">
        <pc:chgData name="김명호" userId="e0d603aa-548e-418b-a070-918475337925" providerId="ADAL" clId="{EB451184-BA9A-4A5C-9B3F-495ADF05D454}" dt="2023-09-20T10:51:37.022" v="14702"/>
        <pc:sldMkLst>
          <pc:docMk/>
          <pc:sldMk cId="1181143746" sldId="1061"/>
        </pc:sldMkLst>
        <pc:spChg chg="add mod">
          <ac:chgData name="김명호" userId="e0d603aa-548e-418b-a070-918475337925" providerId="ADAL" clId="{EB451184-BA9A-4A5C-9B3F-495ADF05D454}" dt="2023-09-20T10:51:37.022" v="14702"/>
          <ac:spMkLst>
            <pc:docMk/>
            <pc:sldMk cId="1181143746" sldId="1061"/>
            <ac:spMk id="4" creationId="{CB883B88-E82F-2DF2-B628-2B86DC97CEDB}"/>
          </ac:spMkLst>
        </pc:spChg>
        <pc:spChg chg="mod">
          <ac:chgData name="김명호" userId="e0d603aa-548e-418b-a070-918475337925" providerId="ADAL" clId="{EB451184-BA9A-4A5C-9B3F-495ADF05D454}" dt="2023-09-20T10:24:49.857" v="13627"/>
          <ac:spMkLst>
            <pc:docMk/>
            <pc:sldMk cId="1181143746" sldId="1061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2:18:57.472" v="2586" actId="14100"/>
          <ac:spMkLst>
            <pc:docMk/>
            <pc:sldMk cId="1181143746" sldId="1061"/>
            <ac:spMk id="10" creationId="{14F878EE-D031-B862-A82B-49EBF6A805B4}"/>
          </ac:spMkLst>
        </pc:spChg>
        <pc:graphicFrameChg chg="mod">
          <ac:chgData name="김명호" userId="e0d603aa-548e-418b-a070-918475337925" providerId="ADAL" clId="{EB451184-BA9A-4A5C-9B3F-495ADF05D454}" dt="2023-09-20T02:19:24.651" v="2597"/>
          <ac:graphicFrameMkLst>
            <pc:docMk/>
            <pc:sldMk cId="1181143746" sldId="1061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02:19:00.736" v="2593" actId="1037"/>
          <ac:cxnSpMkLst>
            <pc:docMk/>
            <pc:sldMk cId="1181143746" sldId="1061"/>
            <ac:cxnSpMk id="13" creationId="{331DDFAF-E372-E3B3-6B05-B0D7F3785A4E}"/>
          </ac:cxnSpMkLst>
        </pc:cxnChg>
      </pc:sldChg>
      <pc:sldChg chg="addSp delSp modSp add del mod">
        <pc:chgData name="김명호" userId="e0d603aa-548e-418b-a070-918475337925" providerId="ADAL" clId="{EB451184-BA9A-4A5C-9B3F-495ADF05D454}" dt="2023-09-20T02:12:23.339" v="1998" actId="47"/>
        <pc:sldMkLst>
          <pc:docMk/>
          <pc:sldMk cId="1477552108" sldId="1061"/>
        </pc:sldMkLst>
        <pc:spChg chg="mod">
          <ac:chgData name="김명호" userId="e0d603aa-548e-418b-a070-918475337925" providerId="ADAL" clId="{EB451184-BA9A-4A5C-9B3F-495ADF05D454}" dt="2023-09-20T02:09:29.117" v="1879" actId="14100"/>
          <ac:spMkLst>
            <pc:docMk/>
            <pc:sldMk cId="1477552108" sldId="1061"/>
            <ac:spMk id="11" creationId="{5FE8FE42-2B15-8E91-CBD7-11BAC37EAEF7}"/>
          </ac:spMkLst>
        </pc:spChg>
        <pc:spChg chg="mod">
          <ac:chgData name="김명호" userId="e0d603aa-548e-418b-a070-918475337925" providerId="ADAL" clId="{EB451184-BA9A-4A5C-9B3F-495ADF05D454}" dt="2023-09-20T02:09:59.308" v="1885" actId="14100"/>
          <ac:spMkLst>
            <pc:docMk/>
            <pc:sldMk cId="1477552108" sldId="1061"/>
            <ac:spMk id="14" creationId="{B5C26A1A-0191-19A4-8426-BDE238A47C86}"/>
          </ac:spMkLst>
        </pc:spChg>
        <pc:graphicFrameChg chg="ord">
          <ac:chgData name="김명호" userId="e0d603aa-548e-418b-a070-918475337925" providerId="ADAL" clId="{EB451184-BA9A-4A5C-9B3F-495ADF05D454}" dt="2023-09-20T02:09:46.069" v="1883" actId="167"/>
          <ac:graphicFrameMkLst>
            <pc:docMk/>
            <pc:sldMk cId="1477552108" sldId="1061"/>
            <ac:graphicFrameMk id="5" creationId="{5033399F-56ED-E6CA-4D76-BA2525DB94E2}"/>
          </ac:graphicFrameMkLst>
        </pc:graphicFrameChg>
        <pc:picChg chg="del">
          <ac:chgData name="김명호" userId="e0d603aa-548e-418b-a070-918475337925" providerId="ADAL" clId="{EB451184-BA9A-4A5C-9B3F-495ADF05D454}" dt="2023-09-20T02:08:37.165" v="1866" actId="478"/>
          <ac:picMkLst>
            <pc:docMk/>
            <pc:sldMk cId="1477552108" sldId="1061"/>
            <ac:picMk id="2" creationId="{F40DB867-42DC-C2FD-1824-8EA59AC7458E}"/>
          </ac:picMkLst>
        </pc:picChg>
        <pc:picChg chg="mod">
          <ac:chgData name="김명호" userId="e0d603aa-548e-418b-a070-918475337925" providerId="ADAL" clId="{EB451184-BA9A-4A5C-9B3F-495ADF05D454}" dt="2023-09-20T02:08:40.788" v="1867" actId="1076"/>
          <ac:picMkLst>
            <pc:docMk/>
            <pc:sldMk cId="1477552108" sldId="1061"/>
            <ac:picMk id="8" creationId="{27878555-5CC8-77FF-521B-9F9E6473C0F3}"/>
          </ac:picMkLst>
        </pc:picChg>
        <pc:picChg chg="add mod ord modCrop">
          <ac:chgData name="김명호" userId="e0d603aa-548e-418b-a070-918475337925" providerId="ADAL" clId="{EB451184-BA9A-4A5C-9B3F-495ADF05D454}" dt="2023-09-20T02:09:40.842" v="1882" actId="1076"/>
          <ac:picMkLst>
            <pc:docMk/>
            <pc:sldMk cId="1477552108" sldId="1061"/>
            <ac:picMk id="9" creationId="{9CCA25E2-93D9-A2BA-F386-3F0C3BF26B92}"/>
          </ac:picMkLst>
        </pc:picChg>
        <pc:cxnChg chg="mod">
          <ac:chgData name="김명호" userId="e0d603aa-548e-418b-a070-918475337925" providerId="ADAL" clId="{EB451184-BA9A-4A5C-9B3F-495ADF05D454}" dt="2023-09-20T02:09:29.117" v="1879" actId="14100"/>
          <ac:cxnSpMkLst>
            <pc:docMk/>
            <pc:sldMk cId="1477552108" sldId="1061"/>
            <ac:cxnSpMk id="13" creationId="{6387ACAF-04E1-5894-06FE-B0F44514EAE8}"/>
          </ac:cxnSpMkLst>
        </pc:cxnChg>
      </pc:sldChg>
      <pc:sldChg chg="addSp modSp add mod">
        <pc:chgData name="김명호" userId="e0d603aa-548e-418b-a070-918475337925" providerId="ADAL" clId="{EB451184-BA9A-4A5C-9B3F-495ADF05D454}" dt="2023-09-22T07:02:13.339" v="22000"/>
        <pc:sldMkLst>
          <pc:docMk/>
          <pc:sldMk cId="1854393400" sldId="1062"/>
        </pc:sldMkLst>
        <pc:spChg chg="add mod">
          <ac:chgData name="김명호" userId="e0d603aa-548e-418b-a070-918475337925" providerId="ADAL" clId="{EB451184-BA9A-4A5C-9B3F-495ADF05D454}" dt="2023-09-20T02:29:42.195" v="3366" actId="1036"/>
          <ac:spMkLst>
            <pc:docMk/>
            <pc:sldMk cId="1854393400" sldId="1062"/>
            <ac:spMk id="4" creationId="{9028693B-01B7-4724-A089-40EFBB802CC5}"/>
          </ac:spMkLst>
        </pc:spChg>
        <pc:spChg chg="mod">
          <ac:chgData name="김명호" userId="e0d603aa-548e-418b-a070-918475337925" providerId="ADAL" clId="{EB451184-BA9A-4A5C-9B3F-495ADF05D454}" dt="2023-09-20T10:52:11.090" v="14703"/>
          <ac:spMkLst>
            <pc:docMk/>
            <pc:sldMk cId="1854393400" sldId="1062"/>
            <ac:spMk id="6" creationId="{D8205E52-B719-2A15-2851-65A3A5482A92}"/>
          </ac:spMkLst>
        </pc:spChg>
        <pc:spChg chg="mod">
          <ac:chgData name="김명호" userId="e0d603aa-548e-418b-a070-918475337925" providerId="ADAL" clId="{EB451184-BA9A-4A5C-9B3F-495ADF05D454}" dt="2023-09-20T04:49:42.153" v="6037"/>
          <ac:spMkLst>
            <pc:docMk/>
            <pc:sldMk cId="1854393400" sldId="1062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10:52:11.090" v="14703"/>
          <ac:spMkLst>
            <pc:docMk/>
            <pc:sldMk cId="1854393400" sldId="1062"/>
            <ac:spMk id="9" creationId="{6846FD89-0BC4-DF15-9EB3-E9F3C17867F1}"/>
          </ac:spMkLst>
        </pc:spChg>
        <pc:spChg chg="mod">
          <ac:chgData name="김명호" userId="e0d603aa-548e-418b-a070-918475337925" providerId="ADAL" clId="{EB451184-BA9A-4A5C-9B3F-495ADF05D454}" dt="2023-09-20T02:26:16.029" v="2646" actId="14100"/>
          <ac:spMkLst>
            <pc:docMk/>
            <pc:sldMk cId="1854393400" sldId="1062"/>
            <ac:spMk id="10" creationId="{14F878EE-D031-B862-A82B-49EBF6A805B4}"/>
          </ac:spMkLst>
        </pc:spChg>
        <pc:spChg chg="add mod">
          <ac:chgData name="김명호" userId="e0d603aa-548e-418b-a070-918475337925" providerId="ADAL" clId="{EB451184-BA9A-4A5C-9B3F-495ADF05D454}" dt="2023-09-20T10:52:30.625" v="14705"/>
          <ac:spMkLst>
            <pc:docMk/>
            <pc:sldMk cId="1854393400" sldId="1062"/>
            <ac:spMk id="11" creationId="{C550286D-B0ED-B0AF-CFE9-DDD2FEFA69B5}"/>
          </ac:spMkLst>
        </pc:spChg>
        <pc:grpChg chg="add mod">
          <ac:chgData name="김명호" userId="e0d603aa-548e-418b-a070-918475337925" providerId="ADAL" clId="{EB451184-BA9A-4A5C-9B3F-495ADF05D454}" dt="2023-09-20T10:52:11.090" v="14703"/>
          <ac:grpSpMkLst>
            <pc:docMk/>
            <pc:sldMk cId="1854393400" sldId="1062"/>
            <ac:grpSpMk id="5" creationId="{0431477A-CC27-5486-5106-FC5CE629B10A}"/>
          </ac:grpSpMkLst>
        </pc:grpChg>
        <pc:graphicFrameChg chg="mod modGraphic">
          <ac:chgData name="김명호" userId="e0d603aa-548e-418b-a070-918475337925" providerId="ADAL" clId="{EB451184-BA9A-4A5C-9B3F-495ADF05D454}" dt="2023-09-22T07:02:13.339" v="22000"/>
          <ac:graphicFrameMkLst>
            <pc:docMk/>
            <pc:sldMk cId="1854393400" sldId="1062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02:26:18.404" v="2647" actId="1076"/>
          <ac:cxnSpMkLst>
            <pc:docMk/>
            <pc:sldMk cId="1854393400" sldId="1062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0T10:51:21.950" v="14700"/>
        <pc:sldMkLst>
          <pc:docMk/>
          <pc:sldMk cId="3674794683" sldId="1063"/>
        </pc:sldMkLst>
        <pc:spChg chg="mod">
          <ac:chgData name="김명호" userId="e0d603aa-548e-418b-a070-918475337925" providerId="ADAL" clId="{EB451184-BA9A-4A5C-9B3F-495ADF05D454}" dt="2023-09-20T04:29:25.710" v="5532"/>
          <ac:spMkLst>
            <pc:docMk/>
            <pc:sldMk cId="3674794683" sldId="1063"/>
            <ac:spMk id="5" creationId="{7758DC89-39B6-DA8D-EEE5-0423D2CAC994}"/>
          </ac:spMkLst>
        </pc:spChg>
        <pc:spChg chg="mod">
          <ac:chgData name="김명호" userId="e0d603aa-548e-418b-a070-918475337925" providerId="ADAL" clId="{EB451184-BA9A-4A5C-9B3F-495ADF05D454}" dt="2023-09-20T04:29:25.710" v="5532"/>
          <ac:spMkLst>
            <pc:docMk/>
            <pc:sldMk cId="3674794683" sldId="1063"/>
            <ac:spMk id="6" creationId="{C5C2E02B-FC55-4530-2EBB-243147DC465F}"/>
          </ac:spMkLst>
        </pc:spChg>
        <pc:spChg chg="mod">
          <ac:chgData name="김명호" userId="e0d603aa-548e-418b-a070-918475337925" providerId="ADAL" clId="{EB451184-BA9A-4A5C-9B3F-495ADF05D454}" dt="2023-09-20T04:29:28.742" v="5534"/>
          <ac:spMkLst>
            <pc:docMk/>
            <pc:sldMk cId="3674794683" sldId="1063"/>
            <ac:spMk id="11" creationId="{539E1E8D-052C-BABC-3E61-021CB3A89F3D}"/>
          </ac:spMkLst>
        </pc:spChg>
        <pc:spChg chg="mod">
          <ac:chgData name="김명호" userId="e0d603aa-548e-418b-a070-918475337925" providerId="ADAL" clId="{EB451184-BA9A-4A5C-9B3F-495ADF05D454}" dt="2023-09-20T04:30:48.605" v="5673" actId="20577"/>
          <ac:spMkLst>
            <pc:docMk/>
            <pc:sldMk cId="3674794683" sldId="1063"/>
            <ac:spMk id="12" creationId="{0F60CE7E-133B-487E-4FA7-FEB9489341C8}"/>
          </ac:spMkLst>
        </pc:spChg>
        <pc:spChg chg="add mod">
          <ac:chgData name="김명호" userId="e0d603aa-548e-418b-a070-918475337925" providerId="ADAL" clId="{EB451184-BA9A-4A5C-9B3F-495ADF05D454}" dt="2023-09-20T10:51:21.950" v="14700"/>
          <ac:spMkLst>
            <pc:docMk/>
            <pc:sldMk cId="3674794683" sldId="1063"/>
            <ac:spMk id="14" creationId="{815B5F90-B3B6-E346-3521-EE7C63244C23}"/>
          </ac:spMkLst>
        </pc:spChg>
        <pc:grpChg chg="add del mod">
          <ac:chgData name="김명호" userId="e0d603aa-548e-418b-a070-918475337925" providerId="ADAL" clId="{EB451184-BA9A-4A5C-9B3F-495ADF05D454}" dt="2023-09-20T04:29:26.577" v="5533"/>
          <ac:grpSpMkLst>
            <pc:docMk/>
            <pc:sldMk cId="3674794683" sldId="1063"/>
            <ac:grpSpMk id="4" creationId="{3F72BC6D-1400-62B2-6092-4EC62A29220F}"/>
          </ac:grpSpMkLst>
        </pc:grpChg>
        <pc:grpChg chg="add mod">
          <ac:chgData name="김명호" userId="e0d603aa-548e-418b-a070-918475337925" providerId="ADAL" clId="{EB451184-BA9A-4A5C-9B3F-495ADF05D454}" dt="2023-09-20T04:29:31.080" v="5535" actId="1076"/>
          <ac:grpSpMkLst>
            <pc:docMk/>
            <pc:sldMk cId="3674794683" sldId="1063"/>
            <ac:grpSpMk id="9" creationId="{D7C694AB-427E-628F-8FEB-51C4483DC5D5}"/>
          </ac:grpSpMkLst>
        </pc:grpChg>
      </pc:sldChg>
      <pc:sldChg chg="addSp modSp add mod">
        <pc:chgData name="김명호" userId="e0d603aa-548e-418b-a070-918475337925" providerId="ADAL" clId="{EB451184-BA9A-4A5C-9B3F-495ADF05D454}" dt="2023-09-20T04:31:20.338" v="5695"/>
        <pc:sldMkLst>
          <pc:docMk/>
          <pc:sldMk cId="22172442" sldId="1064"/>
        </pc:sldMkLst>
        <pc:spChg chg="mod">
          <ac:chgData name="김명호" userId="e0d603aa-548e-418b-a070-918475337925" providerId="ADAL" clId="{EB451184-BA9A-4A5C-9B3F-495ADF05D454}" dt="2023-09-20T04:31:08.491" v="5674"/>
          <ac:spMkLst>
            <pc:docMk/>
            <pc:sldMk cId="22172442" sldId="1064"/>
            <ac:spMk id="5" creationId="{7EE10F65-8E2A-4D15-4680-9827EAB25236}"/>
          </ac:spMkLst>
        </pc:spChg>
        <pc:spChg chg="mod">
          <ac:chgData name="김명호" userId="e0d603aa-548e-418b-a070-918475337925" providerId="ADAL" clId="{EB451184-BA9A-4A5C-9B3F-495ADF05D454}" dt="2023-09-20T04:31:20.338" v="5695"/>
          <ac:spMkLst>
            <pc:docMk/>
            <pc:sldMk cId="22172442" sldId="1064"/>
            <ac:spMk id="6" creationId="{215FCF8B-FE37-E89E-43DE-F956DC89E8CD}"/>
          </ac:spMkLst>
        </pc:spChg>
        <pc:spChg chg="mod">
          <ac:chgData name="김명호" userId="e0d603aa-548e-418b-a070-918475337925" providerId="ADAL" clId="{EB451184-BA9A-4A5C-9B3F-495ADF05D454}" dt="2023-09-20T04:08:40.449" v="3945"/>
          <ac:spMkLst>
            <pc:docMk/>
            <pc:sldMk cId="22172442" sldId="1064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4:07:57.137" v="3799" actId="1076"/>
          <ac:spMkLst>
            <pc:docMk/>
            <pc:sldMk cId="22172442" sldId="1064"/>
            <ac:spMk id="10" creationId="{14F878EE-D031-B862-A82B-49EBF6A805B4}"/>
          </ac:spMkLst>
        </pc:spChg>
        <pc:grpChg chg="add mod">
          <ac:chgData name="김명호" userId="e0d603aa-548e-418b-a070-918475337925" providerId="ADAL" clId="{EB451184-BA9A-4A5C-9B3F-495ADF05D454}" dt="2023-09-20T04:31:08.491" v="5674"/>
          <ac:grpSpMkLst>
            <pc:docMk/>
            <pc:sldMk cId="22172442" sldId="1064"/>
            <ac:grpSpMk id="4" creationId="{EF3D380B-D1AF-F764-7FDD-6B83EB6AC655}"/>
          </ac:grpSpMkLst>
        </pc:grpChg>
        <pc:graphicFrameChg chg="mod">
          <ac:chgData name="김명호" userId="e0d603aa-548e-418b-a070-918475337925" providerId="ADAL" clId="{EB451184-BA9A-4A5C-9B3F-495ADF05D454}" dt="2023-09-20T04:09:57.624" v="4180"/>
          <ac:graphicFrameMkLst>
            <pc:docMk/>
            <pc:sldMk cId="22172442" sldId="1064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04:07:59.937" v="3800" actId="1076"/>
          <ac:cxnSpMkLst>
            <pc:docMk/>
            <pc:sldMk cId="22172442" sldId="1064"/>
            <ac:cxnSpMk id="13" creationId="{331DDFAF-E372-E3B3-6B05-B0D7F3785A4E}"/>
          </ac:cxnSpMkLst>
        </pc:cxnChg>
      </pc:sldChg>
      <pc:sldChg chg="add del">
        <pc:chgData name="김명호" userId="e0d603aa-548e-418b-a070-918475337925" providerId="ADAL" clId="{EB451184-BA9A-4A5C-9B3F-495ADF05D454}" dt="2023-09-20T04:12:37.297" v="4182"/>
        <pc:sldMkLst>
          <pc:docMk/>
          <pc:sldMk cId="2051123826" sldId="1065"/>
        </pc:sldMkLst>
      </pc:sldChg>
      <pc:sldChg chg="addSp modSp add mod">
        <pc:chgData name="김명호" userId="e0d603aa-548e-418b-a070-918475337925" providerId="ADAL" clId="{EB451184-BA9A-4A5C-9B3F-495ADF05D454}" dt="2023-09-22T06:28:06.217" v="21866" actId="20577"/>
        <pc:sldMkLst>
          <pc:docMk/>
          <pc:sldMk cId="2387242006" sldId="1065"/>
        </pc:sldMkLst>
        <pc:spChg chg="add mod">
          <ac:chgData name="김명호" userId="e0d603aa-548e-418b-a070-918475337925" providerId="ADAL" clId="{EB451184-BA9A-4A5C-9B3F-495ADF05D454}" dt="2023-09-20T05:56:35.800" v="9265"/>
          <ac:spMkLst>
            <pc:docMk/>
            <pc:sldMk cId="2387242006" sldId="1065"/>
            <ac:spMk id="4" creationId="{D3BCB107-AEF8-68FC-0CEA-C9EABFCCD231}"/>
          </ac:spMkLst>
        </pc:spChg>
        <pc:spChg chg="add mod">
          <ac:chgData name="김명호" userId="e0d603aa-548e-418b-a070-918475337925" providerId="ADAL" clId="{EB451184-BA9A-4A5C-9B3F-495ADF05D454}" dt="2023-09-20T07:39:18.468" v="12005" actId="1076"/>
          <ac:spMkLst>
            <pc:docMk/>
            <pc:sldMk cId="2387242006" sldId="1065"/>
            <ac:spMk id="5" creationId="{91C77EF6-937B-30A8-5737-B694DC9E422A}"/>
          </ac:spMkLst>
        </pc:spChg>
        <pc:spChg chg="mod">
          <ac:chgData name="김명호" userId="e0d603aa-548e-418b-a070-918475337925" providerId="ADAL" clId="{EB451184-BA9A-4A5C-9B3F-495ADF05D454}" dt="2023-09-20T07:39:22.708" v="12006" actId="6549"/>
          <ac:spMkLst>
            <pc:docMk/>
            <pc:sldMk cId="2387242006" sldId="1065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4:15:03.966" v="4771" actId="693"/>
          <ac:spMkLst>
            <pc:docMk/>
            <pc:sldMk cId="2387242006" sldId="1065"/>
            <ac:spMk id="10" creationId="{14F878EE-D031-B862-A82B-49EBF6A805B4}"/>
          </ac:spMkLst>
        </pc:spChg>
        <pc:graphicFrameChg chg="mod modGraphic">
          <ac:chgData name="김명호" userId="e0d603aa-548e-418b-a070-918475337925" providerId="ADAL" clId="{EB451184-BA9A-4A5C-9B3F-495ADF05D454}" dt="2023-09-22T06:28:06.217" v="21866" actId="20577"/>
          <ac:graphicFrameMkLst>
            <pc:docMk/>
            <pc:sldMk cId="2387242006" sldId="1065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04:14:57.494" v="4770" actId="1076"/>
          <ac:cxnSpMkLst>
            <pc:docMk/>
            <pc:sldMk cId="2387242006" sldId="1065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01:46.756" v="21996" actId="20577"/>
        <pc:sldMkLst>
          <pc:docMk/>
          <pc:sldMk cId="2045569043" sldId="1066"/>
        </pc:sldMkLst>
        <pc:spChg chg="mod">
          <ac:chgData name="김명호" userId="e0d603aa-548e-418b-a070-918475337925" providerId="ADAL" clId="{EB451184-BA9A-4A5C-9B3F-495ADF05D454}" dt="2023-09-22T07:01:18.004" v="21990" actId="20577"/>
          <ac:spMkLst>
            <pc:docMk/>
            <pc:sldMk cId="2045569043" sldId="1066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4:25:20.683" v="5391" actId="20577"/>
          <ac:spMkLst>
            <pc:docMk/>
            <pc:sldMk cId="2045569043" sldId="1066"/>
            <ac:spMk id="9" creationId="{51A6D74F-47E5-C349-ACD6-A0594BAACD2D}"/>
          </ac:spMkLst>
        </pc:spChg>
        <pc:spChg chg="mod ord">
          <ac:chgData name="김명호" userId="e0d603aa-548e-418b-a070-918475337925" providerId="ADAL" clId="{EB451184-BA9A-4A5C-9B3F-495ADF05D454}" dt="2023-09-20T04:24:21.786" v="5251" actId="14100"/>
          <ac:spMkLst>
            <pc:docMk/>
            <pc:sldMk cId="2045569043" sldId="1066"/>
            <ac:spMk id="10" creationId="{14F878EE-D031-B862-A82B-49EBF6A805B4}"/>
          </ac:spMkLst>
        </pc:spChg>
        <pc:spChg chg="mod">
          <ac:chgData name="김명호" userId="e0d603aa-548e-418b-a070-918475337925" providerId="ADAL" clId="{EB451184-BA9A-4A5C-9B3F-495ADF05D454}" dt="2023-09-20T04:27:32.420" v="5522"/>
          <ac:spMkLst>
            <pc:docMk/>
            <pc:sldMk cId="2045569043" sldId="1066"/>
            <ac:spMk id="11" creationId="{C948BC2A-353B-F3E9-0141-A91637FFE16F}"/>
          </ac:spMkLst>
        </pc:spChg>
        <pc:grpChg chg="add mod">
          <ac:chgData name="김명호" userId="e0d603aa-548e-418b-a070-918475337925" providerId="ADAL" clId="{EB451184-BA9A-4A5C-9B3F-495ADF05D454}" dt="2023-09-22T07:01:21.345" v="21991" actId="1076"/>
          <ac:grpSpMkLst>
            <pc:docMk/>
            <pc:sldMk cId="2045569043" sldId="1066"/>
            <ac:grpSpMk id="6" creationId="{F571ABDA-8E50-93CA-6221-D778E2F35966}"/>
          </ac:grpSpMkLst>
        </pc:grpChg>
        <pc:graphicFrameChg chg="mod modGraphic">
          <ac:chgData name="김명호" userId="e0d603aa-548e-418b-a070-918475337925" providerId="ADAL" clId="{EB451184-BA9A-4A5C-9B3F-495ADF05D454}" dt="2023-09-22T07:01:46.756" v="21996" actId="20577"/>
          <ac:graphicFrameMkLst>
            <pc:docMk/>
            <pc:sldMk cId="2045569043" sldId="1066"/>
            <ac:graphicFrameMk id="3" creationId="{EB5E6BEF-7528-22F3-81D3-C88DBE43847E}"/>
          </ac:graphicFrameMkLst>
        </pc:graphicFrameChg>
        <pc:picChg chg="add mod modCrop">
          <ac:chgData name="김명호" userId="e0d603aa-548e-418b-a070-918475337925" providerId="ADAL" clId="{EB451184-BA9A-4A5C-9B3F-495ADF05D454}" dt="2023-09-20T04:23:56.522" v="5249" actId="1076"/>
          <ac:picMkLst>
            <pc:docMk/>
            <pc:sldMk cId="2045569043" sldId="1066"/>
            <ac:picMk id="5" creationId="{9C17AD81-0092-D76E-9384-F8AF24BD802C}"/>
          </ac:picMkLst>
        </pc:picChg>
        <pc:picChg chg="del">
          <ac:chgData name="김명호" userId="e0d603aa-548e-418b-a070-918475337925" providerId="ADAL" clId="{EB451184-BA9A-4A5C-9B3F-495ADF05D454}" dt="2023-09-20T04:23:46.417" v="5246" actId="478"/>
          <ac:picMkLst>
            <pc:docMk/>
            <pc:sldMk cId="2045569043" sldId="1066"/>
            <ac:picMk id="8" creationId="{67F92F47-8FE3-414C-788A-3F46C50A24B8}"/>
          </ac:picMkLst>
        </pc:picChg>
        <pc:cxnChg chg="mod ord">
          <ac:chgData name="김명호" userId="e0d603aa-548e-418b-a070-918475337925" providerId="ADAL" clId="{EB451184-BA9A-4A5C-9B3F-495ADF05D454}" dt="2023-09-20T04:24:25.282" v="5252" actId="1076"/>
          <ac:cxnSpMkLst>
            <pc:docMk/>
            <pc:sldMk cId="2045569043" sldId="1066"/>
            <ac:cxnSpMk id="13" creationId="{331DDFAF-E372-E3B3-6B05-B0D7F3785A4E}"/>
          </ac:cxnSpMkLst>
        </pc:cxnChg>
      </pc:sldChg>
      <pc:sldChg chg="addSp delSp modSp add del mod">
        <pc:chgData name="김명호" userId="e0d603aa-548e-418b-a070-918475337925" providerId="ADAL" clId="{EB451184-BA9A-4A5C-9B3F-495ADF05D454}" dt="2023-09-20T10:52:15.991" v="14704" actId="47"/>
        <pc:sldMkLst>
          <pc:docMk/>
          <pc:sldMk cId="1990321989" sldId="1067"/>
        </pc:sldMkLst>
        <pc:spChg chg="del">
          <ac:chgData name="김명호" userId="e0d603aa-548e-418b-a070-918475337925" providerId="ADAL" clId="{EB451184-BA9A-4A5C-9B3F-495ADF05D454}" dt="2023-09-20T04:49:56.281" v="6039" actId="478"/>
          <ac:spMkLst>
            <pc:docMk/>
            <pc:sldMk cId="1990321989" sldId="1067"/>
            <ac:spMk id="4" creationId="{9028693B-01B7-4724-A089-40EFBB802CC5}"/>
          </ac:spMkLst>
        </pc:spChg>
        <pc:spChg chg="mod">
          <ac:chgData name="김명호" userId="e0d603aa-548e-418b-a070-918475337925" providerId="ADAL" clId="{EB451184-BA9A-4A5C-9B3F-495ADF05D454}" dt="2023-09-20T04:51:05.866" v="6077"/>
          <ac:spMkLst>
            <pc:docMk/>
            <pc:sldMk cId="1990321989" sldId="1067"/>
            <ac:spMk id="6" creationId="{6DCF1024-BB97-C075-0A22-BF188CDECB23}"/>
          </ac:spMkLst>
        </pc:spChg>
        <pc:spChg chg="mod">
          <ac:chgData name="김명호" userId="e0d603aa-548e-418b-a070-918475337925" providerId="ADAL" clId="{EB451184-BA9A-4A5C-9B3F-495ADF05D454}" dt="2023-09-20T04:50:56.016" v="6076"/>
          <ac:spMkLst>
            <pc:docMk/>
            <pc:sldMk cId="1990321989" sldId="1067"/>
            <ac:spMk id="9" creationId="{BD272373-F233-14FE-0AAC-DCFF8D8483C0}"/>
          </ac:spMkLst>
        </pc:spChg>
        <pc:spChg chg="mod">
          <ac:chgData name="김명호" userId="e0d603aa-548e-418b-a070-918475337925" providerId="ADAL" clId="{EB451184-BA9A-4A5C-9B3F-495ADF05D454}" dt="2023-09-20T04:50:05.279" v="6043" actId="1035"/>
          <ac:spMkLst>
            <pc:docMk/>
            <pc:sldMk cId="1990321989" sldId="1067"/>
            <ac:spMk id="10" creationId="{14F878EE-D031-B862-A82B-49EBF6A805B4}"/>
          </ac:spMkLst>
        </pc:spChg>
        <pc:grpChg chg="add mod">
          <ac:chgData name="김명호" userId="e0d603aa-548e-418b-a070-918475337925" providerId="ADAL" clId="{EB451184-BA9A-4A5C-9B3F-495ADF05D454}" dt="2023-09-20T04:51:27.174" v="6079" actId="1076"/>
          <ac:grpSpMkLst>
            <pc:docMk/>
            <pc:sldMk cId="1990321989" sldId="1067"/>
            <ac:grpSpMk id="5" creationId="{F6DD9E16-19F5-DFFF-79FF-A1BA888EE8EA}"/>
          </ac:grpSpMkLst>
        </pc:grpChg>
        <pc:graphicFrameChg chg="modGraphic">
          <ac:chgData name="김명호" userId="e0d603aa-548e-418b-a070-918475337925" providerId="ADAL" clId="{EB451184-BA9A-4A5C-9B3F-495ADF05D454}" dt="2023-09-20T04:54:03.277" v="6286" actId="20577"/>
          <ac:graphicFrameMkLst>
            <pc:docMk/>
            <pc:sldMk cId="1990321989" sldId="1067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04:50:05.279" v="6043" actId="1035"/>
          <ac:cxnSpMkLst>
            <pc:docMk/>
            <pc:sldMk cId="1990321989" sldId="1067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0T10:52:34.582" v="14706"/>
        <pc:sldMkLst>
          <pc:docMk/>
          <pc:sldMk cId="1439191056" sldId="1068"/>
        </pc:sldMkLst>
        <pc:spChg chg="add mod">
          <ac:chgData name="김명호" userId="e0d603aa-548e-418b-a070-918475337925" providerId="ADAL" clId="{EB451184-BA9A-4A5C-9B3F-495ADF05D454}" dt="2023-09-20T04:58:05.362" v="6292"/>
          <ac:spMkLst>
            <pc:docMk/>
            <pc:sldMk cId="1439191056" sldId="1068"/>
            <ac:spMk id="4" creationId="{ADCF154C-1ED9-CF12-73CC-CB607AB0B536}"/>
          </ac:spMkLst>
        </pc:spChg>
        <pc:spChg chg="mod">
          <ac:chgData name="김명호" userId="e0d603aa-548e-418b-a070-918475337925" providerId="ADAL" clId="{EB451184-BA9A-4A5C-9B3F-495ADF05D454}" dt="2023-09-20T04:57:57.071" v="6291" actId="20577"/>
          <ac:spMkLst>
            <pc:docMk/>
            <pc:sldMk cId="1439191056" sldId="1068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0T04:58:05.362" v="6292"/>
          <ac:spMkLst>
            <pc:docMk/>
            <pc:sldMk cId="1439191056" sldId="1068"/>
            <ac:spMk id="12" creationId="{8B6B4A25-2A7C-23D6-894E-65F1C437E7A2}"/>
          </ac:spMkLst>
        </pc:spChg>
        <pc:spChg chg="add mod">
          <ac:chgData name="김명호" userId="e0d603aa-548e-418b-a070-918475337925" providerId="ADAL" clId="{EB451184-BA9A-4A5C-9B3F-495ADF05D454}" dt="2023-09-20T10:52:34.582" v="14706"/>
          <ac:spMkLst>
            <pc:docMk/>
            <pc:sldMk cId="1439191056" sldId="1068"/>
            <ac:spMk id="14" creationId="{35F51CA1-EDBE-FD4E-6E91-EEAD3C635314}"/>
          </ac:spMkLst>
        </pc:spChg>
        <pc:grpChg chg="del">
          <ac:chgData name="김명호" userId="e0d603aa-548e-418b-a070-918475337925" providerId="ADAL" clId="{EB451184-BA9A-4A5C-9B3F-495ADF05D454}" dt="2023-09-20T04:57:48.787" v="6290" actId="478"/>
          <ac:grpSpMkLst>
            <pc:docMk/>
            <pc:sldMk cId="1439191056" sldId="1068"/>
            <ac:grpSpMk id="5" creationId="{F6DD9E16-19F5-DFFF-79FF-A1BA888EE8EA}"/>
          </ac:grpSpMkLst>
        </pc:grpChg>
        <pc:graphicFrameChg chg="mod modGraphic">
          <ac:chgData name="김명호" userId="e0d603aa-548e-418b-a070-918475337925" providerId="ADAL" clId="{EB451184-BA9A-4A5C-9B3F-495ADF05D454}" dt="2023-09-20T04:54:22.813" v="6289" actId="404"/>
          <ac:graphicFrameMkLst>
            <pc:docMk/>
            <pc:sldMk cId="1439191056" sldId="1068"/>
            <ac:graphicFrameMk id="3" creationId="{EB5E6BEF-7528-22F3-81D3-C88DBE43847E}"/>
          </ac:graphicFrameMkLst>
        </pc:graphicFrameChg>
        <pc:picChg chg="add mod">
          <ac:chgData name="김명호" userId="e0d603aa-548e-418b-a070-918475337925" providerId="ADAL" clId="{EB451184-BA9A-4A5C-9B3F-495ADF05D454}" dt="2023-09-20T04:58:05.362" v="6292"/>
          <ac:picMkLst>
            <pc:docMk/>
            <pc:sldMk cId="1439191056" sldId="1068"/>
            <ac:picMk id="11" creationId="{A19F07A4-1E83-4309-A624-AF4C7D66E370}"/>
          </ac:picMkLst>
        </pc:picChg>
      </pc:sldChg>
      <pc:sldChg chg="addSp delSp modSp add mod ord">
        <pc:chgData name="김명호" userId="e0d603aa-548e-418b-a070-918475337925" providerId="ADAL" clId="{EB451184-BA9A-4A5C-9B3F-495ADF05D454}" dt="2023-09-22T06:26:08.121" v="21861" actId="20577"/>
        <pc:sldMkLst>
          <pc:docMk/>
          <pc:sldMk cId="2939735492" sldId="1069"/>
        </pc:sldMkLst>
        <pc:spChg chg="add mod">
          <ac:chgData name="김명호" userId="e0d603aa-548e-418b-a070-918475337925" providerId="ADAL" clId="{EB451184-BA9A-4A5C-9B3F-495ADF05D454}" dt="2023-09-20T05:09:14.176" v="6844"/>
          <ac:spMkLst>
            <pc:docMk/>
            <pc:sldMk cId="2939735492" sldId="1069"/>
            <ac:spMk id="4" creationId="{C3A6B1BC-FABE-3C86-128E-A3F989856620}"/>
          </ac:spMkLst>
        </pc:spChg>
        <pc:spChg chg="add mod">
          <ac:chgData name="김명호" userId="e0d603aa-548e-418b-a070-918475337925" providerId="ADAL" clId="{EB451184-BA9A-4A5C-9B3F-495ADF05D454}" dt="2023-09-20T05:10:11.109" v="6849" actId="14100"/>
          <ac:spMkLst>
            <pc:docMk/>
            <pc:sldMk cId="2939735492" sldId="1069"/>
            <ac:spMk id="5" creationId="{A811F64B-4F12-5126-3A00-C9B43C583786}"/>
          </ac:spMkLst>
        </pc:spChg>
        <pc:spChg chg="mod">
          <ac:chgData name="김명호" userId="e0d603aa-548e-418b-a070-918475337925" providerId="ADAL" clId="{EB451184-BA9A-4A5C-9B3F-495ADF05D454}" dt="2023-09-20T05:17:07.992" v="7203" actId="6549"/>
          <ac:spMkLst>
            <pc:docMk/>
            <pc:sldMk cId="2939735492" sldId="1069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0T05:10:37.085" v="6853" actId="14100"/>
          <ac:spMkLst>
            <pc:docMk/>
            <pc:sldMk cId="2939735492" sldId="1069"/>
            <ac:spMk id="9" creationId="{D6BC6EB7-6FF5-88F2-EB3C-8B37344D7447}"/>
          </ac:spMkLst>
        </pc:spChg>
        <pc:spChg chg="del mod">
          <ac:chgData name="김명호" userId="e0d603aa-548e-418b-a070-918475337925" providerId="ADAL" clId="{EB451184-BA9A-4A5C-9B3F-495ADF05D454}" dt="2023-09-20T05:09:25.551" v="6846" actId="478"/>
          <ac:spMkLst>
            <pc:docMk/>
            <pc:sldMk cId="2939735492" sldId="1069"/>
            <ac:spMk id="10" creationId="{14F878EE-D031-B862-A82B-49EBF6A805B4}"/>
          </ac:spMkLst>
        </pc:spChg>
        <pc:graphicFrameChg chg="mod modGraphic">
          <ac:chgData name="김명호" userId="e0d603aa-548e-418b-a070-918475337925" providerId="ADAL" clId="{EB451184-BA9A-4A5C-9B3F-495ADF05D454}" dt="2023-09-22T06:26:08.121" v="21861" actId="20577"/>
          <ac:graphicFrameMkLst>
            <pc:docMk/>
            <pc:sldMk cId="2939735492" sldId="1069"/>
            <ac:graphicFrameMk id="3" creationId="{EB5E6BEF-7528-22F3-81D3-C88DBE43847E}"/>
          </ac:graphicFrameMkLst>
        </pc:graphicFrameChg>
        <pc:cxnChg chg="add mod">
          <ac:chgData name="김명호" userId="e0d603aa-548e-418b-a070-918475337925" providerId="ADAL" clId="{EB451184-BA9A-4A5C-9B3F-495ADF05D454}" dt="2023-09-20T05:10:16.988" v="6850" actId="1076"/>
          <ac:cxnSpMkLst>
            <pc:docMk/>
            <pc:sldMk cId="2939735492" sldId="1069"/>
            <ac:cxnSpMk id="6" creationId="{ED71FFE6-57B1-00F7-B618-9D3DCF47207B}"/>
          </ac:cxnSpMkLst>
        </pc:cxnChg>
        <pc:cxnChg chg="add mod">
          <ac:chgData name="김명호" userId="e0d603aa-548e-418b-a070-918475337925" providerId="ADAL" clId="{EB451184-BA9A-4A5C-9B3F-495ADF05D454}" dt="2023-09-20T05:10:40.004" v="6854" actId="1076"/>
          <ac:cxnSpMkLst>
            <pc:docMk/>
            <pc:sldMk cId="2939735492" sldId="1069"/>
            <ac:cxnSpMk id="11" creationId="{810A280D-55A9-137B-DFE1-C811A3532F16}"/>
          </ac:cxnSpMkLst>
        </pc:cxnChg>
        <pc:cxnChg chg="del mod">
          <ac:chgData name="김명호" userId="e0d603aa-548e-418b-a070-918475337925" providerId="ADAL" clId="{EB451184-BA9A-4A5C-9B3F-495ADF05D454}" dt="2023-09-20T05:09:25.551" v="6846" actId="478"/>
          <ac:cxnSpMkLst>
            <pc:docMk/>
            <pc:sldMk cId="2939735492" sldId="1069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0T05:15:04.359" v="7202" actId="6549"/>
        <pc:sldMkLst>
          <pc:docMk/>
          <pc:sldMk cId="1849704483" sldId="1070"/>
        </pc:sldMkLst>
        <pc:spChg chg="mod">
          <ac:chgData name="김명호" userId="e0d603aa-548e-418b-a070-918475337925" providerId="ADAL" clId="{EB451184-BA9A-4A5C-9B3F-495ADF05D454}" dt="2023-09-20T05:15:04.359" v="7202" actId="6549"/>
          <ac:spMkLst>
            <pc:docMk/>
            <pc:sldMk cId="1849704483" sldId="1070"/>
            <ac:spMk id="4" creationId="{B29C842E-FD35-555C-803F-4C01A8C6EA32}"/>
          </ac:spMkLst>
        </pc:spChg>
        <pc:spChg chg="del mod">
          <ac:chgData name="김명호" userId="e0d603aa-548e-418b-a070-918475337925" providerId="ADAL" clId="{EB451184-BA9A-4A5C-9B3F-495ADF05D454}" dt="2023-09-20T05:12:17.708" v="6868" actId="478"/>
          <ac:spMkLst>
            <pc:docMk/>
            <pc:sldMk cId="1849704483" sldId="1070"/>
            <ac:spMk id="11" creationId="{5FE8FE42-2B15-8E91-CBD7-11BAC37EAEF7}"/>
          </ac:spMkLst>
        </pc:spChg>
        <pc:spChg chg="del">
          <ac:chgData name="김명호" userId="e0d603aa-548e-418b-a070-918475337925" providerId="ADAL" clId="{EB451184-BA9A-4A5C-9B3F-495ADF05D454}" dt="2023-09-20T05:12:17.708" v="6868" actId="478"/>
          <ac:spMkLst>
            <pc:docMk/>
            <pc:sldMk cId="1849704483" sldId="1070"/>
            <ac:spMk id="14" creationId="{B5C26A1A-0191-19A4-8426-BDE238A47C86}"/>
          </ac:spMkLst>
        </pc:spChg>
        <pc:spChg chg="mod">
          <ac:chgData name="김명호" userId="e0d603aa-548e-418b-a070-918475337925" providerId="ADAL" clId="{EB451184-BA9A-4A5C-9B3F-495ADF05D454}" dt="2023-09-20T05:14:10.947" v="7121" actId="14100"/>
          <ac:spMkLst>
            <pc:docMk/>
            <pc:sldMk cId="1849704483" sldId="1070"/>
            <ac:spMk id="17" creationId="{02398E07-A94F-035C-724D-A4D49E13A9AF}"/>
          </ac:spMkLst>
        </pc:spChg>
        <pc:spChg chg="mod">
          <ac:chgData name="김명호" userId="e0d603aa-548e-418b-a070-918475337925" providerId="ADAL" clId="{EB451184-BA9A-4A5C-9B3F-495ADF05D454}" dt="2023-09-20T05:14:28.124" v="7126" actId="14100"/>
          <ac:spMkLst>
            <pc:docMk/>
            <pc:sldMk cId="1849704483" sldId="1070"/>
            <ac:spMk id="19" creationId="{AE8B9FAD-25AC-0430-8165-F0967BAC9054}"/>
          </ac:spMkLst>
        </pc:spChg>
        <pc:picChg chg="add del mod">
          <ac:chgData name="김명호" userId="e0d603aa-548e-418b-a070-918475337925" providerId="ADAL" clId="{EB451184-BA9A-4A5C-9B3F-495ADF05D454}" dt="2023-09-20T05:12:17.708" v="6868" actId="478"/>
          <ac:picMkLst>
            <pc:docMk/>
            <pc:sldMk cId="1849704483" sldId="1070"/>
            <ac:picMk id="2" creationId="{F40DB867-42DC-C2FD-1824-8EA59AC7458E}"/>
          </ac:picMkLst>
        </pc:picChg>
        <pc:picChg chg="del mod">
          <ac:chgData name="김명호" userId="e0d603aa-548e-418b-a070-918475337925" providerId="ADAL" clId="{EB451184-BA9A-4A5C-9B3F-495ADF05D454}" dt="2023-09-20T05:12:17.708" v="6868" actId="478"/>
          <ac:picMkLst>
            <pc:docMk/>
            <pc:sldMk cId="1849704483" sldId="1070"/>
            <ac:picMk id="8" creationId="{27878555-5CC8-77FF-521B-9F9E6473C0F3}"/>
          </ac:picMkLst>
        </pc:picChg>
        <pc:picChg chg="mod">
          <ac:chgData name="김명호" userId="e0d603aa-548e-418b-a070-918475337925" providerId="ADAL" clId="{EB451184-BA9A-4A5C-9B3F-495ADF05D454}" dt="2023-09-20T05:12:42.600" v="6877" actId="1038"/>
          <ac:picMkLst>
            <pc:docMk/>
            <pc:sldMk cId="1849704483" sldId="1070"/>
            <ac:picMk id="15" creationId="{8C788C0F-5881-9643-5927-80D09DAACA88}"/>
          </ac:picMkLst>
        </pc:picChg>
        <pc:picChg chg="mod">
          <ac:chgData name="김명호" userId="e0d603aa-548e-418b-a070-918475337925" providerId="ADAL" clId="{EB451184-BA9A-4A5C-9B3F-495ADF05D454}" dt="2023-09-20T05:12:42.600" v="6877" actId="1038"/>
          <ac:picMkLst>
            <pc:docMk/>
            <pc:sldMk cId="1849704483" sldId="1070"/>
            <ac:picMk id="16" creationId="{29390BD4-207F-BC92-74CD-5ABFC3BE4D94}"/>
          </ac:picMkLst>
        </pc:picChg>
        <pc:cxnChg chg="del mod">
          <ac:chgData name="김명호" userId="e0d603aa-548e-418b-a070-918475337925" providerId="ADAL" clId="{EB451184-BA9A-4A5C-9B3F-495ADF05D454}" dt="2023-09-20T05:12:17.708" v="6868" actId="478"/>
          <ac:cxnSpMkLst>
            <pc:docMk/>
            <pc:sldMk cId="1849704483" sldId="1070"/>
            <ac:cxnSpMk id="13" creationId="{6387ACAF-04E1-5894-06FE-B0F44514EAE8}"/>
          </ac:cxnSpMkLst>
        </pc:cxnChg>
        <pc:cxnChg chg="mod">
          <ac:chgData name="김명호" userId="e0d603aa-548e-418b-a070-918475337925" providerId="ADAL" clId="{EB451184-BA9A-4A5C-9B3F-495ADF05D454}" dt="2023-09-20T05:14:28.124" v="7126" actId="14100"/>
          <ac:cxnSpMkLst>
            <pc:docMk/>
            <pc:sldMk cId="1849704483" sldId="1070"/>
            <ac:cxnSpMk id="18" creationId="{4B39F146-C999-187D-9BD1-8742F9F90833}"/>
          </ac:cxnSpMkLst>
        </pc:cxnChg>
      </pc:sldChg>
      <pc:sldChg chg="addSp modSp add mod">
        <pc:chgData name="김명호" userId="e0d603aa-548e-418b-a070-918475337925" providerId="ADAL" clId="{EB451184-BA9A-4A5C-9B3F-495ADF05D454}" dt="2023-09-22T06:28:39.176" v="21867"/>
        <pc:sldMkLst>
          <pc:docMk/>
          <pc:sldMk cId="1120424626" sldId="1071"/>
        </pc:sldMkLst>
        <pc:spChg chg="add mod">
          <ac:chgData name="김명호" userId="e0d603aa-548e-418b-a070-918475337925" providerId="ADAL" clId="{EB451184-BA9A-4A5C-9B3F-495ADF05D454}" dt="2023-09-20T06:57:34.406" v="11071"/>
          <ac:spMkLst>
            <pc:docMk/>
            <pc:sldMk cId="1120424626" sldId="1071"/>
            <ac:spMk id="4" creationId="{CF247A15-B873-EE47-2292-3C075BDB1F1B}"/>
          </ac:spMkLst>
        </pc:spChg>
        <pc:spChg chg="mod">
          <ac:chgData name="김명호" userId="e0d603aa-548e-418b-a070-918475337925" providerId="ADAL" clId="{EB451184-BA9A-4A5C-9B3F-495ADF05D454}" dt="2023-09-20T06:58:14.479" v="11245" actId="13926"/>
          <ac:spMkLst>
            <pc:docMk/>
            <pc:sldMk cId="1120424626" sldId="1071"/>
            <ac:spMk id="7" creationId="{0C81DD60-D84B-4D3C-8F3E-7D0E22E11300}"/>
          </ac:spMkLst>
        </pc:spChg>
        <pc:graphicFrameChg chg="mod">
          <ac:chgData name="김명호" userId="e0d603aa-548e-418b-a070-918475337925" providerId="ADAL" clId="{EB451184-BA9A-4A5C-9B3F-495ADF05D454}" dt="2023-09-22T06:28:39.176" v="21867"/>
          <ac:graphicFrameMkLst>
            <pc:docMk/>
            <pc:sldMk cId="1120424626" sldId="1071"/>
            <ac:graphicFrameMk id="3" creationId="{EB5E6BEF-7528-22F3-81D3-C88DBE43847E}"/>
          </ac:graphicFrameMkLst>
        </pc:graphicFrameChg>
      </pc:sldChg>
      <pc:sldChg chg="addSp delSp modSp add del mod">
        <pc:chgData name="김명호" userId="e0d603aa-548e-418b-a070-918475337925" providerId="ADAL" clId="{EB451184-BA9A-4A5C-9B3F-495ADF05D454}" dt="2023-09-20T06:57:18.575" v="11068" actId="2696"/>
        <pc:sldMkLst>
          <pc:docMk/>
          <pc:sldMk cId="3600580349" sldId="1071"/>
        </pc:sldMkLst>
        <pc:spChg chg="mod">
          <ac:chgData name="김명호" userId="e0d603aa-548e-418b-a070-918475337925" providerId="ADAL" clId="{EB451184-BA9A-4A5C-9B3F-495ADF05D454}" dt="2023-09-20T06:39:47.321" v="10096"/>
          <ac:spMkLst>
            <pc:docMk/>
            <pc:sldMk cId="3600580349" sldId="1071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5:21:38.329" v="7323"/>
          <ac:spMkLst>
            <pc:docMk/>
            <pc:sldMk cId="3600580349" sldId="1071"/>
            <ac:spMk id="9" creationId="{BD272373-F233-14FE-0AAC-DCFF8D8483C0}"/>
          </ac:spMkLst>
        </pc:spChg>
        <pc:spChg chg="mod ord">
          <ac:chgData name="김명호" userId="e0d603aa-548e-418b-a070-918475337925" providerId="ADAL" clId="{EB451184-BA9A-4A5C-9B3F-495ADF05D454}" dt="2023-09-20T06:39:55.261" v="10116" actId="1035"/>
          <ac:spMkLst>
            <pc:docMk/>
            <pc:sldMk cId="3600580349" sldId="1071"/>
            <ac:spMk id="10" creationId="{14F878EE-D031-B862-A82B-49EBF6A805B4}"/>
          </ac:spMkLst>
        </pc:spChg>
        <pc:grpChg chg="del mod">
          <ac:chgData name="김명호" userId="e0d603aa-548e-418b-a070-918475337925" providerId="ADAL" clId="{EB451184-BA9A-4A5C-9B3F-495ADF05D454}" dt="2023-09-20T06:36:56.622" v="9691" actId="478"/>
          <ac:grpSpMkLst>
            <pc:docMk/>
            <pc:sldMk cId="3600580349" sldId="1071"/>
            <ac:grpSpMk id="5" creationId="{F6DD9E16-19F5-DFFF-79FF-A1BA888EE8EA}"/>
          </ac:grpSpMkLst>
        </pc:grpChg>
        <pc:picChg chg="del">
          <ac:chgData name="김명호" userId="e0d603aa-548e-418b-a070-918475337925" providerId="ADAL" clId="{EB451184-BA9A-4A5C-9B3F-495ADF05D454}" dt="2023-09-20T05:19:30.714" v="7209" actId="478"/>
          <ac:picMkLst>
            <pc:docMk/>
            <pc:sldMk cId="3600580349" sldId="1071"/>
            <ac:picMk id="8" creationId="{67F92F47-8FE3-414C-788A-3F46C50A24B8}"/>
          </ac:picMkLst>
        </pc:picChg>
        <pc:picChg chg="add del mod modCrop">
          <ac:chgData name="김명호" userId="e0d603aa-548e-418b-a070-918475337925" providerId="ADAL" clId="{EB451184-BA9A-4A5C-9B3F-495ADF05D454}" dt="2023-09-20T06:36:15.863" v="9678" actId="478"/>
          <ac:picMkLst>
            <pc:docMk/>
            <pc:sldMk cId="3600580349" sldId="1071"/>
            <ac:picMk id="11" creationId="{A31E6352-DFD1-1CD6-DD63-E132456BD017}"/>
          </ac:picMkLst>
        </pc:picChg>
        <pc:picChg chg="add mod modCrop">
          <ac:chgData name="김명호" userId="e0d603aa-548e-418b-a070-918475337925" providerId="ADAL" clId="{EB451184-BA9A-4A5C-9B3F-495ADF05D454}" dt="2023-09-20T06:36:40.374" v="9686" actId="1076"/>
          <ac:picMkLst>
            <pc:docMk/>
            <pc:sldMk cId="3600580349" sldId="1071"/>
            <ac:picMk id="14" creationId="{7F039603-C849-0863-8484-D62FD52EEC14}"/>
          </ac:picMkLst>
        </pc:picChg>
        <pc:cxnChg chg="mod ord">
          <ac:chgData name="김명호" userId="e0d603aa-548e-418b-a070-918475337925" providerId="ADAL" clId="{EB451184-BA9A-4A5C-9B3F-495ADF05D454}" dt="2023-09-20T06:39:55.261" v="10116" actId="1035"/>
          <ac:cxnSpMkLst>
            <pc:docMk/>
            <pc:sldMk cId="3600580349" sldId="1071"/>
            <ac:cxnSpMk id="13" creationId="{331DDFAF-E372-E3B3-6B05-B0D7F3785A4E}"/>
          </ac:cxnSpMkLst>
        </pc:cxnChg>
      </pc:sldChg>
      <pc:sldChg chg="delSp modSp add mod">
        <pc:chgData name="김명호" userId="e0d603aa-548e-418b-a070-918475337925" providerId="ADAL" clId="{EB451184-BA9A-4A5C-9B3F-495ADF05D454}" dt="2023-09-22T07:36:54.318" v="23083"/>
        <pc:sldMkLst>
          <pc:docMk/>
          <pc:sldMk cId="692896232" sldId="1072"/>
        </pc:sldMkLst>
        <pc:spChg chg="mod">
          <ac:chgData name="김명호" userId="e0d603aa-548e-418b-a070-918475337925" providerId="ADAL" clId="{EB451184-BA9A-4A5C-9B3F-495ADF05D454}" dt="2023-09-20T05:24:35.331" v="7813"/>
          <ac:spMkLst>
            <pc:docMk/>
            <pc:sldMk cId="692896232" sldId="1072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5:23:20.687" v="7465" actId="693"/>
          <ac:spMkLst>
            <pc:docMk/>
            <pc:sldMk cId="692896232" sldId="1072"/>
            <ac:spMk id="10" creationId="{14F878EE-D031-B862-A82B-49EBF6A805B4}"/>
          </ac:spMkLst>
        </pc:spChg>
        <pc:grpChg chg="del">
          <ac:chgData name="김명호" userId="e0d603aa-548e-418b-a070-918475337925" providerId="ADAL" clId="{EB451184-BA9A-4A5C-9B3F-495ADF05D454}" dt="2023-09-20T05:22:35.412" v="7326" actId="478"/>
          <ac:grpSpMkLst>
            <pc:docMk/>
            <pc:sldMk cId="692896232" sldId="1072"/>
            <ac:grpSpMk id="5" creationId="{F6DD9E16-19F5-DFFF-79FF-A1BA888EE8EA}"/>
          </ac:grpSpMkLst>
        </pc:grpChg>
        <pc:graphicFrameChg chg="mod modGraphic">
          <ac:chgData name="김명호" userId="e0d603aa-548e-418b-a070-918475337925" providerId="ADAL" clId="{EB451184-BA9A-4A5C-9B3F-495ADF05D454}" dt="2023-09-22T07:36:54.318" v="23083"/>
          <ac:graphicFrameMkLst>
            <pc:docMk/>
            <pc:sldMk cId="692896232" sldId="1072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05:23:34.720" v="7478" actId="108"/>
          <ac:cxnSpMkLst>
            <pc:docMk/>
            <pc:sldMk cId="692896232" sldId="1072"/>
            <ac:cxnSpMk id="13" creationId="{331DDFAF-E372-E3B3-6B05-B0D7F3785A4E}"/>
          </ac:cxnSpMkLst>
        </pc:cxnChg>
      </pc:sldChg>
      <pc:sldChg chg="addSp modSp add mod">
        <pc:chgData name="김명호" userId="e0d603aa-548e-418b-a070-918475337925" providerId="ADAL" clId="{EB451184-BA9A-4A5C-9B3F-495ADF05D454}" dt="2023-09-22T07:36:57.046" v="23084"/>
        <pc:sldMkLst>
          <pc:docMk/>
          <pc:sldMk cId="735861782" sldId="1073"/>
        </pc:sldMkLst>
        <pc:spChg chg="add mod">
          <ac:chgData name="김명호" userId="e0d603aa-548e-418b-a070-918475337925" providerId="ADAL" clId="{EB451184-BA9A-4A5C-9B3F-495ADF05D454}" dt="2023-09-20T10:52:51.265" v="14707"/>
          <ac:spMkLst>
            <pc:docMk/>
            <pc:sldMk cId="735861782" sldId="1073"/>
            <ac:spMk id="4" creationId="{C789766C-FD23-9C36-D53C-58B9D088E785}"/>
          </ac:spMkLst>
        </pc:spChg>
        <pc:spChg chg="mod">
          <ac:chgData name="김명호" userId="e0d603aa-548e-418b-a070-918475337925" providerId="ADAL" clId="{EB451184-BA9A-4A5C-9B3F-495ADF05D454}" dt="2023-09-20T05:30:56.965" v="8056"/>
          <ac:spMkLst>
            <pc:docMk/>
            <pc:sldMk cId="735861782" sldId="1073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5:28:10.840" v="7819" actId="693"/>
          <ac:spMkLst>
            <pc:docMk/>
            <pc:sldMk cId="735861782" sldId="1073"/>
            <ac:spMk id="10" creationId="{14F878EE-D031-B862-A82B-49EBF6A805B4}"/>
          </ac:spMkLst>
        </pc:spChg>
        <pc:graphicFrameChg chg="mod modGraphic">
          <ac:chgData name="김명호" userId="e0d603aa-548e-418b-a070-918475337925" providerId="ADAL" clId="{EB451184-BA9A-4A5C-9B3F-495ADF05D454}" dt="2023-09-22T07:36:57.046" v="23084"/>
          <ac:graphicFrameMkLst>
            <pc:docMk/>
            <pc:sldMk cId="735861782" sldId="1073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05:26:04.670" v="7818" actId="1076"/>
          <ac:cxnSpMkLst>
            <pc:docMk/>
            <pc:sldMk cId="735861782" sldId="1073"/>
            <ac:cxnSpMk id="13" creationId="{331DDFAF-E372-E3B3-6B05-B0D7F3785A4E}"/>
          </ac:cxnSpMkLst>
        </pc:cxnChg>
      </pc:sldChg>
      <pc:sldChg chg="addSp modSp add mod">
        <pc:chgData name="김명호" userId="e0d603aa-548e-418b-a070-918475337925" providerId="ADAL" clId="{EB451184-BA9A-4A5C-9B3F-495ADF05D454}" dt="2023-09-22T07:36:59.593" v="23085"/>
        <pc:sldMkLst>
          <pc:docMk/>
          <pc:sldMk cId="3290195256" sldId="1074"/>
        </pc:sldMkLst>
        <pc:spChg chg="mod">
          <ac:chgData name="김명호" userId="e0d603aa-548e-418b-a070-918475337925" providerId="ADAL" clId="{EB451184-BA9A-4A5C-9B3F-495ADF05D454}" dt="2023-09-20T05:31:50.242" v="8064"/>
          <ac:spMkLst>
            <pc:docMk/>
            <pc:sldMk cId="3290195256" sldId="1074"/>
            <ac:spMk id="5" creationId="{1C414B87-EFDB-BDB8-2CC3-94BA97FB0DE9}"/>
          </ac:spMkLst>
        </pc:spChg>
        <pc:spChg chg="mod">
          <ac:chgData name="김명호" userId="e0d603aa-548e-418b-a070-918475337925" providerId="ADAL" clId="{EB451184-BA9A-4A5C-9B3F-495ADF05D454}" dt="2023-09-20T05:34:04.859" v="8242"/>
          <ac:spMkLst>
            <pc:docMk/>
            <pc:sldMk cId="3290195256" sldId="1074"/>
            <ac:spMk id="6" creationId="{2058D9D1-2404-4C4F-72A3-63820FC52EA4}"/>
          </ac:spMkLst>
        </pc:spChg>
        <pc:spChg chg="mod">
          <ac:chgData name="김명호" userId="e0d603aa-548e-418b-a070-918475337925" providerId="ADAL" clId="{EB451184-BA9A-4A5C-9B3F-495ADF05D454}" dt="2023-09-20T05:32:35.611" v="8239"/>
          <ac:spMkLst>
            <pc:docMk/>
            <pc:sldMk cId="3290195256" sldId="1074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5:31:42.835" v="8062" actId="14100"/>
          <ac:spMkLst>
            <pc:docMk/>
            <pc:sldMk cId="3290195256" sldId="1074"/>
            <ac:spMk id="10" creationId="{14F878EE-D031-B862-A82B-49EBF6A805B4}"/>
          </ac:spMkLst>
        </pc:spChg>
        <pc:grpChg chg="add mod">
          <ac:chgData name="김명호" userId="e0d603aa-548e-418b-a070-918475337925" providerId="ADAL" clId="{EB451184-BA9A-4A5C-9B3F-495ADF05D454}" dt="2023-09-20T05:31:52.789" v="8065" actId="1076"/>
          <ac:grpSpMkLst>
            <pc:docMk/>
            <pc:sldMk cId="3290195256" sldId="1074"/>
            <ac:grpSpMk id="4" creationId="{09232AAC-0E11-E194-482A-3CC8A0D8397A}"/>
          </ac:grpSpMkLst>
        </pc:grpChg>
        <pc:graphicFrameChg chg="mod modGraphic">
          <ac:chgData name="김명호" userId="e0d603aa-548e-418b-a070-918475337925" providerId="ADAL" clId="{EB451184-BA9A-4A5C-9B3F-495ADF05D454}" dt="2023-09-22T07:36:59.593" v="23085"/>
          <ac:graphicFrameMkLst>
            <pc:docMk/>
            <pc:sldMk cId="3290195256" sldId="1074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05:31:45.084" v="8063" actId="1076"/>
          <ac:cxnSpMkLst>
            <pc:docMk/>
            <pc:sldMk cId="3290195256" sldId="1074"/>
            <ac:cxnSpMk id="13" creationId="{331DDFAF-E372-E3B3-6B05-B0D7F3785A4E}"/>
          </ac:cxnSpMkLst>
        </pc:cxnChg>
      </pc:sldChg>
      <pc:sldChg chg="modSp add mod">
        <pc:chgData name="김명호" userId="e0d603aa-548e-418b-a070-918475337925" providerId="ADAL" clId="{EB451184-BA9A-4A5C-9B3F-495ADF05D454}" dt="2023-09-22T07:37:39.143" v="23129"/>
        <pc:sldMkLst>
          <pc:docMk/>
          <pc:sldMk cId="3513050030" sldId="1075"/>
        </pc:sldMkLst>
        <pc:spChg chg="mod">
          <ac:chgData name="김명호" userId="e0d603aa-548e-418b-a070-918475337925" providerId="ADAL" clId="{EB451184-BA9A-4A5C-9B3F-495ADF05D454}" dt="2023-09-20T05:41:06.707" v="8615"/>
          <ac:spMkLst>
            <pc:docMk/>
            <pc:sldMk cId="3513050030" sldId="1075"/>
            <ac:spMk id="6" creationId="{2058D9D1-2404-4C4F-72A3-63820FC52EA4}"/>
          </ac:spMkLst>
        </pc:spChg>
        <pc:spChg chg="mod">
          <ac:chgData name="김명호" userId="e0d603aa-548e-418b-a070-918475337925" providerId="ADAL" clId="{EB451184-BA9A-4A5C-9B3F-495ADF05D454}" dt="2023-09-20T05:40:44.447" v="8597"/>
          <ac:spMkLst>
            <pc:docMk/>
            <pc:sldMk cId="3513050030" sldId="1075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5:35:47.394" v="8253" actId="1035"/>
          <ac:spMkLst>
            <pc:docMk/>
            <pc:sldMk cId="3513050030" sldId="1075"/>
            <ac:spMk id="10" creationId="{14F878EE-D031-B862-A82B-49EBF6A805B4}"/>
          </ac:spMkLst>
        </pc:spChg>
        <pc:grpChg chg="mod">
          <ac:chgData name="김명호" userId="e0d603aa-548e-418b-a070-918475337925" providerId="ADAL" clId="{EB451184-BA9A-4A5C-9B3F-495ADF05D454}" dt="2023-09-20T05:40:47.256" v="8598" actId="1076"/>
          <ac:grpSpMkLst>
            <pc:docMk/>
            <pc:sldMk cId="3513050030" sldId="1075"/>
            <ac:grpSpMk id="4" creationId="{09232AAC-0E11-E194-482A-3CC8A0D8397A}"/>
          </ac:grpSpMkLst>
        </pc:grpChg>
        <pc:graphicFrameChg chg="mod modGraphic">
          <ac:chgData name="김명호" userId="e0d603aa-548e-418b-a070-918475337925" providerId="ADAL" clId="{EB451184-BA9A-4A5C-9B3F-495ADF05D454}" dt="2023-09-22T07:37:39.143" v="23129"/>
          <ac:graphicFrameMkLst>
            <pc:docMk/>
            <pc:sldMk cId="3513050030" sldId="1075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05:36:08.146" v="8258" actId="1038"/>
          <ac:cxnSpMkLst>
            <pc:docMk/>
            <pc:sldMk cId="3513050030" sldId="1075"/>
            <ac:cxnSpMk id="13" creationId="{331DDFAF-E372-E3B3-6B05-B0D7F3785A4E}"/>
          </ac:cxnSpMkLst>
        </pc:cxnChg>
      </pc:sldChg>
      <pc:sldChg chg="delSp modSp add mod">
        <pc:chgData name="김명호" userId="e0d603aa-548e-418b-a070-918475337925" providerId="ADAL" clId="{EB451184-BA9A-4A5C-9B3F-495ADF05D454}" dt="2023-09-22T07:37:02.613" v="23086"/>
        <pc:sldMkLst>
          <pc:docMk/>
          <pc:sldMk cId="760539002" sldId="1076"/>
        </pc:sldMkLst>
        <pc:spChg chg="mod">
          <ac:chgData name="김명호" userId="e0d603aa-548e-418b-a070-918475337925" providerId="ADAL" clId="{EB451184-BA9A-4A5C-9B3F-495ADF05D454}" dt="2023-09-20T10:24:49.857" v="13627"/>
          <ac:spMkLst>
            <pc:docMk/>
            <pc:sldMk cId="760539002" sldId="1076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5:42:37.127" v="8618" actId="14100"/>
          <ac:spMkLst>
            <pc:docMk/>
            <pc:sldMk cId="760539002" sldId="1076"/>
            <ac:spMk id="10" creationId="{14F878EE-D031-B862-A82B-49EBF6A805B4}"/>
          </ac:spMkLst>
        </pc:spChg>
        <pc:grpChg chg="del">
          <ac:chgData name="김명호" userId="e0d603aa-548e-418b-a070-918475337925" providerId="ADAL" clId="{EB451184-BA9A-4A5C-9B3F-495ADF05D454}" dt="2023-09-20T05:43:00.695" v="8621" actId="478"/>
          <ac:grpSpMkLst>
            <pc:docMk/>
            <pc:sldMk cId="760539002" sldId="1076"/>
            <ac:grpSpMk id="4" creationId="{09232AAC-0E11-E194-482A-3CC8A0D8397A}"/>
          </ac:grpSpMkLst>
        </pc:grpChg>
        <pc:graphicFrameChg chg="mod">
          <ac:chgData name="김명호" userId="e0d603aa-548e-418b-a070-918475337925" providerId="ADAL" clId="{EB451184-BA9A-4A5C-9B3F-495ADF05D454}" dt="2023-09-22T07:37:02.613" v="23086"/>
          <ac:graphicFrameMkLst>
            <pc:docMk/>
            <pc:sldMk cId="760539002" sldId="1076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05:42:39.798" v="8619" actId="1076"/>
          <ac:cxnSpMkLst>
            <pc:docMk/>
            <pc:sldMk cId="760539002" sldId="1076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7:42.757" v="23130"/>
        <pc:sldMkLst>
          <pc:docMk/>
          <pc:sldMk cId="550163239" sldId="1077"/>
        </pc:sldMkLst>
        <pc:spChg chg="mod">
          <ac:chgData name="김명호" userId="e0d603aa-548e-418b-a070-918475337925" providerId="ADAL" clId="{EB451184-BA9A-4A5C-9B3F-495ADF05D454}" dt="2023-09-20T10:12:51.049" v="13137" actId="20577"/>
          <ac:spMkLst>
            <pc:docMk/>
            <pc:sldMk cId="550163239" sldId="1077"/>
            <ac:spMk id="7" creationId="{0C81DD60-D84B-4D3C-8F3E-7D0E22E11300}"/>
          </ac:spMkLst>
        </pc:spChg>
        <pc:spChg chg="mod ord">
          <ac:chgData name="김명호" userId="e0d603aa-548e-418b-a070-918475337925" providerId="ADAL" clId="{EB451184-BA9A-4A5C-9B3F-495ADF05D454}" dt="2023-09-20T05:51:01.051" v="9053" actId="14100"/>
          <ac:spMkLst>
            <pc:docMk/>
            <pc:sldMk cId="550163239" sldId="1077"/>
            <ac:spMk id="10" creationId="{14F878EE-D031-B862-A82B-49EBF6A805B4}"/>
          </ac:spMkLst>
        </pc:spChg>
        <pc:grpChg chg="del mod">
          <ac:chgData name="김명호" userId="e0d603aa-548e-418b-a070-918475337925" providerId="ADAL" clId="{EB451184-BA9A-4A5C-9B3F-495ADF05D454}" dt="2023-09-20T05:45:20.366" v="8790" actId="478"/>
          <ac:grpSpMkLst>
            <pc:docMk/>
            <pc:sldMk cId="550163239" sldId="1077"/>
            <ac:grpSpMk id="4" creationId="{09232AAC-0E11-E194-482A-3CC8A0D8397A}"/>
          </ac:grpSpMkLst>
        </pc:grpChg>
        <pc:graphicFrameChg chg="mod modGraphic">
          <ac:chgData name="김명호" userId="e0d603aa-548e-418b-a070-918475337925" providerId="ADAL" clId="{EB451184-BA9A-4A5C-9B3F-495ADF05D454}" dt="2023-09-22T07:37:42.757" v="23130"/>
          <ac:graphicFrameMkLst>
            <pc:docMk/>
            <pc:sldMk cId="550163239" sldId="1077"/>
            <ac:graphicFrameMk id="3" creationId="{EB5E6BEF-7528-22F3-81D3-C88DBE43847E}"/>
          </ac:graphicFrameMkLst>
        </pc:graphicFrameChg>
        <pc:picChg chg="add mod modCrop">
          <ac:chgData name="김명호" userId="e0d603aa-548e-418b-a070-918475337925" providerId="ADAL" clId="{EB451184-BA9A-4A5C-9B3F-495ADF05D454}" dt="2023-09-20T05:50:44.331" v="9050" actId="1076"/>
          <ac:picMkLst>
            <pc:docMk/>
            <pc:sldMk cId="550163239" sldId="1077"/>
            <ac:picMk id="9" creationId="{3FCDFA35-A976-45D7-38CA-A5F8139FDE59}"/>
          </ac:picMkLst>
        </pc:picChg>
        <pc:picChg chg="mod modCrop">
          <ac:chgData name="김명호" userId="e0d603aa-548e-418b-a070-918475337925" providerId="ADAL" clId="{EB451184-BA9A-4A5C-9B3F-495ADF05D454}" dt="2023-09-20T05:50:40.715" v="9049" actId="1076"/>
          <ac:picMkLst>
            <pc:docMk/>
            <pc:sldMk cId="550163239" sldId="1077"/>
            <ac:picMk id="11" creationId="{A31E6352-DFD1-1CD6-DD63-E132456BD017}"/>
          </ac:picMkLst>
        </pc:picChg>
        <pc:cxnChg chg="add mod">
          <ac:chgData name="김명호" userId="e0d603aa-548e-418b-a070-918475337925" providerId="ADAL" clId="{EB451184-BA9A-4A5C-9B3F-495ADF05D454}" dt="2023-09-20T05:51:23.363" v="9057" actId="14100"/>
          <ac:cxnSpMkLst>
            <pc:docMk/>
            <pc:sldMk cId="550163239" sldId="1077"/>
            <ac:cxnSpMk id="12" creationId="{85374C27-4D7D-DA5D-03B4-1101339BA62A}"/>
          </ac:cxnSpMkLst>
        </pc:cxnChg>
        <pc:cxnChg chg="mod ord">
          <ac:chgData name="김명호" userId="e0d603aa-548e-418b-a070-918475337925" providerId="ADAL" clId="{EB451184-BA9A-4A5C-9B3F-495ADF05D454}" dt="2023-09-20T05:51:04.411" v="9054" actId="1076"/>
          <ac:cxnSpMkLst>
            <pc:docMk/>
            <pc:sldMk cId="550163239" sldId="1077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7:36.054" v="23128"/>
        <pc:sldMkLst>
          <pc:docMk/>
          <pc:sldMk cId="1344861977" sldId="1078"/>
        </pc:sldMkLst>
        <pc:spChg chg="mod">
          <ac:chgData name="김명호" userId="e0d603aa-548e-418b-a070-918475337925" providerId="ADAL" clId="{EB451184-BA9A-4A5C-9B3F-495ADF05D454}" dt="2023-09-20T05:48:10.291" v="9034"/>
          <ac:spMkLst>
            <pc:docMk/>
            <pc:sldMk cId="1344861977" sldId="1078"/>
            <ac:spMk id="5" creationId="{7CF0AC9D-32BA-4B0C-C842-FBDABEDD72AA}"/>
          </ac:spMkLst>
        </pc:spChg>
        <pc:spChg chg="mod">
          <ac:chgData name="김명호" userId="e0d603aa-548e-418b-a070-918475337925" providerId="ADAL" clId="{EB451184-BA9A-4A5C-9B3F-495ADF05D454}" dt="2023-09-20T05:48:15.344" v="9039"/>
          <ac:spMkLst>
            <pc:docMk/>
            <pc:sldMk cId="1344861977" sldId="1078"/>
            <ac:spMk id="6" creationId="{2338F667-1845-299B-0C39-F88C52A7EFB5}"/>
          </ac:spMkLst>
        </pc:spChg>
        <pc:spChg chg="mod">
          <ac:chgData name="김명호" userId="e0d603aa-548e-418b-a070-918475337925" providerId="ADAL" clId="{EB451184-BA9A-4A5C-9B3F-495ADF05D454}" dt="2023-09-20T05:46:45.231" v="9033" actId="20577"/>
          <ac:spMkLst>
            <pc:docMk/>
            <pc:sldMk cId="1344861977" sldId="1078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5:45:48.253" v="8793" actId="14100"/>
          <ac:spMkLst>
            <pc:docMk/>
            <pc:sldMk cId="1344861977" sldId="1078"/>
            <ac:spMk id="10" creationId="{14F878EE-D031-B862-A82B-49EBF6A805B4}"/>
          </ac:spMkLst>
        </pc:spChg>
        <pc:grpChg chg="add mod">
          <ac:chgData name="김명호" userId="e0d603aa-548e-418b-a070-918475337925" providerId="ADAL" clId="{EB451184-BA9A-4A5C-9B3F-495ADF05D454}" dt="2023-09-20T05:48:10.291" v="9034"/>
          <ac:grpSpMkLst>
            <pc:docMk/>
            <pc:sldMk cId="1344861977" sldId="1078"/>
            <ac:grpSpMk id="4" creationId="{4FB278E4-E1DB-6D82-A852-AAF17B87523C}"/>
          </ac:grpSpMkLst>
        </pc:grpChg>
        <pc:graphicFrameChg chg="mod modGraphic">
          <ac:chgData name="김명호" userId="e0d603aa-548e-418b-a070-918475337925" providerId="ADAL" clId="{EB451184-BA9A-4A5C-9B3F-495ADF05D454}" dt="2023-09-22T07:37:36.054" v="23128"/>
          <ac:graphicFrameMkLst>
            <pc:docMk/>
            <pc:sldMk cId="1344861977" sldId="1078"/>
            <ac:graphicFrameMk id="3" creationId="{EB5E6BEF-7528-22F3-81D3-C88DBE43847E}"/>
          </ac:graphicFrameMkLst>
        </pc:graphicFrameChg>
        <pc:graphicFrameChg chg="add del">
          <ac:chgData name="김명호" userId="e0d603aa-548e-418b-a070-918475337925" providerId="ADAL" clId="{EB451184-BA9A-4A5C-9B3F-495ADF05D454}" dt="2023-09-22T07:06:52.624" v="22034"/>
          <ac:graphicFrameMkLst>
            <pc:docMk/>
            <pc:sldMk cId="1344861977" sldId="1078"/>
            <ac:graphicFrameMk id="8" creationId="{68312F9A-FD3B-D8C1-641D-F8698A3E9E4D}"/>
          </ac:graphicFrameMkLst>
        </pc:graphicFrameChg>
        <pc:cxnChg chg="mod">
          <ac:chgData name="김명호" userId="e0d603aa-548e-418b-a070-918475337925" providerId="ADAL" clId="{EB451184-BA9A-4A5C-9B3F-495ADF05D454}" dt="2023-09-20T05:45:50.125" v="8794" actId="1076"/>
          <ac:cxnSpMkLst>
            <pc:docMk/>
            <pc:sldMk cId="1344861977" sldId="1078"/>
            <ac:cxnSpMk id="13" creationId="{331DDFAF-E372-E3B3-6B05-B0D7F3785A4E}"/>
          </ac:cxnSpMkLst>
        </pc:cxnChg>
      </pc:sldChg>
      <pc:sldChg chg="addSp delSp modSp add del mod">
        <pc:chgData name="김명호" userId="e0d603aa-548e-418b-a070-918475337925" providerId="ADAL" clId="{EB451184-BA9A-4A5C-9B3F-495ADF05D454}" dt="2023-09-20T05:58:07.635" v="9317" actId="47"/>
        <pc:sldMkLst>
          <pc:docMk/>
          <pc:sldMk cId="206936341" sldId="1079"/>
        </pc:sldMkLst>
        <pc:graphicFrameChg chg="mod modGraphic">
          <ac:chgData name="김명호" userId="e0d603aa-548e-418b-a070-918475337925" providerId="ADAL" clId="{EB451184-BA9A-4A5C-9B3F-495ADF05D454}" dt="2023-09-20T05:56:53.548" v="9314"/>
          <ac:graphicFrameMkLst>
            <pc:docMk/>
            <pc:sldMk cId="206936341" sldId="1079"/>
            <ac:graphicFrameMk id="3" creationId="{EB5E6BEF-7528-22F3-81D3-C88DBE43847E}"/>
          </ac:graphicFrameMkLst>
        </pc:graphicFrameChg>
        <pc:picChg chg="add del">
          <ac:chgData name="김명호" userId="e0d603aa-548e-418b-a070-918475337925" providerId="ADAL" clId="{EB451184-BA9A-4A5C-9B3F-495ADF05D454}" dt="2023-09-20T05:58:04.997" v="9316" actId="478"/>
          <ac:picMkLst>
            <pc:docMk/>
            <pc:sldMk cId="206936341" sldId="1079"/>
            <ac:picMk id="8" creationId="{67F92F47-8FE3-414C-788A-3F46C50A24B8}"/>
          </ac:picMkLst>
        </pc:picChg>
      </pc:sldChg>
      <pc:sldChg chg="addSp delSp modSp add mod">
        <pc:chgData name="김명호" userId="e0d603aa-548e-418b-a070-918475337925" providerId="ADAL" clId="{EB451184-BA9A-4A5C-9B3F-495ADF05D454}" dt="2023-09-20T10:36:48.557" v="14242"/>
        <pc:sldMkLst>
          <pc:docMk/>
          <pc:sldMk cId="2605139840" sldId="1079"/>
        </pc:sldMkLst>
        <pc:spChg chg="mod">
          <ac:chgData name="김명호" userId="e0d603aa-548e-418b-a070-918475337925" providerId="ADAL" clId="{EB451184-BA9A-4A5C-9B3F-495ADF05D454}" dt="2023-09-20T10:36:48.557" v="14242"/>
          <ac:spMkLst>
            <pc:docMk/>
            <pc:sldMk cId="2605139840" sldId="1079"/>
            <ac:spMk id="4" creationId="{B29C842E-FD35-555C-803F-4C01A8C6EA32}"/>
          </ac:spMkLst>
        </pc:spChg>
        <pc:spChg chg="mod ord">
          <ac:chgData name="김명호" userId="e0d603aa-548e-418b-a070-918475337925" providerId="ADAL" clId="{EB451184-BA9A-4A5C-9B3F-495ADF05D454}" dt="2023-09-20T10:36:28.956" v="14195" actId="1036"/>
          <ac:spMkLst>
            <pc:docMk/>
            <pc:sldMk cId="2605139840" sldId="1079"/>
            <ac:spMk id="11" creationId="{5FE8FE42-2B15-8E91-CBD7-11BAC37EAEF7}"/>
          </ac:spMkLst>
        </pc:spChg>
        <pc:spChg chg="mod ord">
          <ac:chgData name="김명호" userId="e0d603aa-548e-418b-a070-918475337925" providerId="ADAL" clId="{EB451184-BA9A-4A5C-9B3F-495ADF05D454}" dt="2023-09-20T10:36:28.956" v="14195" actId="1036"/>
          <ac:spMkLst>
            <pc:docMk/>
            <pc:sldMk cId="2605139840" sldId="1079"/>
            <ac:spMk id="14" creationId="{B5C26A1A-0191-19A4-8426-BDE238A47C86}"/>
          </ac:spMkLst>
        </pc:spChg>
        <pc:spChg chg="del">
          <ac:chgData name="김명호" userId="e0d603aa-548e-418b-a070-918475337925" providerId="ADAL" clId="{EB451184-BA9A-4A5C-9B3F-495ADF05D454}" dt="2023-09-20T06:01:42.918" v="9514" actId="478"/>
          <ac:spMkLst>
            <pc:docMk/>
            <pc:sldMk cId="2605139840" sldId="1079"/>
            <ac:spMk id="17" creationId="{02398E07-A94F-035C-724D-A4D49E13A9AF}"/>
          </ac:spMkLst>
        </pc:spChg>
        <pc:spChg chg="del">
          <ac:chgData name="김명호" userId="e0d603aa-548e-418b-a070-918475337925" providerId="ADAL" clId="{EB451184-BA9A-4A5C-9B3F-495ADF05D454}" dt="2023-09-20T06:01:42.918" v="9514" actId="478"/>
          <ac:spMkLst>
            <pc:docMk/>
            <pc:sldMk cId="2605139840" sldId="1079"/>
            <ac:spMk id="19" creationId="{AE8B9FAD-25AC-0430-8165-F0967BAC9054}"/>
          </ac:spMkLst>
        </pc:spChg>
        <pc:spChg chg="mod">
          <ac:chgData name="김명호" userId="e0d603aa-548e-418b-a070-918475337925" providerId="ADAL" clId="{EB451184-BA9A-4A5C-9B3F-495ADF05D454}" dt="2023-09-20T05:58:25.843" v="9336"/>
          <ac:spMkLst>
            <pc:docMk/>
            <pc:sldMk cId="2605139840" sldId="1079"/>
            <ac:spMk id="21" creationId="{E4AF15C8-32C3-FFE4-5475-01DF6A3DE540}"/>
          </ac:spMkLst>
        </pc:spChg>
        <pc:spChg chg="add mod">
          <ac:chgData name="김명호" userId="e0d603aa-548e-418b-a070-918475337925" providerId="ADAL" clId="{EB451184-BA9A-4A5C-9B3F-495ADF05D454}" dt="2023-09-20T10:36:28.956" v="14195" actId="1036"/>
          <ac:spMkLst>
            <pc:docMk/>
            <pc:sldMk cId="2605139840" sldId="1079"/>
            <ac:spMk id="23" creationId="{FAF7E0CA-E8AF-10C7-6790-59E494795567}"/>
          </ac:spMkLst>
        </pc:spChg>
        <pc:spChg chg="add mod">
          <ac:chgData name="김명호" userId="e0d603aa-548e-418b-a070-918475337925" providerId="ADAL" clId="{EB451184-BA9A-4A5C-9B3F-495ADF05D454}" dt="2023-09-20T10:36:28.956" v="14195" actId="1036"/>
          <ac:spMkLst>
            <pc:docMk/>
            <pc:sldMk cId="2605139840" sldId="1079"/>
            <ac:spMk id="25" creationId="{1797A2CC-9DF6-6C9D-EE3E-CFA94DCB6921}"/>
          </ac:spMkLst>
        </pc:spChg>
        <pc:graphicFrameChg chg="mod modGraphic">
          <ac:chgData name="김명호" userId="e0d603aa-548e-418b-a070-918475337925" providerId="ADAL" clId="{EB451184-BA9A-4A5C-9B3F-495ADF05D454}" dt="2023-09-20T05:58:21.976" v="9335"/>
          <ac:graphicFrameMkLst>
            <pc:docMk/>
            <pc:sldMk cId="2605139840" sldId="1079"/>
            <ac:graphicFrameMk id="6" creationId="{924148D2-5097-2877-1A30-57054C4A5264}"/>
          </ac:graphicFrameMkLst>
        </pc:graphicFrameChg>
        <pc:picChg chg="del">
          <ac:chgData name="김명호" userId="e0d603aa-548e-418b-a070-918475337925" providerId="ADAL" clId="{EB451184-BA9A-4A5C-9B3F-495ADF05D454}" dt="2023-09-20T05:59:07.016" v="9340" actId="478"/>
          <ac:picMkLst>
            <pc:docMk/>
            <pc:sldMk cId="2605139840" sldId="1079"/>
            <ac:picMk id="2" creationId="{F40DB867-42DC-C2FD-1824-8EA59AC7458E}"/>
          </ac:picMkLst>
        </pc:picChg>
        <pc:picChg chg="add mod">
          <ac:chgData name="김명호" userId="e0d603aa-548e-418b-a070-918475337925" providerId="ADAL" clId="{EB451184-BA9A-4A5C-9B3F-495ADF05D454}" dt="2023-09-20T10:36:28.956" v="14195" actId="1036"/>
          <ac:picMkLst>
            <pc:docMk/>
            <pc:sldMk cId="2605139840" sldId="1079"/>
            <ac:picMk id="7" creationId="{336C055F-FE13-FE11-6D2B-FD0AD9527609}"/>
          </ac:picMkLst>
        </pc:picChg>
        <pc:picChg chg="del">
          <ac:chgData name="김명호" userId="e0d603aa-548e-418b-a070-918475337925" providerId="ADAL" clId="{EB451184-BA9A-4A5C-9B3F-495ADF05D454}" dt="2023-09-20T05:59:19.420" v="9343" actId="478"/>
          <ac:picMkLst>
            <pc:docMk/>
            <pc:sldMk cId="2605139840" sldId="1079"/>
            <ac:picMk id="8" creationId="{27878555-5CC8-77FF-521B-9F9E6473C0F3}"/>
          </ac:picMkLst>
        </pc:picChg>
        <pc:picChg chg="add mod modCrop">
          <ac:chgData name="김명호" userId="e0d603aa-548e-418b-a070-918475337925" providerId="ADAL" clId="{EB451184-BA9A-4A5C-9B3F-495ADF05D454}" dt="2023-09-20T10:36:28.956" v="14195" actId="1036"/>
          <ac:picMkLst>
            <pc:docMk/>
            <pc:sldMk cId="2605139840" sldId="1079"/>
            <ac:picMk id="10" creationId="{E76A9205-31BB-D81D-F795-135F2A5A3726}"/>
          </ac:picMkLst>
        </pc:picChg>
        <pc:picChg chg="del">
          <ac:chgData name="김명호" userId="e0d603aa-548e-418b-a070-918475337925" providerId="ADAL" clId="{EB451184-BA9A-4A5C-9B3F-495ADF05D454}" dt="2023-09-20T06:01:42.918" v="9514" actId="478"/>
          <ac:picMkLst>
            <pc:docMk/>
            <pc:sldMk cId="2605139840" sldId="1079"/>
            <ac:picMk id="15" creationId="{8C788C0F-5881-9643-5927-80D09DAACA88}"/>
          </ac:picMkLst>
        </pc:picChg>
        <pc:picChg chg="del">
          <ac:chgData name="김명호" userId="e0d603aa-548e-418b-a070-918475337925" providerId="ADAL" clId="{EB451184-BA9A-4A5C-9B3F-495ADF05D454}" dt="2023-09-20T06:01:42.918" v="9514" actId="478"/>
          <ac:picMkLst>
            <pc:docMk/>
            <pc:sldMk cId="2605139840" sldId="1079"/>
            <ac:picMk id="16" creationId="{29390BD4-207F-BC92-74CD-5ABFC3BE4D94}"/>
          </ac:picMkLst>
        </pc:picChg>
        <pc:picChg chg="add mod">
          <ac:chgData name="김명호" userId="e0d603aa-548e-418b-a070-918475337925" providerId="ADAL" clId="{EB451184-BA9A-4A5C-9B3F-495ADF05D454}" dt="2023-09-20T10:36:28.956" v="14195" actId="1036"/>
          <ac:picMkLst>
            <pc:docMk/>
            <pc:sldMk cId="2605139840" sldId="1079"/>
            <ac:picMk id="20" creationId="{4A200301-D113-E192-2B49-D2F446571273}"/>
          </ac:picMkLst>
        </pc:picChg>
        <pc:picChg chg="add mod">
          <ac:chgData name="김명호" userId="e0d603aa-548e-418b-a070-918475337925" providerId="ADAL" clId="{EB451184-BA9A-4A5C-9B3F-495ADF05D454}" dt="2023-09-20T10:36:28.956" v="14195" actId="1036"/>
          <ac:picMkLst>
            <pc:docMk/>
            <pc:sldMk cId="2605139840" sldId="1079"/>
            <ac:picMk id="22" creationId="{169488E5-EE0B-DF36-6414-0335CD4F9A75}"/>
          </ac:picMkLst>
        </pc:picChg>
        <pc:cxnChg chg="mod ord">
          <ac:chgData name="김명호" userId="e0d603aa-548e-418b-a070-918475337925" providerId="ADAL" clId="{EB451184-BA9A-4A5C-9B3F-495ADF05D454}" dt="2023-09-20T10:36:28.956" v="14195" actId="1036"/>
          <ac:cxnSpMkLst>
            <pc:docMk/>
            <pc:sldMk cId="2605139840" sldId="1079"/>
            <ac:cxnSpMk id="13" creationId="{6387ACAF-04E1-5894-06FE-B0F44514EAE8}"/>
          </ac:cxnSpMkLst>
        </pc:cxnChg>
        <pc:cxnChg chg="del mod">
          <ac:chgData name="김명호" userId="e0d603aa-548e-418b-a070-918475337925" providerId="ADAL" clId="{EB451184-BA9A-4A5C-9B3F-495ADF05D454}" dt="2023-09-20T06:01:42.918" v="9514" actId="478"/>
          <ac:cxnSpMkLst>
            <pc:docMk/>
            <pc:sldMk cId="2605139840" sldId="1079"/>
            <ac:cxnSpMk id="18" creationId="{4B39F146-C999-187D-9BD1-8742F9F90833}"/>
          </ac:cxnSpMkLst>
        </pc:cxnChg>
        <pc:cxnChg chg="add mod">
          <ac:chgData name="김명호" userId="e0d603aa-548e-418b-a070-918475337925" providerId="ADAL" clId="{EB451184-BA9A-4A5C-9B3F-495ADF05D454}" dt="2023-09-20T10:36:28.956" v="14195" actId="1036"/>
          <ac:cxnSpMkLst>
            <pc:docMk/>
            <pc:sldMk cId="2605139840" sldId="1079"/>
            <ac:cxnSpMk id="24" creationId="{15C6FB11-C532-AAFE-0A1D-DD1B6682DD21}"/>
          </ac:cxnSpMkLst>
        </pc:cxnChg>
      </pc:sldChg>
      <pc:sldChg chg="modSp add mod">
        <pc:chgData name="김명호" userId="e0d603aa-548e-418b-a070-918475337925" providerId="ADAL" clId="{EB451184-BA9A-4A5C-9B3F-495ADF05D454}" dt="2023-09-22T07:36:49.627" v="23082"/>
        <pc:sldMkLst>
          <pc:docMk/>
          <pc:sldMk cId="2494264132" sldId="1080"/>
        </pc:sldMkLst>
        <pc:graphicFrameChg chg="mod modGraphic">
          <ac:chgData name="김명호" userId="e0d603aa-548e-418b-a070-918475337925" providerId="ADAL" clId="{EB451184-BA9A-4A5C-9B3F-495ADF05D454}" dt="2023-09-22T07:36:49.627" v="23082"/>
          <ac:graphicFrameMkLst>
            <pc:docMk/>
            <pc:sldMk cId="2494264132" sldId="1080"/>
            <ac:graphicFrameMk id="3" creationId="{EB5E6BEF-7528-22F3-81D3-C88DBE43847E}"/>
          </ac:graphicFrameMkLst>
        </pc:graphicFrameChg>
      </pc:sldChg>
      <pc:sldChg chg="addSp delSp modSp add mod">
        <pc:chgData name="김명호" userId="e0d603aa-548e-418b-a070-918475337925" providerId="ADAL" clId="{EB451184-BA9A-4A5C-9B3F-495ADF05D454}" dt="2023-09-22T07:37:51.941" v="23133"/>
        <pc:sldMkLst>
          <pc:docMk/>
          <pc:sldMk cId="173854185" sldId="1081"/>
        </pc:sldMkLst>
        <pc:spChg chg="mod">
          <ac:chgData name="김명호" userId="e0d603aa-548e-418b-a070-918475337925" providerId="ADAL" clId="{EB451184-BA9A-4A5C-9B3F-495ADF05D454}" dt="2023-09-21T23:10:37.556" v="17378"/>
          <ac:spMkLst>
            <pc:docMk/>
            <pc:sldMk cId="173854185" sldId="1081"/>
            <ac:spMk id="5" creationId="{06A7EFEF-4193-D609-2233-AA59A8AD3685}"/>
          </ac:spMkLst>
        </pc:spChg>
        <pc:spChg chg="mod">
          <ac:chgData name="김명호" userId="e0d603aa-548e-418b-a070-918475337925" providerId="ADAL" clId="{EB451184-BA9A-4A5C-9B3F-495ADF05D454}" dt="2023-09-21T23:11:58.095" v="17621"/>
          <ac:spMkLst>
            <pc:docMk/>
            <pc:sldMk cId="173854185" sldId="1081"/>
            <ac:spMk id="6" creationId="{C3B65255-E6E8-32A5-8E69-1441D0728725}"/>
          </ac:spMkLst>
        </pc:spChg>
        <pc:spChg chg="mod">
          <ac:chgData name="김명호" userId="e0d603aa-548e-418b-a070-918475337925" providerId="ADAL" clId="{EB451184-BA9A-4A5C-9B3F-495ADF05D454}" dt="2023-09-22T07:09:43.771" v="22110" actId="6549"/>
          <ac:spMkLst>
            <pc:docMk/>
            <pc:sldMk cId="173854185" sldId="1081"/>
            <ac:spMk id="7" creationId="{0C81DD60-D84B-4D3C-8F3E-7D0E22E11300}"/>
          </ac:spMkLst>
        </pc:spChg>
        <pc:spChg chg="mod ord">
          <ac:chgData name="김명호" userId="e0d603aa-548e-418b-a070-918475337925" providerId="ADAL" clId="{EB451184-BA9A-4A5C-9B3F-495ADF05D454}" dt="2023-09-20T06:42:33.308" v="10127" actId="14100"/>
          <ac:spMkLst>
            <pc:docMk/>
            <pc:sldMk cId="173854185" sldId="1081"/>
            <ac:spMk id="10" creationId="{14F878EE-D031-B862-A82B-49EBF6A805B4}"/>
          </ac:spMkLst>
        </pc:spChg>
        <pc:grpChg chg="add mod">
          <ac:chgData name="김명호" userId="e0d603aa-548e-418b-a070-918475337925" providerId="ADAL" clId="{EB451184-BA9A-4A5C-9B3F-495ADF05D454}" dt="2023-09-22T07:09:49.702" v="22111" actId="1076"/>
          <ac:grpSpMkLst>
            <pc:docMk/>
            <pc:sldMk cId="173854185" sldId="1081"/>
            <ac:grpSpMk id="4" creationId="{06B4C6D5-3B33-92CC-A15B-DC60BBA40CBA}"/>
          </ac:grpSpMkLst>
        </pc:grpChg>
        <pc:grpChg chg="del">
          <ac:chgData name="김명호" userId="e0d603aa-548e-418b-a070-918475337925" providerId="ADAL" clId="{EB451184-BA9A-4A5C-9B3F-495ADF05D454}" dt="2023-09-20T06:43:43.436" v="10497" actId="478"/>
          <ac:grpSpMkLst>
            <pc:docMk/>
            <pc:sldMk cId="173854185" sldId="1081"/>
            <ac:grpSpMk id="4" creationId="{09232AAC-0E11-E194-482A-3CC8A0D8397A}"/>
          </ac:grpSpMkLst>
        </pc:grpChg>
        <pc:graphicFrameChg chg="mod modGraphic">
          <ac:chgData name="김명호" userId="e0d603aa-548e-418b-a070-918475337925" providerId="ADAL" clId="{EB451184-BA9A-4A5C-9B3F-495ADF05D454}" dt="2023-09-22T07:37:51.941" v="23133"/>
          <ac:graphicFrameMkLst>
            <pc:docMk/>
            <pc:sldMk cId="173854185" sldId="1081"/>
            <ac:graphicFrameMk id="3" creationId="{EB5E6BEF-7528-22F3-81D3-C88DBE43847E}"/>
          </ac:graphicFrameMkLst>
        </pc:graphicFrameChg>
        <pc:picChg chg="add mod modCrop">
          <ac:chgData name="김명호" userId="e0d603aa-548e-418b-a070-918475337925" providerId="ADAL" clId="{EB451184-BA9A-4A5C-9B3F-495ADF05D454}" dt="2023-09-20T06:42:18.564" v="10124" actId="1076"/>
          <ac:picMkLst>
            <pc:docMk/>
            <pc:sldMk cId="173854185" sldId="1081"/>
            <ac:picMk id="9" creationId="{6B150780-1671-308C-34DD-4B6AE0B30C42}"/>
          </ac:picMkLst>
        </pc:picChg>
        <pc:picChg chg="del">
          <ac:chgData name="김명호" userId="e0d603aa-548e-418b-a070-918475337925" providerId="ADAL" clId="{EB451184-BA9A-4A5C-9B3F-495ADF05D454}" dt="2023-09-20T06:40:35.660" v="10118" actId="478"/>
          <ac:picMkLst>
            <pc:docMk/>
            <pc:sldMk cId="173854185" sldId="1081"/>
            <ac:picMk id="11" creationId="{A31E6352-DFD1-1CD6-DD63-E132456BD017}"/>
          </ac:picMkLst>
        </pc:picChg>
        <pc:cxnChg chg="mod ord">
          <ac:chgData name="김명호" userId="e0d603aa-548e-418b-a070-918475337925" providerId="ADAL" clId="{EB451184-BA9A-4A5C-9B3F-495ADF05D454}" dt="2023-09-20T06:42:35.747" v="10128" actId="1076"/>
          <ac:cxnSpMkLst>
            <pc:docMk/>
            <pc:sldMk cId="173854185" sldId="1081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7:55.309" v="23134"/>
        <pc:sldMkLst>
          <pc:docMk/>
          <pc:sldMk cId="500867156" sldId="1082"/>
        </pc:sldMkLst>
        <pc:spChg chg="add mod">
          <ac:chgData name="김명호" userId="e0d603aa-548e-418b-a070-918475337925" providerId="ADAL" clId="{EB451184-BA9A-4A5C-9B3F-495ADF05D454}" dt="2023-09-20T06:48:40.038" v="10678" actId="13926"/>
          <ac:spMkLst>
            <pc:docMk/>
            <pc:sldMk cId="500867156" sldId="1082"/>
            <ac:spMk id="6" creationId="{7A2A6FED-B8E1-3DFD-0A02-13A9A75231F6}"/>
          </ac:spMkLst>
        </pc:spChg>
        <pc:spChg chg="mod">
          <ac:chgData name="김명호" userId="e0d603aa-548e-418b-a070-918475337925" providerId="ADAL" clId="{EB451184-BA9A-4A5C-9B3F-495ADF05D454}" dt="2023-09-22T07:10:09.782" v="22113" actId="21"/>
          <ac:spMkLst>
            <pc:docMk/>
            <pc:sldMk cId="500867156" sldId="1082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6:46:32.274" v="10548" actId="1076"/>
          <ac:spMkLst>
            <pc:docMk/>
            <pc:sldMk cId="500867156" sldId="1082"/>
            <ac:spMk id="10" creationId="{14F878EE-D031-B862-A82B-49EBF6A805B4}"/>
          </ac:spMkLst>
        </pc:spChg>
        <pc:spChg chg="mod">
          <ac:chgData name="김명호" userId="e0d603aa-548e-418b-a070-918475337925" providerId="ADAL" clId="{EB451184-BA9A-4A5C-9B3F-495ADF05D454}" dt="2023-09-20T06:51:57.470" v="10966"/>
          <ac:spMkLst>
            <pc:docMk/>
            <pc:sldMk cId="500867156" sldId="1082"/>
            <ac:spMk id="11" creationId="{6410EBB7-1431-4322-89E2-597CED2F7253}"/>
          </ac:spMkLst>
        </pc:spChg>
        <pc:spChg chg="mod">
          <ac:chgData name="김명호" userId="e0d603aa-548e-418b-a070-918475337925" providerId="ADAL" clId="{EB451184-BA9A-4A5C-9B3F-495ADF05D454}" dt="2023-09-20T06:51:57.470" v="10966"/>
          <ac:spMkLst>
            <pc:docMk/>
            <pc:sldMk cId="500867156" sldId="1082"/>
            <ac:spMk id="12" creationId="{E46B34F6-F99B-FC34-148F-DE239B263D96}"/>
          </ac:spMkLst>
        </pc:spChg>
        <pc:grpChg chg="add del mod">
          <ac:chgData name="김명호" userId="e0d603aa-548e-418b-a070-918475337925" providerId="ADAL" clId="{EB451184-BA9A-4A5C-9B3F-495ADF05D454}" dt="2023-09-22T07:10:17.293" v="22114" actId="478"/>
          <ac:grpSpMkLst>
            <pc:docMk/>
            <pc:sldMk cId="500867156" sldId="1082"/>
            <ac:grpSpMk id="8" creationId="{B644B416-8268-761A-73D3-DE4B9DF28AA0}"/>
          </ac:grpSpMkLst>
        </pc:grpChg>
        <pc:graphicFrameChg chg="mod">
          <ac:chgData name="김명호" userId="e0d603aa-548e-418b-a070-918475337925" providerId="ADAL" clId="{EB451184-BA9A-4A5C-9B3F-495ADF05D454}" dt="2023-09-22T07:37:55.309" v="23134"/>
          <ac:graphicFrameMkLst>
            <pc:docMk/>
            <pc:sldMk cId="500867156" sldId="1082"/>
            <ac:graphicFrameMk id="3" creationId="{EB5E6BEF-7528-22F3-81D3-C88DBE43847E}"/>
          </ac:graphicFrameMkLst>
        </pc:graphicFrameChg>
        <pc:picChg chg="add mod modCrop">
          <ac:chgData name="김명호" userId="e0d603aa-548e-418b-a070-918475337925" providerId="ADAL" clId="{EB451184-BA9A-4A5C-9B3F-495ADF05D454}" dt="2023-09-20T06:52:24.711" v="10973" actId="108"/>
          <ac:picMkLst>
            <pc:docMk/>
            <pc:sldMk cId="500867156" sldId="1082"/>
            <ac:picMk id="5" creationId="{DC34AD7B-EFE9-1002-D564-B98C1B890B2A}"/>
          </ac:picMkLst>
        </pc:picChg>
        <pc:picChg chg="mod">
          <ac:chgData name="김명호" userId="e0d603aa-548e-418b-a070-918475337925" providerId="ADAL" clId="{EB451184-BA9A-4A5C-9B3F-495ADF05D454}" dt="2023-09-20T06:46:18.107" v="10544" actId="14100"/>
          <ac:picMkLst>
            <pc:docMk/>
            <pc:sldMk cId="500867156" sldId="1082"/>
            <ac:picMk id="9" creationId="{6B150780-1671-308C-34DD-4B6AE0B30C42}"/>
          </ac:picMkLst>
        </pc:picChg>
        <pc:cxnChg chg="mod">
          <ac:chgData name="김명호" userId="e0d603aa-548e-418b-a070-918475337925" providerId="ADAL" clId="{EB451184-BA9A-4A5C-9B3F-495ADF05D454}" dt="2023-09-20T06:46:32.274" v="10548" actId="1076"/>
          <ac:cxnSpMkLst>
            <pc:docMk/>
            <pc:sldMk cId="500867156" sldId="1082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7:58.102" v="23135"/>
        <pc:sldMkLst>
          <pc:docMk/>
          <pc:sldMk cId="998022627" sldId="1083"/>
        </pc:sldMkLst>
        <pc:spChg chg="del">
          <ac:chgData name="김명호" userId="e0d603aa-548e-418b-a070-918475337925" providerId="ADAL" clId="{EB451184-BA9A-4A5C-9B3F-495ADF05D454}" dt="2023-09-20T06:49:00.420" v="10681" actId="478"/>
          <ac:spMkLst>
            <pc:docMk/>
            <pc:sldMk cId="998022627" sldId="1083"/>
            <ac:spMk id="6" creationId="{7A2A6FED-B8E1-3DFD-0A02-13A9A75231F6}"/>
          </ac:spMkLst>
        </pc:spChg>
        <pc:spChg chg="mod">
          <ac:chgData name="김명호" userId="e0d603aa-548e-418b-a070-918475337925" providerId="ADAL" clId="{EB451184-BA9A-4A5C-9B3F-495ADF05D454}" dt="2023-09-20T06:53:00.441" v="11066"/>
          <ac:spMkLst>
            <pc:docMk/>
            <pc:sldMk cId="998022627" sldId="1083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6:51:03.895" v="10892"/>
          <ac:spMkLst>
            <pc:docMk/>
            <pc:sldMk cId="998022627" sldId="1083"/>
            <ac:spMk id="8" creationId="{EF9818ED-8060-4B72-99BA-DE06C85218B8}"/>
          </ac:spMkLst>
        </pc:spChg>
        <pc:spChg chg="mod">
          <ac:chgData name="김명호" userId="e0d603aa-548e-418b-a070-918475337925" providerId="ADAL" clId="{EB451184-BA9A-4A5C-9B3F-495ADF05D454}" dt="2023-09-20T06:52:37.455" v="10976" actId="14100"/>
          <ac:spMkLst>
            <pc:docMk/>
            <pc:sldMk cId="998022627" sldId="1083"/>
            <ac:spMk id="10" creationId="{14F878EE-D031-B862-A82B-49EBF6A805B4}"/>
          </ac:spMkLst>
        </pc:spChg>
        <pc:spChg chg="mod">
          <ac:chgData name="김명호" userId="e0d603aa-548e-418b-a070-918475337925" providerId="ADAL" clId="{EB451184-BA9A-4A5C-9B3F-495ADF05D454}" dt="2023-09-20T06:51:09.733" v="10895"/>
          <ac:spMkLst>
            <pc:docMk/>
            <pc:sldMk cId="998022627" sldId="1083"/>
            <ac:spMk id="11" creationId="{A2FB0064-030F-53A7-E30F-126513DAD67C}"/>
          </ac:spMkLst>
        </pc:spChg>
        <pc:spChg chg="mod">
          <ac:chgData name="김명호" userId="e0d603aa-548e-418b-a070-918475337925" providerId="ADAL" clId="{EB451184-BA9A-4A5C-9B3F-495ADF05D454}" dt="2023-09-20T06:53:05.111" v="11067"/>
          <ac:spMkLst>
            <pc:docMk/>
            <pc:sldMk cId="998022627" sldId="1083"/>
            <ac:spMk id="15" creationId="{2BE3543D-5EBA-54E6-DD08-43C17E60E634}"/>
          </ac:spMkLst>
        </pc:spChg>
        <pc:spChg chg="mod">
          <ac:chgData name="김명호" userId="e0d603aa-548e-418b-a070-918475337925" providerId="ADAL" clId="{EB451184-BA9A-4A5C-9B3F-495ADF05D454}" dt="2023-09-20T06:59:09.103" v="11339" actId="20577"/>
          <ac:spMkLst>
            <pc:docMk/>
            <pc:sldMk cId="998022627" sldId="1083"/>
            <ac:spMk id="16" creationId="{CDB2CCCD-5575-4CC9-6CED-7144D1B4ABC4}"/>
          </ac:spMkLst>
        </pc:spChg>
        <pc:grpChg chg="add del mod">
          <ac:chgData name="김명호" userId="e0d603aa-548e-418b-a070-918475337925" providerId="ADAL" clId="{EB451184-BA9A-4A5C-9B3F-495ADF05D454}" dt="2023-09-20T06:51:56.019" v="10965" actId="21"/>
          <ac:grpSpMkLst>
            <pc:docMk/>
            <pc:sldMk cId="998022627" sldId="1083"/>
            <ac:grpSpMk id="4" creationId="{74C8F93D-B508-923D-79FD-9AD7C9E6ADDE}"/>
          </ac:grpSpMkLst>
        </pc:grpChg>
        <pc:grpChg chg="add mod">
          <ac:chgData name="김명호" userId="e0d603aa-548e-418b-a070-918475337925" providerId="ADAL" clId="{EB451184-BA9A-4A5C-9B3F-495ADF05D454}" dt="2023-09-20T06:59:17.884" v="11340" actId="1076"/>
          <ac:grpSpMkLst>
            <pc:docMk/>
            <pc:sldMk cId="998022627" sldId="1083"/>
            <ac:grpSpMk id="14" creationId="{E992850F-457C-EB4E-6944-5C09BD311FAB}"/>
          </ac:grpSpMkLst>
        </pc:grpChg>
        <pc:graphicFrameChg chg="mod modGraphic">
          <ac:chgData name="김명호" userId="e0d603aa-548e-418b-a070-918475337925" providerId="ADAL" clId="{EB451184-BA9A-4A5C-9B3F-495ADF05D454}" dt="2023-09-22T07:37:58.102" v="23135"/>
          <ac:graphicFrameMkLst>
            <pc:docMk/>
            <pc:sldMk cId="998022627" sldId="1083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0T06:48:58.517" v="10680" actId="478"/>
          <ac:picMkLst>
            <pc:docMk/>
            <pc:sldMk cId="998022627" sldId="1083"/>
            <ac:picMk id="5" creationId="{DC34AD7B-EFE9-1002-D564-B98C1B890B2A}"/>
          </ac:picMkLst>
        </pc:picChg>
        <pc:picChg chg="del mod">
          <ac:chgData name="김명호" userId="e0d603aa-548e-418b-a070-918475337925" providerId="ADAL" clId="{EB451184-BA9A-4A5C-9B3F-495ADF05D454}" dt="2023-09-20T06:52:06.672" v="10968" actId="478"/>
          <ac:picMkLst>
            <pc:docMk/>
            <pc:sldMk cId="998022627" sldId="1083"/>
            <ac:picMk id="9" creationId="{6B150780-1671-308C-34DD-4B6AE0B30C42}"/>
          </ac:picMkLst>
        </pc:picChg>
        <pc:picChg chg="add mod ord">
          <ac:chgData name="김명호" userId="e0d603aa-548e-418b-a070-918475337925" providerId="ADAL" clId="{EB451184-BA9A-4A5C-9B3F-495ADF05D454}" dt="2023-09-20T06:52:26.674" v="10974" actId="108"/>
          <ac:picMkLst>
            <pc:docMk/>
            <pc:sldMk cId="998022627" sldId="1083"/>
            <ac:picMk id="12" creationId="{DAC40736-A72A-551F-7ACE-BFF76BED970E}"/>
          </ac:picMkLst>
        </pc:picChg>
        <pc:cxnChg chg="mod">
          <ac:chgData name="김명호" userId="e0d603aa-548e-418b-a070-918475337925" providerId="ADAL" clId="{EB451184-BA9A-4A5C-9B3F-495ADF05D454}" dt="2023-09-20T06:52:32.056" v="10975" actId="1076"/>
          <ac:cxnSpMkLst>
            <pc:docMk/>
            <pc:sldMk cId="998022627" sldId="1083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0T10:37:05.378" v="14252"/>
        <pc:sldMkLst>
          <pc:docMk/>
          <pc:sldMk cId="2710496063" sldId="1084"/>
        </pc:sldMkLst>
        <pc:spChg chg="mod">
          <ac:chgData name="김명호" userId="e0d603aa-548e-418b-a070-918475337925" providerId="ADAL" clId="{EB451184-BA9A-4A5C-9B3F-495ADF05D454}" dt="2023-09-20T10:37:05.378" v="14252"/>
          <ac:spMkLst>
            <pc:docMk/>
            <pc:sldMk cId="2710496063" sldId="1084"/>
            <ac:spMk id="4" creationId="{B29C842E-FD35-555C-803F-4C01A8C6EA32}"/>
          </ac:spMkLst>
        </pc:spChg>
        <pc:spChg chg="mod ord">
          <ac:chgData name="김명호" userId="e0d603aa-548e-418b-a070-918475337925" providerId="ADAL" clId="{EB451184-BA9A-4A5C-9B3F-495ADF05D454}" dt="2023-09-20T10:37:03.158" v="14250" actId="1036"/>
          <ac:spMkLst>
            <pc:docMk/>
            <pc:sldMk cId="2710496063" sldId="1084"/>
            <ac:spMk id="11" creationId="{5FE8FE42-2B15-8E91-CBD7-11BAC37EAEF7}"/>
          </ac:spMkLst>
        </pc:spChg>
        <pc:spChg chg="mod ord">
          <ac:chgData name="김명호" userId="e0d603aa-548e-418b-a070-918475337925" providerId="ADAL" clId="{EB451184-BA9A-4A5C-9B3F-495ADF05D454}" dt="2023-09-20T10:37:03.158" v="14250" actId="1036"/>
          <ac:spMkLst>
            <pc:docMk/>
            <pc:sldMk cId="2710496063" sldId="1084"/>
            <ac:spMk id="14" creationId="{B5C26A1A-0191-19A4-8426-BDE238A47C86}"/>
          </ac:spMkLst>
        </pc:spChg>
        <pc:spChg chg="del">
          <ac:chgData name="김명호" userId="e0d603aa-548e-418b-a070-918475337925" providerId="ADAL" clId="{EB451184-BA9A-4A5C-9B3F-495ADF05D454}" dt="2023-09-20T07:10:05.422" v="11665" actId="478"/>
          <ac:spMkLst>
            <pc:docMk/>
            <pc:sldMk cId="2710496063" sldId="1084"/>
            <ac:spMk id="23" creationId="{FAF7E0CA-E8AF-10C7-6790-59E494795567}"/>
          </ac:spMkLst>
        </pc:spChg>
        <pc:spChg chg="del">
          <ac:chgData name="김명호" userId="e0d603aa-548e-418b-a070-918475337925" providerId="ADAL" clId="{EB451184-BA9A-4A5C-9B3F-495ADF05D454}" dt="2023-09-20T07:10:05.422" v="11665" actId="478"/>
          <ac:spMkLst>
            <pc:docMk/>
            <pc:sldMk cId="2710496063" sldId="1084"/>
            <ac:spMk id="25" creationId="{1797A2CC-9DF6-6C9D-EE3E-CFA94DCB6921}"/>
          </ac:spMkLst>
        </pc:spChg>
        <pc:spChg chg="add mod">
          <ac:chgData name="김명호" userId="e0d603aa-548e-418b-a070-918475337925" providerId="ADAL" clId="{EB451184-BA9A-4A5C-9B3F-495ADF05D454}" dt="2023-09-20T10:37:03.158" v="14250" actId="1036"/>
          <ac:spMkLst>
            <pc:docMk/>
            <pc:sldMk cId="2710496063" sldId="1084"/>
            <ac:spMk id="27" creationId="{1AACE687-1E53-6F46-E7C0-4B47E1CA844B}"/>
          </ac:spMkLst>
        </pc:spChg>
        <pc:spChg chg="add mod">
          <ac:chgData name="김명호" userId="e0d603aa-548e-418b-a070-918475337925" providerId="ADAL" clId="{EB451184-BA9A-4A5C-9B3F-495ADF05D454}" dt="2023-09-20T10:37:03.158" v="14250" actId="1036"/>
          <ac:spMkLst>
            <pc:docMk/>
            <pc:sldMk cId="2710496063" sldId="1084"/>
            <ac:spMk id="29" creationId="{C1D821F3-A0DA-0443-D387-07792A7D11B8}"/>
          </ac:spMkLst>
        </pc:spChg>
        <pc:graphicFrameChg chg="mod modGraphic">
          <ac:chgData name="김명호" userId="e0d603aa-548e-418b-a070-918475337925" providerId="ADAL" clId="{EB451184-BA9A-4A5C-9B3F-495ADF05D454}" dt="2023-09-20T07:02:30.987" v="11426"/>
          <ac:graphicFrameMkLst>
            <pc:docMk/>
            <pc:sldMk cId="2710496063" sldId="1084"/>
            <ac:graphicFrameMk id="6" creationId="{924148D2-5097-2877-1A30-57054C4A5264}"/>
          </ac:graphicFrameMkLst>
        </pc:graphicFrameChg>
        <pc:picChg chg="del">
          <ac:chgData name="김명호" userId="e0d603aa-548e-418b-a070-918475337925" providerId="ADAL" clId="{EB451184-BA9A-4A5C-9B3F-495ADF05D454}" dt="2023-09-20T07:04:46.666" v="11437" actId="478"/>
          <ac:picMkLst>
            <pc:docMk/>
            <pc:sldMk cId="2710496063" sldId="1084"/>
            <ac:picMk id="7" creationId="{336C055F-FE13-FE11-6D2B-FD0AD9527609}"/>
          </ac:picMkLst>
        </pc:picChg>
        <pc:picChg chg="add del mod modCrop">
          <ac:chgData name="김명호" userId="e0d603aa-548e-418b-a070-918475337925" providerId="ADAL" clId="{EB451184-BA9A-4A5C-9B3F-495ADF05D454}" dt="2023-09-20T07:08:14.616" v="11651" actId="478"/>
          <ac:picMkLst>
            <pc:docMk/>
            <pc:sldMk cId="2710496063" sldId="1084"/>
            <ac:picMk id="8" creationId="{09CE5A04-A345-A11A-1A3B-7B84676A3E1B}"/>
          </ac:picMkLst>
        </pc:picChg>
        <pc:picChg chg="del">
          <ac:chgData name="김명호" userId="e0d603aa-548e-418b-a070-918475337925" providerId="ADAL" clId="{EB451184-BA9A-4A5C-9B3F-495ADF05D454}" dt="2023-09-20T07:04:54.281" v="11439" actId="478"/>
          <ac:picMkLst>
            <pc:docMk/>
            <pc:sldMk cId="2710496063" sldId="1084"/>
            <ac:picMk id="10" creationId="{E76A9205-31BB-D81D-F795-135F2A5A3726}"/>
          </ac:picMkLst>
        </pc:picChg>
        <pc:picChg chg="add mod modCrop">
          <ac:chgData name="김명호" userId="e0d603aa-548e-418b-a070-918475337925" providerId="ADAL" clId="{EB451184-BA9A-4A5C-9B3F-495ADF05D454}" dt="2023-09-20T10:37:03.158" v="14250" actId="1036"/>
          <ac:picMkLst>
            <pc:docMk/>
            <pc:sldMk cId="2710496063" sldId="1084"/>
            <ac:picMk id="12" creationId="{266A82F1-D4C5-0E56-EED9-62E6B69DD2D2}"/>
          </ac:picMkLst>
        </pc:picChg>
        <pc:picChg chg="add mod modCrop">
          <ac:chgData name="김명호" userId="e0d603aa-548e-418b-a070-918475337925" providerId="ADAL" clId="{EB451184-BA9A-4A5C-9B3F-495ADF05D454}" dt="2023-09-20T10:37:03.158" v="14250" actId="1036"/>
          <ac:picMkLst>
            <pc:docMk/>
            <pc:sldMk cId="2710496063" sldId="1084"/>
            <ac:picMk id="16" creationId="{62B397BE-7AE7-BEDA-8F47-0BA09FFFD194}"/>
          </ac:picMkLst>
        </pc:picChg>
        <pc:picChg chg="add mod">
          <ac:chgData name="김명호" userId="e0d603aa-548e-418b-a070-918475337925" providerId="ADAL" clId="{EB451184-BA9A-4A5C-9B3F-495ADF05D454}" dt="2023-09-20T10:37:03.158" v="14250" actId="1036"/>
          <ac:picMkLst>
            <pc:docMk/>
            <pc:sldMk cId="2710496063" sldId="1084"/>
            <ac:picMk id="19" creationId="{5AFEFB13-D786-92AE-AA09-6EB29BA2FCDD}"/>
          </ac:picMkLst>
        </pc:picChg>
        <pc:picChg chg="del">
          <ac:chgData name="김명호" userId="e0d603aa-548e-418b-a070-918475337925" providerId="ADAL" clId="{EB451184-BA9A-4A5C-9B3F-495ADF05D454}" dt="2023-09-20T07:09:59.351" v="11664" actId="478"/>
          <ac:picMkLst>
            <pc:docMk/>
            <pc:sldMk cId="2710496063" sldId="1084"/>
            <ac:picMk id="20" creationId="{4A200301-D113-E192-2B49-D2F446571273}"/>
          </ac:picMkLst>
        </pc:picChg>
        <pc:picChg chg="del">
          <ac:chgData name="김명호" userId="e0d603aa-548e-418b-a070-918475337925" providerId="ADAL" clId="{EB451184-BA9A-4A5C-9B3F-495ADF05D454}" dt="2023-09-20T07:09:59.055" v="11663" actId="478"/>
          <ac:picMkLst>
            <pc:docMk/>
            <pc:sldMk cId="2710496063" sldId="1084"/>
            <ac:picMk id="22" creationId="{169488E5-EE0B-DF36-6414-0335CD4F9A75}"/>
          </ac:picMkLst>
        </pc:picChg>
        <pc:picChg chg="add mod">
          <ac:chgData name="김명호" userId="e0d603aa-548e-418b-a070-918475337925" providerId="ADAL" clId="{EB451184-BA9A-4A5C-9B3F-495ADF05D454}" dt="2023-09-20T10:37:03.158" v="14250" actId="1036"/>
          <ac:picMkLst>
            <pc:docMk/>
            <pc:sldMk cId="2710496063" sldId="1084"/>
            <ac:picMk id="26" creationId="{9A58D3B8-1BD5-A97D-A106-8DF924858647}"/>
          </ac:picMkLst>
        </pc:picChg>
        <pc:cxnChg chg="mod ord">
          <ac:chgData name="김명호" userId="e0d603aa-548e-418b-a070-918475337925" providerId="ADAL" clId="{EB451184-BA9A-4A5C-9B3F-495ADF05D454}" dt="2023-09-20T10:37:03.158" v="14250" actId="1036"/>
          <ac:cxnSpMkLst>
            <pc:docMk/>
            <pc:sldMk cId="2710496063" sldId="1084"/>
            <ac:cxnSpMk id="13" creationId="{6387ACAF-04E1-5894-06FE-B0F44514EAE8}"/>
          </ac:cxnSpMkLst>
        </pc:cxnChg>
        <pc:cxnChg chg="del mod">
          <ac:chgData name="김명호" userId="e0d603aa-548e-418b-a070-918475337925" providerId="ADAL" clId="{EB451184-BA9A-4A5C-9B3F-495ADF05D454}" dt="2023-09-20T07:10:05.422" v="11665" actId="478"/>
          <ac:cxnSpMkLst>
            <pc:docMk/>
            <pc:sldMk cId="2710496063" sldId="1084"/>
            <ac:cxnSpMk id="24" creationId="{15C6FB11-C532-AAFE-0A1D-DD1B6682DD21}"/>
          </ac:cxnSpMkLst>
        </pc:cxnChg>
        <pc:cxnChg chg="add mod">
          <ac:chgData name="김명호" userId="e0d603aa-548e-418b-a070-918475337925" providerId="ADAL" clId="{EB451184-BA9A-4A5C-9B3F-495ADF05D454}" dt="2023-09-20T10:37:03.158" v="14250" actId="1036"/>
          <ac:cxnSpMkLst>
            <pc:docMk/>
            <pc:sldMk cId="2710496063" sldId="1084"/>
            <ac:cxnSpMk id="28" creationId="{5A3750A8-2AFF-CDDA-65DC-55CF7CD8CE9A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8:02.300" v="23136"/>
        <pc:sldMkLst>
          <pc:docMk/>
          <pc:sldMk cId="2805759500" sldId="1085"/>
        </pc:sldMkLst>
        <pc:spChg chg="add mod">
          <ac:chgData name="김명호" userId="e0d603aa-548e-418b-a070-918475337925" providerId="ADAL" clId="{EB451184-BA9A-4A5C-9B3F-495ADF05D454}" dt="2023-09-20T07:15:18.055" v="11704" actId="1036"/>
          <ac:spMkLst>
            <pc:docMk/>
            <pc:sldMk cId="2805759500" sldId="1085"/>
            <ac:spMk id="6" creationId="{C850682D-8AB1-9378-036F-9A309CDC1F8C}"/>
          </ac:spMkLst>
        </pc:spChg>
        <pc:spChg chg="mod">
          <ac:chgData name="김명호" userId="e0d603aa-548e-418b-a070-918475337925" providerId="ADAL" clId="{EB451184-BA9A-4A5C-9B3F-495ADF05D454}" dt="2023-09-20T10:24:49.857" v="13627"/>
          <ac:spMkLst>
            <pc:docMk/>
            <pc:sldMk cId="2805759500" sldId="1085"/>
            <ac:spMk id="7" creationId="{0C81DD60-D84B-4D3C-8F3E-7D0E22E11300}"/>
          </ac:spMkLst>
        </pc:spChg>
        <pc:spChg chg="add del mod">
          <ac:chgData name="김명호" userId="e0d603aa-548e-418b-a070-918475337925" providerId="ADAL" clId="{EB451184-BA9A-4A5C-9B3F-495ADF05D454}" dt="2023-09-20T10:53:07.662" v="14710" actId="478"/>
          <ac:spMkLst>
            <pc:docMk/>
            <pc:sldMk cId="2805759500" sldId="1085"/>
            <ac:spMk id="9" creationId="{094C982D-6C95-9F20-0522-2CF25DAFCC90}"/>
          </ac:spMkLst>
        </pc:spChg>
        <pc:spChg chg="mod">
          <ac:chgData name="김명호" userId="e0d603aa-548e-418b-a070-918475337925" providerId="ADAL" clId="{EB451184-BA9A-4A5C-9B3F-495ADF05D454}" dt="2023-09-20T07:14:48.597" v="11687" actId="14100"/>
          <ac:spMkLst>
            <pc:docMk/>
            <pc:sldMk cId="2805759500" sldId="1085"/>
            <ac:spMk id="10" creationId="{14F878EE-D031-B862-A82B-49EBF6A805B4}"/>
          </ac:spMkLst>
        </pc:spChg>
        <pc:spChg chg="add del mod">
          <ac:chgData name="김명호" userId="e0d603aa-548e-418b-a070-918475337925" providerId="ADAL" clId="{EB451184-BA9A-4A5C-9B3F-495ADF05D454}" dt="2023-09-20T10:53:06.730" v="14709"/>
          <ac:spMkLst>
            <pc:docMk/>
            <pc:sldMk cId="2805759500" sldId="1085"/>
            <ac:spMk id="11" creationId="{B165CB0A-A7D0-1B17-1ADA-FFD09F415DB3}"/>
          </ac:spMkLst>
        </pc:spChg>
        <pc:spChg chg="add mod">
          <ac:chgData name="김명호" userId="e0d603aa-548e-418b-a070-918475337925" providerId="ADAL" clId="{EB451184-BA9A-4A5C-9B3F-495ADF05D454}" dt="2023-09-20T10:53:08.493" v="14711"/>
          <ac:spMkLst>
            <pc:docMk/>
            <pc:sldMk cId="2805759500" sldId="1085"/>
            <ac:spMk id="17" creationId="{39AC45BD-72F0-C618-1F9B-49F9FE945B10}"/>
          </ac:spMkLst>
        </pc:spChg>
        <pc:grpChg chg="del mod">
          <ac:chgData name="김명호" userId="e0d603aa-548e-418b-a070-918475337925" providerId="ADAL" clId="{EB451184-BA9A-4A5C-9B3F-495ADF05D454}" dt="2023-09-20T07:16:18.485" v="11719" actId="478"/>
          <ac:grpSpMkLst>
            <pc:docMk/>
            <pc:sldMk cId="2805759500" sldId="1085"/>
            <ac:grpSpMk id="14" creationId="{E992850F-457C-EB4E-6944-5C09BD311FAB}"/>
          </ac:grpSpMkLst>
        </pc:grpChg>
        <pc:graphicFrameChg chg="mod">
          <ac:chgData name="김명호" userId="e0d603aa-548e-418b-a070-918475337925" providerId="ADAL" clId="{EB451184-BA9A-4A5C-9B3F-495ADF05D454}" dt="2023-09-22T07:38:02.300" v="23136"/>
          <ac:graphicFrameMkLst>
            <pc:docMk/>
            <pc:sldMk cId="2805759500" sldId="1085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B451184-BA9A-4A5C-9B3F-495ADF05D454}" dt="2023-09-20T07:15:00.525" v="11693" actId="1076"/>
          <ac:picMkLst>
            <pc:docMk/>
            <pc:sldMk cId="2805759500" sldId="1085"/>
            <ac:picMk id="5" creationId="{25802DD9-0CEF-C753-1E99-4F178CD3CF89}"/>
          </ac:picMkLst>
        </pc:picChg>
        <pc:picChg chg="del">
          <ac:chgData name="김명호" userId="e0d603aa-548e-418b-a070-918475337925" providerId="ADAL" clId="{EB451184-BA9A-4A5C-9B3F-495ADF05D454}" dt="2023-09-20T07:13:38.138" v="11673" actId="478"/>
          <ac:picMkLst>
            <pc:docMk/>
            <pc:sldMk cId="2805759500" sldId="1085"/>
            <ac:picMk id="12" creationId="{DAC40736-A72A-551F-7ACE-BFF76BED970E}"/>
          </ac:picMkLst>
        </pc:picChg>
        <pc:cxnChg chg="add mod">
          <ac:chgData name="김명호" userId="e0d603aa-548e-418b-a070-918475337925" providerId="ADAL" clId="{EB451184-BA9A-4A5C-9B3F-495ADF05D454}" dt="2023-09-20T07:15:18.055" v="11704" actId="1036"/>
          <ac:cxnSpMkLst>
            <pc:docMk/>
            <pc:sldMk cId="2805759500" sldId="1085"/>
            <ac:cxnSpMk id="8" creationId="{6DF07179-D15A-0F6F-90CF-9C4E93E3A4C0}"/>
          </ac:cxnSpMkLst>
        </pc:cxnChg>
        <pc:cxnChg chg="mod">
          <ac:chgData name="김명호" userId="e0d603aa-548e-418b-a070-918475337925" providerId="ADAL" clId="{EB451184-BA9A-4A5C-9B3F-495ADF05D454}" dt="2023-09-20T07:14:51.469" v="11688" actId="1076"/>
          <ac:cxnSpMkLst>
            <pc:docMk/>
            <pc:sldMk cId="2805759500" sldId="1085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8:05.094" v="23137"/>
        <pc:sldMkLst>
          <pc:docMk/>
          <pc:sldMk cId="1082786262" sldId="1086"/>
        </pc:sldMkLst>
        <pc:spChg chg="add mod">
          <ac:chgData name="김명호" userId="e0d603aa-548e-418b-a070-918475337925" providerId="ADAL" clId="{EB451184-BA9A-4A5C-9B3F-495ADF05D454}" dt="2023-09-20T10:53:12.394" v="14713"/>
          <ac:spMkLst>
            <pc:docMk/>
            <pc:sldMk cId="1082786262" sldId="1086"/>
            <ac:spMk id="4" creationId="{177C625B-24BE-F895-1C00-C5611FDBA49B}"/>
          </ac:spMkLst>
        </pc:spChg>
        <pc:spChg chg="mod">
          <ac:chgData name="김명호" userId="e0d603aa-548e-418b-a070-918475337925" providerId="ADAL" clId="{EB451184-BA9A-4A5C-9B3F-495ADF05D454}" dt="2023-09-20T07:20:28.699" v="11856" actId="14100"/>
          <ac:spMkLst>
            <pc:docMk/>
            <pc:sldMk cId="1082786262" sldId="1086"/>
            <ac:spMk id="6" creationId="{C850682D-8AB1-9378-036F-9A309CDC1F8C}"/>
          </ac:spMkLst>
        </pc:spChg>
        <pc:spChg chg="mod">
          <ac:chgData name="김명호" userId="e0d603aa-548e-418b-a070-918475337925" providerId="ADAL" clId="{EB451184-BA9A-4A5C-9B3F-495ADF05D454}" dt="2023-09-21T23:13:10.464" v="17748"/>
          <ac:spMkLst>
            <pc:docMk/>
            <pc:sldMk cId="1082786262" sldId="1086"/>
            <ac:spMk id="7" creationId="{0C81DD60-D84B-4D3C-8F3E-7D0E22E11300}"/>
          </ac:spMkLst>
        </pc:spChg>
        <pc:spChg chg="del">
          <ac:chgData name="김명호" userId="e0d603aa-548e-418b-a070-918475337925" providerId="ADAL" clId="{EB451184-BA9A-4A5C-9B3F-495ADF05D454}" dt="2023-09-20T10:53:11.214" v="14712" actId="478"/>
          <ac:spMkLst>
            <pc:docMk/>
            <pc:sldMk cId="1082786262" sldId="1086"/>
            <ac:spMk id="9" creationId="{094C982D-6C95-9F20-0522-2CF25DAFCC90}"/>
          </ac:spMkLst>
        </pc:spChg>
        <pc:spChg chg="del">
          <ac:chgData name="김명호" userId="e0d603aa-548e-418b-a070-918475337925" providerId="ADAL" clId="{EB451184-BA9A-4A5C-9B3F-495ADF05D454}" dt="2023-09-20T07:20:18.756" v="11854" actId="478"/>
          <ac:spMkLst>
            <pc:docMk/>
            <pc:sldMk cId="1082786262" sldId="1086"/>
            <ac:spMk id="10" creationId="{14F878EE-D031-B862-A82B-49EBF6A805B4}"/>
          </ac:spMkLst>
        </pc:spChg>
        <pc:graphicFrameChg chg="mod">
          <ac:chgData name="김명호" userId="e0d603aa-548e-418b-a070-918475337925" providerId="ADAL" clId="{EB451184-BA9A-4A5C-9B3F-495ADF05D454}" dt="2023-09-22T07:38:05.094" v="23137"/>
          <ac:graphicFrameMkLst>
            <pc:docMk/>
            <pc:sldMk cId="1082786262" sldId="1086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07:20:30.731" v="11857" actId="1076"/>
          <ac:cxnSpMkLst>
            <pc:docMk/>
            <pc:sldMk cId="1082786262" sldId="1086"/>
            <ac:cxnSpMk id="8" creationId="{6DF07179-D15A-0F6F-90CF-9C4E93E3A4C0}"/>
          </ac:cxnSpMkLst>
        </pc:cxnChg>
        <pc:cxnChg chg="del">
          <ac:chgData name="김명호" userId="e0d603aa-548e-418b-a070-918475337925" providerId="ADAL" clId="{EB451184-BA9A-4A5C-9B3F-495ADF05D454}" dt="2023-09-20T07:20:18.756" v="11854" actId="478"/>
          <ac:cxnSpMkLst>
            <pc:docMk/>
            <pc:sldMk cId="1082786262" sldId="1086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8:10.734" v="23138"/>
        <pc:sldMkLst>
          <pc:docMk/>
          <pc:sldMk cId="309779243" sldId="1087"/>
        </pc:sldMkLst>
        <pc:spChg chg="mod ord">
          <ac:chgData name="김명호" userId="e0d603aa-548e-418b-a070-918475337925" providerId="ADAL" clId="{EB451184-BA9A-4A5C-9B3F-495ADF05D454}" dt="2023-09-20T07:42:40.208" v="12018" actId="14100"/>
          <ac:spMkLst>
            <pc:docMk/>
            <pc:sldMk cId="309779243" sldId="1087"/>
            <ac:spMk id="6" creationId="{C850682D-8AB1-9378-036F-9A309CDC1F8C}"/>
          </ac:spMkLst>
        </pc:spChg>
        <pc:spChg chg="mod">
          <ac:chgData name="김명호" userId="e0d603aa-548e-418b-a070-918475337925" providerId="ADAL" clId="{EB451184-BA9A-4A5C-9B3F-495ADF05D454}" dt="2023-09-21T23:13:36.862" v="17755"/>
          <ac:spMkLst>
            <pc:docMk/>
            <pc:sldMk cId="309779243" sldId="1087"/>
            <ac:spMk id="7" creationId="{0C81DD60-D84B-4D3C-8F3E-7D0E22E11300}"/>
          </ac:spMkLst>
        </pc:spChg>
        <pc:spChg chg="del">
          <ac:chgData name="김명호" userId="e0d603aa-548e-418b-a070-918475337925" providerId="ADAL" clId="{EB451184-BA9A-4A5C-9B3F-495ADF05D454}" dt="2023-09-20T10:53:15.750" v="14714" actId="478"/>
          <ac:spMkLst>
            <pc:docMk/>
            <pc:sldMk cId="309779243" sldId="1087"/>
            <ac:spMk id="9" creationId="{094C982D-6C95-9F20-0522-2CF25DAFCC90}"/>
          </ac:spMkLst>
        </pc:spChg>
        <pc:spChg chg="add mod">
          <ac:chgData name="김명호" userId="e0d603aa-548e-418b-a070-918475337925" providerId="ADAL" clId="{EB451184-BA9A-4A5C-9B3F-495ADF05D454}" dt="2023-09-20T10:53:16.725" v="14715"/>
          <ac:spMkLst>
            <pc:docMk/>
            <pc:sldMk cId="309779243" sldId="1087"/>
            <ac:spMk id="11" creationId="{34342FA4-D924-9F7B-D71F-B8DFF06C7FE8}"/>
          </ac:spMkLst>
        </pc:spChg>
        <pc:graphicFrameChg chg="mod">
          <ac:chgData name="김명호" userId="e0d603aa-548e-418b-a070-918475337925" providerId="ADAL" clId="{EB451184-BA9A-4A5C-9B3F-495ADF05D454}" dt="2023-09-22T07:38:10.734" v="23138"/>
          <ac:graphicFrameMkLst>
            <pc:docMk/>
            <pc:sldMk cId="309779243" sldId="1087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0T07:42:19.777" v="12014" actId="478"/>
          <ac:picMkLst>
            <pc:docMk/>
            <pc:sldMk cId="309779243" sldId="1087"/>
            <ac:picMk id="5" creationId="{25802DD9-0CEF-C753-1E99-4F178CD3CF89}"/>
          </ac:picMkLst>
        </pc:picChg>
        <pc:picChg chg="add mod modCrop">
          <ac:chgData name="김명호" userId="e0d603aa-548e-418b-a070-918475337925" providerId="ADAL" clId="{EB451184-BA9A-4A5C-9B3F-495ADF05D454}" dt="2023-09-20T07:42:22.585" v="12015" actId="1076"/>
          <ac:picMkLst>
            <pc:docMk/>
            <pc:sldMk cId="309779243" sldId="1087"/>
            <ac:picMk id="10" creationId="{48E021A9-3633-8ABC-E421-1B48B73AAF39}"/>
          </ac:picMkLst>
        </pc:picChg>
        <pc:cxnChg chg="mod ord">
          <ac:chgData name="김명호" userId="e0d603aa-548e-418b-a070-918475337925" providerId="ADAL" clId="{EB451184-BA9A-4A5C-9B3F-495ADF05D454}" dt="2023-09-20T07:42:43.417" v="12019" actId="1076"/>
          <ac:cxnSpMkLst>
            <pc:docMk/>
            <pc:sldMk cId="309779243" sldId="1087"/>
            <ac:cxnSpMk id="8" creationId="{6DF07179-D15A-0F6F-90CF-9C4E93E3A4C0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8:13.421" v="23139"/>
        <pc:sldMkLst>
          <pc:docMk/>
          <pc:sldMk cId="1526902029" sldId="1088"/>
        </pc:sldMkLst>
        <pc:spChg chg="mod">
          <ac:chgData name="김명호" userId="e0d603aa-548e-418b-a070-918475337925" providerId="ADAL" clId="{EB451184-BA9A-4A5C-9B3F-495ADF05D454}" dt="2023-09-20T07:44:19.654" v="12048"/>
          <ac:spMkLst>
            <pc:docMk/>
            <pc:sldMk cId="1526902029" sldId="1088"/>
            <ac:spMk id="5" creationId="{F168B218-38B2-ED88-D137-BCF4ADDDFF14}"/>
          </ac:spMkLst>
        </pc:spChg>
        <pc:spChg chg="mod">
          <ac:chgData name="김명호" userId="e0d603aa-548e-418b-a070-918475337925" providerId="ADAL" clId="{EB451184-BA9A-4A5C-9B3F-495ADF05D454}" dt="2023-09-20T07:43:41.578" v="12036" actId="14100"/>
          <ac:spMkLst>
            <pc:docMk/>
            <pc:sldMk cId="1526902029" sldId="1088"/>
            <ac:spMk id="6" creationId="{C850682D-8AB1-9378-036F-9A309CDC1F8C}"/>
          </ac:spMkLst>
        </pc:spChg>
        <pc:spChg chg="mod">
          <ac:chgData name="김명호" userId="e0d603aa-548e-418b-a070-918475337925" providerId="ADAL" clId="{EB451184-BA9A-4A5C-9B3F-495ADF05D454}" dt="2023-09-20T08:19:53.612" v="12628"/>
          <ac:spMkLst>
            <pc:docMk/>
            <pc:sldMk cId="1526902029" sldId="1088"/>
            <ac:spMk id="7" creationId="{0C81DD60-D84B-4D3C-8F3E-7D0E22E11300}"/>
          </ac:spMkLst>
        </pc:spChg>
        <pc:spChg chg="del">
          <ac:chgData name="김명호" userId="e0d603aa-548e-418b-a070-918475337925" providerId="ADAL" clId="{EB451184-BA9A-4A5C-9B3F-495ADF05D454}" dt="2023-09-20T07:53:51.857" v="12257" actId="478"/>
          <ac:spMkLst>
            <pc:docMk/>
            <pc:sldMk cId="1526902029" sldId="1088"/>
            <ac:spMk id="9" creationId="{094C982D-6C95-9F20-0522-2CF25DAFCC90}"/>
          </ac:spMkLst>
        </pc:spChg>
        <pc:spChg chg="mod">
          <ac:chgData name="김명호" userId="e0d603aa-548e-418b-a070-918475337925" providerId="ADAL" clId="{EB451184-BA9A-4A5C-9B3F-495ADF05D454}" dt="2023-09-20T08:21:35.159" v="12682"/>
          <ac:spMkLst>
            <pc:docMk/>
            <pc:sldMk cId="1526902029" sldId="1088"/>
            <ac:spMk id="11" creationId="{CBCCE4DE-C811-419D-5E93-95C4B70AC6E4}"/>
          </ac:spMkLst>
        </pc:spChg>
        <pc:grpChg chg="add mod">
          <ac:chgData name="김명호" userId="e0d603aa-548e-418b-a070-918475337925" providerId="ADAL" clId="{EB451184-BA9A-4A5C-9B3F-495ADF05D454}" dt="2023-09-20T08:19:54.664" v="12629" actId="1076"/>
          <ac:grpSpMkLst>
            <pc:docMk/>
            <pc:sldMk cId="1526902029" sldId="1088"/>
            <ac:grpSpMk id="4" creationId="{31F9805B-E8F7-732D-4A82-2D5E73862570}"/>
          </ac:grpSpMkLst>
        </pc:grpChg>
        <pc:graphicFrameChg chg="mod modGraphic">
          <ac:chgData name="김명호" userId="e0d603aa-548e-418b-a070-918475337925" providerId="ADAL" clId="{EB451184-BA9A-4A5C-9B3F-495ADF05D454}" dt="2023-09-22T07:38:13.421" v="23139"/>
          <ac:graphicFrameMkLst>
            <pc:docMk/>
            <pc:sldMk cId="1526902029" sldId="1088"/>
            <ac:graphicFrameMk id="3" creationId="{EB5E6BEF-7528-22F3-81D3-C88DBE43847E}"/>
          </ac:graphicFrameMkLst>
        </pc:graphicFrameChg>
      </pc:sldChg>
      <pc:sldChg chg="addSp delSp modSp add mod">
        <pc:chgData name="김명호" userId="e0d603aa-548e-418b-a070-918475337925" providerId="ADAL" clId="{EB451184-BA9A-4A5C-9B3F-495ADF05D454}" dt="2023-09-22T07:37:13.677" v="23090"/>
        <pc:sldMkLst>
          <pc:docMk/>
          <pc:sldMk cId="978558195" sldId="1089"/>
        </pc:sldMkLst>
        <pc:spChg chg="mod">
          <ac:chgData name="김명호" userId="e0d603aa-548e-418b-a070-918475337925" providerId="ADAL" clId="{EB451184-BA9A-4A5C-9B3F-495ADF05D454}" dt="2023-09-20T10:35:23.550" v="14166" actId="20577"/>
          <ac:spMkLst>
            <pc:docMk/>
            <pc:sldMk cId="978558195" sldId="1089"/>
            <ac:spMk id="4" creationId="{B29C842E-FD35-555C-803F-4C01A8C6EA32}"/>
          </ac:spMkLst>
        </pc:spChg>
        <pc:spChg chg="add del mod">
          <ac:chgData name="김명호" userId="e0d603aa-548e-418b-a070-918475337925" providerId="ADAL" clId="{EB451184-BA9A-4A5C-9B3F-495ADF05D454}" dt="2023-09-20T09:51:27.340" v="12688" actId="478"/>
          <ac:spMkLst>
            <pc:docMk/>
            <pc:sldMk cId="978558195" sldId="1089"/>
            <ac:spMk id="9" creationId="{E3724F97-B256-2AE2-0EA2-7F0E967C15C8}"/>
          </ac:spMkLst>
        </pc:spChg>
        <pc:spChg chg="mod ord">
          <ac:chgData name="김명호" userId="e0d603aa-548e-418b-a070-918475337925" providerId="ADAL" clId="{EB451184-BA9A-4A5C-9B3F-495ADF05D454}" dt="2023-09-20T11:21:32.505" v="15525" actId="1076"/>
          <ac:spMkLst>
            <pc:docMk/>
            <pc:sldMk cId="978558195" sldId="1089"/>
            <ac:spMk id="11" creationId="{5FE8FE42-2B15-8E91-CBD7-11BAC37EAEF7}"/>
          </ac:spMkLst>
        </pc:spChg>
        <pc:spChg chg="mod ord">
          <ac:chgData name="김명호" userId="e0d603aa-548e-418b-a070-918475337925" providerId="ADAL" clId="{EB451184-BA9A-4A5C-9B3F-495ADF05D454}" dt="2023-09-20T11:21:32.505" v="15525" actId="1076"/>
          <ac:spMkLst>
            <pc:docMk/>
            <pc:sldMk cId="978558195" sldId="1089"/>
            <ac:spMk id="14" creationId="{B5C26A1A-0191-19A4-8426-BDE238A47C86}"/>
          </ac:spMkLst>
        </pc:spChg>
        <pc:spChg chg="del">
          <ac:chgData name="김명호" userId="e0d603aa-548e-418b-a070-918475337925" providerId="ADAL" clId="{EB451184-BA9A-4A5C-9B3F-495ADF05D454}" dt="2023-09-20T09:54:19.091" v="12845" actId="478"/>
          <ac:spMkLst>
            <pc:docMk/>
            <pc:sldMk cId="978558195" sldId="1089"/>
            <ac:spMk id="17" creationId="{02398E07-A94F-035C-724D-A4D49E13A9AF}"/>
          </ac:spMkLst>
        </pc:spChg>
        <pc:spChg chg="del">
          <ac:chgData name="김명호" userId="e0d603aa-548e-418b-a070-918475337925" providerId="ADAL" clId="{EB451184-BA9A-4A5C-9B3F-495ADF05D454}" dt="2023-09-20T09:54:19.091" v="12845" actId="478"/>
          <ac:spMkLst>
            <pc:docMk/>
            <pc:sldMk cId="978558195" sldId="1089"/>
            <ac:spMk id="19" creationId="{AE8B9FAD-25AC-0430-8165-F0967BAC9054}"/>
          </ac:spMkLst>
        </pc:spChg>
        <pc:spChg chg="del">
          <ac:chgData name="김명호" userId="e0d603aa-548e-418b-a070-918475337925" providerId="ADAL" clId="{EB451184-BA9A-4A5C-9B3F-495ADF05D454}" dt="2023-09-20T10:34:03.987" v="13929" actId="478"/>
          <ac:spMkLst>
            <pc:docMk/>
            <pc:sldMk cId="978558195" sldId="1089"/>
            <ac:spMk id="21" creationId="{E4AF15C8-32C3-FFE4-5475-01DF6A3DE540}"/>
          </ac:spMkLst>
        </pc:spChg>
        <pc:spChg chg="add mod">
          <ac:chgData name="김명호" userId="e0d603aa-548e-418b-a070-918475337925" providerId="ADAL" clId="{EB451184-BA9A-4A5C-9B3F-495ADF05D454}" dt="2023-09-20T11:21:32.505" v="15525" actId="1076"/>
          <ac:spMkLst>
            <pc:docMk/>
            <pc:sldMk cId="978558195" sldId="1089"/>
            <ac:spMk id="25" creationId="{6594DC7E-D0A2-7C4F-1133-20C646A44345}"/>
          </ac:spMkLst>
        </pc:spChg>
        <pc:spChg chg="add mod">
          <ac:chgData name="김명호" userId="e0d603aa-548e-418b-a070-918475337925" providerId="ADAL" clId="{EB451184-BA9A-4A5C-9B3F-495ADF05D454}" dt="2023-09-20T11:21:32.505" v="15525" actId="1076"/>
          <ac:spMkLst>
            <pc:docMk/>
            <pc:sldMk cId="978558195" sldId="1089"/>
            <ac:spMk id="27" creationId="{C9A70043-C468-4DCB-E3AD-1F2BC2E3327E}"/>
          </ac:spMkLst>
        </pc:spChg>
        <pc:spChg chg="add del mod">
          <ac:chgData name="김명호" userId="e0d603aa-548e-418b-a070-918475337925" providerId="ADAL" clId="{EB451184-BA9A-4A5C-9B3F-495ADF05D454}" dt="2023-09-20T11:21:38.005" v="15529"/>
          <ac:spMkLst>
            <pc:docMk/>
            <pc:sldMk cId="978558195" sldId="1089"/>
            <ac:spMk id="30" creationId="{A6B9F68E-AC3F-ED68-F5F0-41CFA28F227C}"/>
          </ac:spMkLst>
        </pc:spChg>
        <pc:spChg chg="add del mod">
          <ac:chgData name="김명호" userId="e0d603aa-548e-418b-a070-918475337925" providerId="ADAL" clId="{EB451184-BA9A-4A5C-9B3F-495ADF05D454}" dt="2023-09-20T11:21:38.005" v="15529"/>
          <ac:spMkLst>
            <pc:docMk/>
            <pc:sldMk cId="978558195" sldId="1089"/>
            <ac:spMk id="31" creationId="{9830EDE6-CC2D-26B0-DB9D-54CD8E2BE802}"/>
          </ac:spMkLst>
        </pc:spChg>
        <pc:spChg chg="add mod">
          <ac:chgData name="김명호" userId="e0d603aa-548e-418b-a070-918475337925" providerId="ADAL" clId="{EB451184-BA9A-4A5C-9B3F-495ADF05D454}" dt="2023-09-20T11:21:41.817" v="15531" actId="1076"/>
          <ac:spMkLst>
            <pc:docMk/>
            <pc:sldMk cId="978558195" sldId="1089"/>
            <ac:spMk id="32" creationId="{4770C0E8-3AC9-C0F1-DCA5-6D5252BE5F97}"/>
          </ac:spMkLst>
        </pc:spChg>
        <pc:spChg chg="add mod">
          <ac:chgData name="김명호" userId="e0d603aa-548e-418b-a070-918475337925" providerId="ADAL" clId="{EB451184-BA9A-4A5C-9B3F-495ADF05D454}" dt="2023-09-20T11:21:41.817" v="15531" actId="1076"/>
          <ac:spMkLst>
            <pc:docMk/>
            <pc:sldMk cId="978558195" sldId="1089"/>
            <ac:spMk id="33" creationId="{4ED555AC-08D0-FEF0-4EEC-A46D39F6557F}"/>
          </ac:spMkLst>
        </pc:spChg>
        <pc:graphicFrameChg chg="mod">
          <ac:chgData name="김명호" userId="e0d603aa-548e-418b-a070-918475337925" providerId="ADAL" clId="{EB451184-BA9A-4A5C-9B3F-495ADF05D454}" dt="2023-09-22T07:37:13.677" v="23090"/>
          <ac:graphicFrameMkLst>
            <pc:docMk/>
            <pc:sldMk cId="978558195" sldId="1089"/>
            <ac:graphicFrameMk id="6" creationId="{924148D2-5097-2877-1A30-57054C4A5264}"/>
          </ac:graphicFrameMkLst>
        </pc:graphicFrameChg>
        <pc:picChg chg="del">
          <ac:chgData name="김명호" userId="e0d603aa-548e-418b-a070-918475337925" providerId="ADAL" clId="{EB451184-BA9A-4A5C-9B3F-495ADF05D454}" dt="2023-09-20T09:51:22.328" v="12686" actId="478"/>
          <ac:picMkLst>
            <pc:docMk/>
            <pc:sldMk cId="978558195" sldId="1089"/>
            <ac:picMk id="2" creationId="{F40DB867-42DC-C2FD-1824-8EA59AC7458E}"/>
          </ac:picMkLst>
        </pc:picChg>
        <pc:picChg chg="add mod">
          <ac:chgData name="김명호" userId="e0d603aa-548e-418b-a070-918475337925" providerId="ADAL" clId="{EB451184-BA9A-4A5C-9B3F-495ADF05D454}" dt="2023-09-20T11:21:32.505" v="15525" actId="1076"/>
          <ac:picMkLst>
            <pc:docMk/>
            <pc:sldMk cId="978558195" sldId="1089"/>
            <ac:picMk id="7" creationId="{8162321A-93A6-1461-16E9-6B1C5573BCAC}"/>
          </ac:picMkLst>
        </pc:picChg>
        <pc:picChg chg="del">
          <ac:chgData name="김명호" userId="e0d603aa-548e-418b-a070-918475337925" providerId="ADAL" clId="{EB451184-BA9A-4A5C-9B3F-495ADF05D454}" dt="2023-09-20T09:52:09.177" v="12709" actId="478"/>
          <ac:picMkLst>
            <pc:docMk/>
            <pc:sldMk cId="978558195" sldId="1089"/>
            <ac:picMk id="8" creationId="{27878555-5CC8-77FF-521B-9F9E6473C0F3}"/>
          </ac:picMkLst>
        </pc:picChg>
        <pc:picChg chg="del">
          <ac:chgData name="김명호" userId="e0d603aa-548e-418b-a070-918475337925" providerId="ADAL" clId="{EB451184-BA9A-4A5C-9B3F-495ADF05D454}" dt="2023-09-20T09:54:13.428" v="12844" actId="478"/>
          <ac:picMkLst>
            <pc:docMk/>
            <pc:sldMk cId="978558195" sldId="1089"/>
            <ac:picMk id="15" creationId="{8C788C0F-5881-9643-5927-80D09DAACA88}"/>
          </ac:picMkLst>
        </pc:picChg>
        <pc:picChg chg="del">
          <ac:chgData name="김명호" userId="e0d603aa-548e-418b-a070-918475337925" providerId="ADAL" clId="{EB451184-BA9A-4A5C-9B3F-495ADF05D454}" dt="2023-09-20T09:54:11.799" v="12843" actId="478"/>
          <ac:picMkLst>
            <pc:docMk/>
            <pc:sldMk cId="978558195" sldId="1089"/>
            <ac:picMk id="16" creationId="{29390BD4-207F-BC92-74CD-5ABFC3BE4D94}"/>
          </ac:picMkLst>
        </pc:picChg>
        <pc:picChg chg="add mod modCrop">
          <ac:chgData name="김명호" userId="e0d603aa-548e-418b-a070-918475337925" providerId="ADAL" clId="{EB451184-BA9A-4A5C-9B3F-495ADF05D454}" dt="2023-09-20T11:21:32.505" v="15525" actId="1076"/>
          <ac:picMkLst>
            <pc:docMk/>
            <pc:sldMk cId="978558195" sldId="1089"/>
            <ac:picMk id="20" creationId="{1F0B05FC-D8ED-58F7-7136-32D6A220B5BA}"/>
          </ac:picMkLst>
        </pc:picChg>
        <pc:picChg chg="add mod">
          <ac:chgData name="김명호" userId="e0d603aa-548e-418b-a070-918475337925" providerId="ADAL" clId="{EB451184-BA9A-4A5C-9B3F-495ADF05D454}" dt="2023-09-20T11:21:32.505" v="15525" actId="1076"/>
          <ac:picMkLst>
            <pc:docMk/>
            <pc:sldMk cId="978558195" sldId="1089"/>
            <ac:picMk id="23" creationId="{07AF32A1-2CC7-E0F7-F4DB-B9DC77E680E0}"/>
          </ac:picMkLst>
        </pc:picChg>
        <pc:picChg chg="add mod">
          <ac:chgData name="김명호" userId="e0d603aa-548e-418b-a070-918475337925" providerId="ADAL" clId="{EB451184-BA9A-4A5C-9B3F-495ADF05D454}" dt="2023-09-20T11:21:35.888" v="15528" actId="1076"/>
          <ac:picMkLst>
            <pc:docMk/>
            <pc:sldMk cId="978558195" sldId="1089"/>
            <ac:picMk id="24" creationId="{770D42DE-6460-A441-13B0-583D8D77B744}"/>
          </ac:picMkLst>
        </pc:picChg>
        <pc:cxnChg chg="add del mod">
          <ac:chgData name="김명호" userId="e0d603aa-548e-418b-a070-918475337925" providerId="ADAL" clId="{EB451184-BA9A-4A5C-9B3F-495ADF05D454}" dt="2023-09-20T09:51:27.340" v="12688" actId="478"/>
          <ac:cxnSpMkLst>
            <pc:docMk/>
            <pc:sldMk cId="978558195" sldId="1089"/>
            <ac:cxnSpMk id="10" creationId="{88B44F4C-CD63-8D93-8EDD-AAC4E9B23FF3}"/>
          </ac:cxnSpMkLst>
        </pc:cxnChg>
        <pc:cxnChg chg="mod ord">
          <ac:chgData name="김명호" userId="e0d603aa-548e-418b-a070-918475337925" providerId="ADAL" clId="{EB451184-BA9A-4A5C-9B3F-495ADF05D454}" dt="2023-09-20T11:21:32.505" v="15525" actId="1076"/>
          <ac:cxnSpMkLst>
            <pc:docMk/>
            <pc:sldMk cId="978558195" sldId="1089"/>
            <ac:cxnSpMk id="13" creationId="{6387ACAF-04E1-5894-06FE-B0F44514EAE8}"/>
          </ac:cxnSpMkLst>
        </pc:cxnChg>
        <pc:cxnChg chg="del mod">
          <ac:chgData name="김명호" userId="e0d603aa-548e-418b-a070-918475337925" providerId="ADAL" clId="{EB451184-BA9A-4A5C-9B3F-495ADF05D454}" dt="2023-09-20T09:54:19.091" v="12845" actId="478"/>
          <ac:cxnSpMkLst>
            <pc:docMk/>
            <pc:sldMk cId="978558195" sldId="1089"/>
            <ac:cxnSpMk id="18" creationId="{4B39F146-C999-187D-9BD1-8742F9F90833}"/>
          </ac:cxnSpMkLst>
        </pc:cxnChg>
        <pc:cxnChg chg="add mod">
          <ac:chgData name="김명호" userId="e0d603aa-548e-418b-a070-918475337925" providerId="ADAL" clId="{EB451184-BA9A-4A5C-9B3F-495ADF05D454}" dt="2023-09-20T11:21:32.505" v="15525" actId="1076"/>
          <ac:cxnSpMkLst>
            <pc:docMk/>
            <pc:sldMk cId="978558195" sldId="1089"/>
            <ac:cxnSpMk id="26" creationId="{C17ACFC2-B1CE-5681-1D5C-A42C7A0F15E9}"/>
          </ac:cxnSpMkLst>
        </pc:cxnChg>
      </pc:sldChg>
      <pc:sldChg chg="add del">
        <pc:chgData name="김명호" userId="e0d603aa-548e-418b-a070-918475337925" providerId="ADAL" clId="{EB451184-BA9A-4A5C-9B3F-495ADF05D454}" dt="2023-09-20T09:50:52.437" v="12684" actId="47"/>
        <pc:sldMkLst>
          <pc:docMk/>
          <pc:sldMk cId="3015913796" sldId="1089"/>
        </pc:sldMkLst>
      </pc:sldChg>
      <pc:sldChg chg="addSp delSp modSp add mod">
        <pc:chgData name="김명호" userId="e0d603aa-548e-418b-a070-918475337925" providerId="ADAL" clId="{EB451184-BA9A-4A5C-9B3F-495ADF05D454}" dt="2023-09-22T07:37:15.803" v="23091"/>
        <pc:sldMkLst>
          <pc:docMk/>
          <pc:sldMk cId="1724458030" sldId="1090"/>
        </pc:sldMkLst>
        <pc:spChg chg="mod">
          <ac:chgData name="김명호" userId="e0d603aa-548e-418b-a070-918475337925" providerId="ADAL" clId="{EB451184-BA9A-4A5C-9B3F-495ADF05D454}" dt="2023-09-20T09:56:23.258" v="12881" actId="20577"/>
          <ac:spMkLst>
            <pc:docMk/>
            <pc:sldMk cId="1724458030" sldId="1090"/>
            <ac:spMk id="6" creationId="{2058D9D1-2404-4C4F-72A3-63820FC52EA4}"/>
          </ac:spMkLst>
        </pc:spChg>
        <pc:spChg chg="mod">
          <ac:chgData name="김명호" userId="e0d603aa-548e-418b-a070-918475337925" providerId="ADAL" clId="{EB451184-BA9A-4A5C-9B3F-495ADF05D454}" dt="2023-09-20T09:56:58.341" v="12883" actId="1036"/>
          <ac:spMkLst>
            <pc:docMk/>
            <pc:sldMk cId="1724458030" sldId="1090"/>
            <ac:spMk id="10" creationId="{14F878EE-D031-B862-A82B-49EBF6A805B4}"/>
          </ac:spMkLst>
        </pc:spChg>
        <pc:graphicFrameChg chg="mod modGraphic">
          <ac:chgData name="김명호" userId="e0d603aa-548e-418b-a070-918475337925" providerId="ADAL" clId="{EB451184-BA9A-4A5C-9B3F-495ADF05D454}" dt="2023-09-22T07:37:15.803" v="23091"/>
          <ac:graphicFrameMkLst>
            <pc:docMk/>
            <pc:sldMk cId="1724458030" sldId="1090"/>
            <ac:graphicFrameMk id="3" creationId="{EB5E6BEF-7528-22F3-81D3-C88DBE43847E}"/>
          </ac:graphicFrameMkLst>
        </pc:graphicFrameChg>
        <pc:picChg chg="add mod ord">
          <ac:chgData name="김명호" userId="e0d603aa-548e-418b-a070-918475337925" providerId="ADAL" clId="{EB451184-BA9A-4A5C-9B3F-495ADF05D454}" dt="2023-09-20T09:55:51.202" v="12861" actId="167"/>
          <ac:picMkLst>
            <pc:docMk/>
            <pc:sldMk cId="1724458030" sldId="1090"/>
            <ac:picMk id="8" creationId="{11FA1606-CC61-1D61-EF55-9B77D5B11B0F}"/>
          </ac:picMkLst>
        </pc:picChg>
        <pc:picChg chg="del">
          <ac:chgData name="김명호" userId="e0d603aa-548e-418b-a070-918475337925" providerId="ADAL" clId="{EB451184-BA9A-4A5C-9B3F-495ADF05D454}" dt="2023-09-20T09:55:37.641" v="12857" actId="478"/>
          <ac:picMkLst>
            <pc:docMk/>
            <pc:sldMk cId="1724458030" sldId="1090"/>
            <ac:picMk id="11" creationId="{A31E6352-DFD1-1CD6-DD63-E132456BD017}"/>
          </ac:picMkLst>
        </pc:picChg>
        <pc:cxnChg chg="mod">
          <ac:chgData name="김명호" userId="e0d603aa-548e-418b-a070-918475337925" providerId="ADAL" clId="{EB451184-BA9A-4A5C-9B3F-495ADF05D454}" dt="2023-09-20T09:56:58.341" v="12883" actId="1036"/>
          <ac:cxnSpMkLst>
            <pc:docMk/>
            <pc:sldMk cId="1724458030" sldId="1090"/>
            <ac:cxnSpMk id="13" creationId="{331DDFAF-E372-E3B3-6B05-B0D7F3785A4E}"/>
          </ac:cxnSpMkLst>
        </pc:cxnChg>
      </pc:sldChg>
      <pc:sldChg chg="add del">
        <pc:chgData name="김명호" userId="e0d603aa-548e-418b-a070-918475337925" providerId="ADAL" clId="{EB451184-BA9A-4A5C-9B3F-495ADF05D454}" dt="2023-09-20T09:55:29.001" v="12855" actId="47"/>
        <pc:sldMkLst>
          <pc:docMk/>
          <pc:sldMk cId="3575142298" sldId="1090"/>
        </pc:sldMkLst>
      </pc:sldChg>
      <pc:sldChg chg="addSp delSp modSp add mod">
        <pc:chgData name="김명호" userId="e0d603aa-548e-418b-a070-918475337925" providerId="ADAL" clId="{EB451184-BA9A-4A5C-9B3F-495ADF05D454}" dt="2023-09-22T07:38:19.050" v="23148"/>
        <pc:sldMkLst>
          <pc:docMk/>
          <pc:sldMk cId="2637197114" sldId="1091"/>
        </pc:sldMkLst>
        <pc:spChg chg="mod ord">
          <ac:chgData name="김명호" userId="e0d603aa-548e-418b-a070-918475337925" providerId="ADAL" clId="{EB451184-BA9A-4A5C-9B3F-495ADF05D454}" dt="2023-09-20T10:16:47.723" v="13153" actId="14100"/>
          <ac:spMkLst>
            <pc:docMk/>
            <pc:sldMk cId="2637197114" sldId="1091"/>
            <ac:spMk id="6" creationId="{C850682D-8AB1-9378-036F-9A309CDC1F8C}"/>
          </ac:spMkLst>
        </pc:spChg>
        <pc:spChg chg="mod">
          <ac:chgData name="김명호" userId="e0d603aa-548e-418b-a070-918475337925" providerId="ADAL" clId="{EB451184-BA9A-4A5C-9B3F-495ADF05D454}" dt="2023-09-20T10:19:29.096" v="13465" actId="20577"/>
          <ac:spMkLst>
            <pc:docMk/>
            <pc:sldMk cId="2637197114" sldId="1091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10:18:23.434" v="13409"/>
          <ac:spMkLst>
            <pc:docMk/>
            <pc:sldMk cId="2637197114" sldId="1091"/>
            <ac:spMk id="14" creationId="{6AAE341A-CE2A-8353-F6C2-42E67AC11991}"/>
          </ac:spMkLst>
        </pc:spChg>
        <pc:spChg chg="mod">
          <ac:chgData name="김명호" userId="e0d603aa-548e-418b-a070-918475337925" providerId="ADAL" clId="{EB451184-BA9A-4A5C-9B3F-495ADF05D454}" dt="2023-09-20T10:18:52.447" v="13462"/>
          <ac:spMkLst>
            <pc:docMk/>
            <pc:sldMk cId="2637197114" sldId="1091"/>
            <ac:spMk id="15" creationId="{ECA3083E-7748-ED41-2D70-C597779EFD22}"/>
          </ac:spMkLst>
        </pc:spChg>
        <pc:spChg chg="add mod">
          <ac:chgData name="김명호" userId="e0d603aa-548e-418b-a070-918475337925" providerId="ADAL" clId="{EB451184-BA9A-4A5C-9B3F-495ADF05D454}" dt="2023-09-20T11:07:36.993" v="15010"/>
          <ac:spMkLst>
            <pc:docMk/>
            <pc:sldMk cId="2637197114" sldId="1091"/>
            <ac:spMk id="16" creationId="{6EB02791-43AC-EAB2-09D1-C14BEE197E7A}"/>
          </ac:spMkLst>
        </pc:spChg>
        <pc:grpChg chg="del">
          <ac:chgData name="김명호" userId="e0d603aa-548e-418b-a070-918475337925" providerId="ADAL" clId="{EB451184-BA9A-4A5C-9B3F-495ADF05D454}" dt="2023-09-20T10:17:20.850" v="13288" actId="478"/>
          <ac:grpSpMkLst>
            <pc:docMk/>
            <pc:sldMk cId="2637197114" sldId="1091"/>
            <ac:grpSpMk id="4" creationId="{31F9805B-E8F7-732D-4A82-2D5E73862570}"/>
          </ac:grpSpMkLst>
        </pc:grpChg>
        <pc:grpChg chg="add mod">
          <ac:chgData name="김명호" userId="e0d603aa-548e-418b-a070-918475337925" providerId="ADAL" clId="{EB451184-BA9A-4A5C-9B3F-495ADF05D454}" dt="2023-09-20T10:19:26.637" v="13464" actId="1076"/>
          <ac:grpSpMkLst>
            <pc:docMk/>
            <pc:sldMk cId="2637197114" sldId="1091"/>
            <ac:grpSpMk id="13" creationId="{58DEADA2-E44D-41D5-A916-1997CC576444}"/>
          </ac:grpSpMkLst>
        </pc:grpChg>
        <pc:graphicFrameChg chg="mod modGraphic">
          <ac:chgData name="김명호" userId="e0d603aa-548e-418b-a070-918475337925" providerId="ADAL" clId="{EB451184-BA9A-4A5C-9B3F-495ADF05D454}" dt="2023-09-22T07:38:19.050" v="23148"/>
          <ac:graphicFrameMkLst>
            <pc:docMk/>
            <pc:sldMk cId="2637197114" sldId="1091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0T10:16:06.292" v="13142" actId="478"/>
          <ac:picMkLst>
            <pc:docMk/>
            <pc:sldMk cId="2637197114" sldId="1091"/>
            <ac:picMk id="10" creationId="{48E021A9-3633-8ABC-E421-1B48B73AAF39}"/>
          </ac:picMkLst>
        </pc:picChg>
        <pc:picChg chg="add mod modCrop">
          <ac:chgData name="김명호" userId="e0d603aa-548e-418b-a070-918475337925" providerId="ADAL" clId="{EB451184-BA9A-4A5C-9B3F-495ADF05D454}" dt="2023-09-20T10:16:28.915" v="13149" actId="1076"/>
          <ac:picMkLst>
            <pc:docMk/>
            <pc:sldMk cId="2637197114" sldId="1091"/>
            <ac:picMk id="12" creationId="{BA2D0D88-B0AF-ACFA-BB40-C1191BFB1849}"/>
          </ac:picMkLst>
        </pc:picChg>
        <pc:cxnChg chg="mod ord">
          <ac:chgData name="김명호" userId="e0d603aa-548e-418b-a070-918475337925" providerId="ADAL" clId="{EB451184-BA9A-4A5C-9B3F-495ADF05D454}" dt="2023-09-20T10:16:39.756" v="13151" actId="1076"/>
          <ac:cxnSpMkLst>
            <pc:docMk/>
            <pc:sldMk cId="2637197114" sldId="1091"/>
            <ac:cxnSpMk id="8" creationId="{6DF07179-D15A-0F6F-90CF-9C4E93E3A4C0}"/>
          </ac:cxnSpMkLst>
        </pc:cxnChg>
      </pc:sldChg>
      <pc:sldChg chg="addSp modSp add mod">
        <pc:chgData name="김명호" userId="e0d603aa-548e-418b-a070-918475337925" providerId="ADAL" clId="{EB451184-BA9A-4A5C-9B3F-495ADF05D454}" dt="2023-09-22T07:38:22.669" v="23149"/>
        <pc:sldMkLst>
          <pc:docMk/>
          <pc:sldMk cId="2275974184" sldId="1092"/>
        </pc:sldMkLst>
        <pc:spChg chg="add mod">
          <ac:chgData name="김명호" userId="e0d603aa-548e-418b-a070-918475337925" providerId="ADAL" clId="{EB451184-BA9A-4A5C-9B3F-495ADF05D454}" dt="2023-09-20T12:03:07.737" v="16465"/>
          <ac:spMkLst>
            <pc:docMk/>
            <pc:sldMk cId="2275974184" sldId="1092"/>
            <ac:spMk id="4" creationId="{8A65AF95-ACB8-21FE-9842-C195660E6118}"/>
          </ac:spMkLst>
        </pc:spChg>
        <pc:spChg chg="mod">
          <ac:chgData name="김명호" userId="e0d603aa-548e-418b-a070-918475337925" providerId="ADAL" clId="{EB451184-BA9A-4A5C-9B3F-495ADF05D454}" dt="2023-09-20T10:19:48.291" v="13469" actId="1076"/>
          <ac:spMkLst>
            <pc:docMk/>
            <pc:sldMk cId="2275974184" sldId="1092"/>
            <ac:spMk id="6" creationId="{C850682D-8AB1-9378-036F-9A309CDC1F8C}"/>
          </ac:spMkLst>
        </pc:spChg>
        <pc:spChg chg="mod">
          <ac:chgData name="김명호" userId="e0d603aa-548e-418b-a070-918475337925" providerId="ADAL" clId="{EB451184-BA9A-4A5C-9B3F-495ADF05D454}" dt="2023-09-20T10:21:12.439" v="13518"/>
          <ac:spMkLst>
            <pc:docMk/>
            <pc:sldMk cId="2275974184" sldId="1092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12:03:34.573" v="16522"/>
          <ac:spMkLst>
            <pc:docMk/>
            <pc:sldMk cId="2275974184" sldId="1092"/>
            <ac:spMk id="15" creationId="{ECA3083E-7748-ED41-2D70-C597779EFD22}"/>
          </ac:spMkLst>
        </pc:spChg>
        <pc:graphicFrameChg chg="mod">
          <ac:chgData name="김명호" userId="e0d603aa-548e-418b-a070-918475337925" providerId="ADAL" clId="{EB451184-BA9A-4A5C-9B3F-495ADF05D454}" dt="2023-09-22T07:38:22.669" v="23149"/>
          <ac:graphicFrameMkLst>
            <pc:docMk/>
            <pc:sldMk cId="2275974184" sldId="1092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10:19:48.291" v="13469" actId="1076"/>
          <ac:cxnSpMkLst>
            <pc:docMk/>
            <pc:sldMk cId="2275974184" sldId="1092"/>
            <ac:cxnSpMk id="8" creationId="{6DF07179-D15A-0F6F-90CF-9C4E93E3A4C0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8:26.741" v="23150"/>
        <pc:sldMkLst>
          <pc:docMk/>
          <pc:sldMk cId="206796772" sldId="1093"/>
        </pc:sldMkLst>
        <pc:spChg chg="add mod">
          <ac:chgData name="김명호" userId="e0d603aa-548e-418b-a070-918475337925" providerId="ADAL" clId="{EB451184-BA9A-4A5C-9B3F-495ADF05D454}" dt="2023-09-20T10:23:47.627" v="13600" actId="1076"/>
          <ac:spMkLst>
            <pc:docMk/>
            <pc:sldMk cId="206796772" sldId="1093"/>
            <ac:spMk id="5" creationId="{748BF4BE-BB37-E240-92D6-2A100478E7BD}"/>
          </ac:spMkLst>
        </pc:spChg>
        <pc:spChg chg="mod">
          <ac:chgData name="김명호" userId="e0d603aa-548e-418b-a070-918475337925" providerId="ADAL" clId="{EB451184-BA9A-4A5C-9B3F-495ADF05D454}" dt="2023-09-20T10:24:49.857" v="13627"/>
          <ac:spMkLst>
            <pc:docMk/>
            <pc:sldMk cId="206796772" sldId="1093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0T10:23:54.522" v="13602" actId="1076"/>
          <ac:spMkLst>
            <pc:docMk/>
            <pc:sldMk cId="206796772" sldId="1093"/>
            <ac:spMk id="8" creationId="{A1311212-3432-82CC-376B-13D0E081D4F6}"/>
          </ac:spMkLst>
        </pc:spChg>
        <pc:spChg chg="mod ord">
          <ac:chgData name="김명호" userId="e0d603aa-548e-418b-a070-918475337925" providerId="ADAL" clId="{EB451184-BA9A-4A5C-9B3F-495ADF05D454}" dt="2023-09-20T10:23:42.665" v="13598" actId="1076"/>
          <ac:spMkLst>
            <pc:docMk/>
            <pc:sldMk cId="206796772" sldId="1093"/>
            <ac:spMk id="10" creationId="{14F878EE-D031-B862-A82B-49EBF6A805B4}"/>
          </ac:spMkLst>
        </pc:spChg>
        <pc:spChg chg="add mod">
          <ac:chgData name="김명호" userId="e0d603aa-548e-418b-a070-918475337925" providerId="ADAL" clId="{EB451184-BA9A-4A5C-9B3F-495ADF05D454}" dt="2023-09-20T10:23:59.921" v="13604" actId="1076"/>
          <ac:spMkLst>
            <pc:docMk/>
            <pc:sldMk cId="206796772" sldId="1093"/>
            <ac:spMk id="12" creationId="{F44599B5-6A37-3FF7-7B2B-77FEE0E27E2F}"/>
          </ac:spMkLst>
        </pc:spChg>
        <pc:graphicFrameChg chg="mod">
          <ac:chgData name="김명호" userId="e0d603aa-548e-418b-a070-918475337925" providerId="ADAL" clId="{EB451184-BA9A-4A5C-9B3F-495ADF05D454}" dt="2023-09-22T07:38:26.741" v="23150"/>
          <ac:graphicFrameMkLst>
            <pc:docMk/>
            <pc:sldMk cId="206796772" sldId="1093"/>
            <ac:graphicFrameMk id="3" creationId="{EB5E6BEF-7528-22F3-81D3-C88DBE43847E}"/>
          </ac:graphicFrameMkLst>
        </pc:graphicFrameChg>
        <pc:picChg chg="add mod">
          <ac:chgData name="김명호" userId="e0d603aa-548e-418b-a070-918475337925" providerId="ADAL" clId="{EB451184-BA9A-4A5C-9B3F-495ADF05D454}" dt="2023-09-20T10:23:29.335" v="13596"/>
          <ac:picMkLst>
            <pc:docMk/>
            <pc:sldMk cId="206796772" sldId="1093"/>
            <ac:picMk id="4" creationId="{3CC58FA6-B19F-86DA-9730-9C0F3FAABFF0}"/>
          </ac:picMkLst>
        </pc:picChg>
        <pc:picChg chg="del">
          <ac:chgData name="김명호" userId="e0d603aa-548e-418b-a070-918475337925" providerId="ADAL" clId="{EB451184-BA9A-4A5C-9B3F-495ADF05D454}" dt="2023-09-20T10:23:24.867" v="13595" actId="478"/>
          <ac:picMkLst>
            <pc:docMk/>
            <pc:sldMk cId="206796772" sldId="1093"/>
            <ac:picMk id="11" creationId="{A31E6352-DFD1-1CD6-DD63-E132456BD017}"/>
          </ac:picMkLst>
        </pc:picChg>
        <pc:cxnChg chg="add mod">
          <ac:chgData name="김명호" userId="e0d603aa-548e-418b-a070-918475337925" providerId="ADAL" clId="{EB451184-BA9A-4A5C-9B3F-495ADF05D454}" dt="2023-09-20T10:23:47.627" v="13600" actId="1076"/>
          <ac:cxnSpMkLst>
            <pc:docMk/>
            <pc:sldMk cId="206796772" sldId="1093"/>
            <ac:cxnSpMk id="6" creationId="{CD1269DC-8BFA-D544-6940-B35F25C37D76}"/>
          </ac:cxnSpMkLst>
        </pc:cxnChg>
        <pc:cxnChg chg="add mod">
          <ac:chgData name="김명호" userId="e0d603aa-548e-418b-a070-918475337925" providerId="ADAL" clId="{EB451184-BA9A-4A5C-9B3F-495ADF05D454}" dt="2023-09-20T10:23:54.522" v="13602" actId="1076"/>
          <ac:cxnSpMkLst>
            <pc:docMk/>
            <pc:sldMk cId="206796772" sldId="1093"/>
            <ac:cxnSpMk id="9" creationId="{26F62C8D-8967-6B0B-ABB2-27C95505D037}"/>
          </ac:cxnSpMkLst>
        </pc:cxnChg>
        <pc:cxnChg chg="mod ord">
          <ac:chgData name="김명호" userId="e0d603aa-548e-418b-a070-918475337925" providerId="ADAL" clId="{EB451184-BA9A-4A5C-9B3F-495ADF05D454}" dt="2023-09-20T10:23:42.665" v="13598" actId="1076"/>
          <ac:cxnSpMkLst>
            <pc:docMk/>
            <pc:sldMk cId="206796772" sldId="1093"/>
            <ac:cxnSpMk id="13" creationId="{331DDFAF-E372-E3B3-6B05-B0D7F3785A4E}"/>
          </ac:cxnSpMkLst>
        </pc:cxnChg>
        <pc:cxnChg chg="add mod">
          <ac:chgData name="김명호" userId="e0d603aa-548e-418b-a070-918475337925" providerId="ADAL" clId="{EB451184-BA9A-4A5C-9B3F-495ADF05D454}" dt="2023-09-20T10:23:59.921" v="13604" actId="1076"/>
          <ac:cxnSpMkLst>
            <pc:docMk/>
            <pc:sldMk cId="206796772" sldId="1093"/>
            <ac:cxnSpMk id="14" creationId="{9D9CD4C7-AC3B-4B39-A5E8-212DC49A32C6}"/>
          </ac:cxnSpMkLst>
        </pc:cxnChg>
      </pc:sldChg>
      <pc:sldChg chg="add del">
        <pc:chgData name="김명호" userId="e0d603aa-548e-418b-a070-918475337925" providerId="ADAL" clId="{EB451184-BA9A-4A5C-9B3F-495ADF05D454}" dt="2023-09-20T10:23:13.025" v="13593"/>
        <pc:sldMkLst>
          <pc:docMk/>
          <pc:sldMk cId="4124391684" sldId="1093"/>
        </pc:sldMkLst>
      </pc:sldChg>
      <pc:sldChg chg="modSp add mod">
        <pc:chgData name="김명호" userId="e0d603aa-548e-418b-a070-918475337925" providerId="ADAL" clId="{EB451184-BA9A-4A5C-9B3F-495ADF05D454}" dt="2023-09-22T07:38:29.372" v="23151"/>
        <pc:sldMkLst>
          <pc:docMk/>
          <pc:sldMk cId="3410698562" sldId="1094"/>
        </pc:sldMkLst>
        <pc:spChg chg="mod">
          <ac:chgData name="김명호" userId="e0d603aa-548e-418b-a070-918475337925" providerId="ADAL" clId="{EB451184-BA9A-4A5C-9B3F-495ADF05D454}" dt="2023-09-20T10:27:19.391" v="13638" actId="14100"/>
          <ac:spMkLst>
            <pc:docMk/>
            <pc:sldMk cId="3410698562" sldId="1094"/>
            <ac:spMk id="5" creationId="{748BF4BE-BB37-E240-92D6-2A100478E7BD}"/>
          </ac:spMkLst>
        </pc:spChg>
        <pc:spChg chg="mod">
          <ac:chgData name="김명호" userId="e0d603aa-548e-418b-a070-918475337925" providerId="ADAL" clId="{EB451184-BA9A-4A5C-9B3F-495ADF05D454}" dt="2023-09-20T10:28:17.729" v="13926"/>
          <ac:spMkLst>
            <pc:docMk/>
            <pc:sldMk cId="3410698562" sldId="1094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10:27:19.391" v="13638" actId="14100"/>
          <ac:spMkLst>
            <pc:docMk/>
            <pc:sldMk cId="3410698562" sldId="1094"/>
            <ac:spMk id="8" creationId="{A1311212-3432-82CC-376B-13D0E081D4F6}"/>
          </ac:spMkLst>
        </pc:spChg>
        <pc:spChg chg="mod">
          <ac:chgData name="김명호" userId="e0d603aa-548e-418b-a070-918475337925" providerId="ADAL" clId="{EB451184-BA9A-4A5C-9B3F-495ADF05D454}" dt="2023-09-20T10:27:19.391" v="13638" actId="14100"/>
          <ac:spMkLst>
            <pc:docMk/>
            <pc:sldMk cId="3410698562" sldId="1094"/>
            <ac:spMk id="10" creationId="{14F878EE-D031-B862-A82B-49EBF6A805B4}"/>
          </ac:spMkLst>
        </pc:spChg>
        <pc:spChg chg="mod">
          <ac:chgData name="김명호" userId="e0d603aa-548e-418b-a070-918475337925" providerId="ADAL" clId="{EB451184-BA9A-4A5C-9B3F-495ADF05D454}" dt="2023-09-20T10:27:19.391" v="13638" actId="14100"/>
          <ac:spMkLst>
            <pc:docMk/>
            <pc:sldMk cId="3410698562" sldId="1094"/>
            <ac:spMk id="12" creationId="{F44599B5-6A37-3FF7-7B2B-77FEE0E27E2F}"/>
          </ac:spMkLst>
        </pc:spChg>
        <pc:graphicFrameChg chg="mod">
          <ac:chgData name="김명호" userId="e0d603aa-548e-418b-a070-918475337925" providerId="ADAL" clId="{EB451184-BA9A-4A5C-9B3F-495ADF05D454}" dt="2023-09-22T07:38:29.372" v="23151"/>
          <ac:graphicFrameMkLst>
            <pc:docMk/>
            <pc:sldMk cId="3410698562" sldId="1094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10:27:19.391" v="13638" actId="14100"/>
          <ac:cxnSpMkLst>
            <pc:docMk/>
            <pc:sldMk cId="3410698562" sldId="1094"/>
            <ac:cxnSpMk id="6" creationId="{CD1269DC-8BFA-D544-6940-B35F25C37D76}"/>
          </ac:cxnSpMkLst>
        </pc:cxnChg>
        <pc:cxnChg chg="mod">
          <ac:chgData name="김명호" userId="e0d603aa-548e-418b-a070-918475337925" providerId="ADAL" clId="{EB451184-BA9A-4A5C-9B3F-495ADF05D454}" dt="2023-09-20T10:27:19.391" v="13638" actId="14100"/>
          <ac:cxnSpMkLst>
            <pc:docMk/>
            <pc:sldMk cId="3410698562" sldId="1094"/>
            <ac:cxnSpMk id="9" creationId="{26F62C8D-8967-6B0B-ABB2-27C95505D037}"/>
          </ac:cxnSpMkLst>
        </pc:cxnChg>
        <pc:cxnChg chg="mod">
          <ac:chgData name="김명호" userId="e0d603aa-548e-418b-a070-918475337925" providerId="ADAL" clId="{EB451184-BA9A-4A5C-9B3F-495ADF05D454}" dt="2023-09-20T10:27:19.391" v="13638" actId="14100"/>
          <ac:cxnSpMkLst>
            <pc:docMk/>
            <pc:sldMk cId="3410698562" sldId="1094"/>
            <ac:cxnSpMk id="13" creationId="{331DDFAF-E372-E3B3-6B05-B0D7F3785A4E}"/>
          </ac:cxnSpMkLst>
        </pc:cxnChg>
        <pc:cxnChg chg="mod">
          <ac:chgData name="김명호" userId="e0d603aa-548e-418b-a070-918475337925" providerId="ADAL" clId="{EB451184-BA9A-4A5C-9B3F-495ADF05D454}" dt="2023-09-20T10:27:19.391" v="13638" actId="14100"/>
          <ac:cxnSpMkLst>
            <pc:docMk/>
            <pc:sldMk cId="3410698562" sldId="1094"/>
            <ac:cxnSpMk id="14" creationId="{9D9CD4C7-AC3B-4B39-A5E8-212DC49A32C6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8:38.611" v="23161"/>
        <pc:sldMkLst>
          <pc:docMk/>
          <pc:sldMk cId="3165795266" sldId="1095"/>
        </pc:sldMkLst>
        <pc:spChg chg="mod">
          <ac:chgData name="김명호" userId="e0d603aa-548e-418b-a070-918475337925" providerId="ADAL" clId="{EB451184-BA9A-4A5C-9B3F-495ADF05D454}" dt="2023-09-20T10:39:23.835" v="14278" actId="20577"/>
          <ac:spMkLst>
            <pc:docMk/>
            <pc:sldMk cId="3165795266" sldId="1095"/>
            <ac:spMk id="4" creationId="{B29C842E-FD35-555C-803F-4C01A8C6EA32}"/>
          </ac:spMkLst>
        </pc:spChg>
        <pc:spChg chg="mod ord">
          <ac:chgData name="김명호" userId="e0d603aa-548e-418b-a070-918475337925" providerId="ADAL" clId="{EB451184-BA9A-4A5C-9B3F-495ADF05D454}" dt="2023-09-20T11:21:17.624" v="15522" actId="1076"/>
          <ac:spMkLst>
            <pc:docMk/>
            <pc:sldMk cId="3165795266" sldId="1095"/>
            <ac:spMk id="11" creationId="{5FE8FE42-2B15-8E91-CBD7-11BAC37EAEF7}"/>
          </ac:spMkLst>
        </pc:spChg>
        <pc:spChg chg="mod ord">
          <ac:chgData name="김명호" userId="e0d603aa-548e-418b-a070-918475337925" providerId="ADAL" clId="{EB451184-BA9A-4A5C-9B3F-495ADF05D454}" dt="2023-09-20T11:21:17.624" v="15522" actId="1076"/>
          <ac:spMkLst>
            <pc:docMk/>
            <pc:sldMk cId="3165795266" sldId="1095"/>
            <ac:spMk id="14" creationId="{B5C26A1A-0191-19A4-8426-BDE238A47C86}"/>
          </ac:spMkLst>
        </pc:spChg>
        <pc:spChg chg="add mod">
          <ac:chgData name="김명호" userId="e0d603aa-548e-418b-a070-918475337925" providerId="ADAL" clId="{EB451184-BA9A-4A5C-9B3F-495ADF05D454}" dt="2023-09-20T11:21:17.624" v="15522" actId="1076"/>
          <ac:spMkLst>
            <pc:docMk/>
            <pc:sldMk cId="3165795266" sldId="1095"/>
            <ac:spMk id="19" creationId="{B6FD7108-32AB-73EA-EB39-9310F4129214}"/>
          </ac:spMkLst>
        </pc:spChg>
        <pc:spChg chg="del">
          <ac:chgData name="김명호" userId="e0d603aa-548e-418b-a070-918475337925" providerId="ADAL" clId="{EB451184-BA9A-4A5C-9B3F-495ADF05D454}" dt="2023-09-20T10:34:09.781" v="13931" actId="478"/>
          <ac:spMkLst>
            <pc:docMk/>
            <pc:sldMk cId="3165795266" sldId="1095"/>
            <ac:spMk id="21" creationId="{E4AF15C8-32C3-FFE4-5475-01DF6A3DE540}"/>
          </ac:spMkLst>
        </pc:spChg>
        <pc:spChg chg="del">
          <ac:chgData name="김명호" userId="e0d603aa-548e-418b-a070-918475337925" providerId="ADAL" clId="{EB451184-BA9A-4A5C-9B3F-495ADF05D454}" dt="2023-09-20T10:41:28.664" v="14281" actId="478"/>
          <ac:spMkLst>
            <pc:docMk/>
            <pc:sldMk cId="3165795266" sldId="1095"/>
            <ac:spMk id="25" creationId="{6594DC7E-D0A2-7C4F-1133-20C646A44345}"/>
          </ac:spMkLst>
        </pc:spChg>
        <pc:spChg chg="del">
          <ac:chgData name="김명호" userId="e0d603aa-548e-418b-a070-918475337925" providerId="ADAL" clId="{EB451184-BA9A-4A5C-9B3F-495ADF05D454}" dt="2023-09-20T10:41:28.664" v="14281" actId="478"/>
          <ac:spMkLst>
            <pc:docMk/>
            <pc:sldMk cId="3165795266" sldId="1095"/>
            <ac:spMk id="27" creationId="{C9A70043-C468-4DCB-E3AD-1F2BC2E3327E}"/>
          </ac:spMkLst>
        </pc:spChg>
        <pc:spChg chg="add mod">
          <ac:chgData name="김명호" userId="e0d603aa-548e-418b-a070-918475337925" providerId="ADAL" clId="{EB451184-BA9A-4A5C-9B3F-495ADF05D454}" dt="2023-09-20T11:21:17.624" v="15522" actId="1076"/>
          <ac:spMkLst>
            <pc:docMk/>
            <pc:sldMk cId="3165795266" sldId="1095"/>
            <ac:spMk id="28" creationId="{1213D27D-89AA-0854-11CD-DCB410D01EFF}"/>
          </ac:spMkLst>
        </pc:spChg>
        <pc:spChg chg="add mod">
          <ac:chgData name="김명호" userId="e0d603aa-548e-418b-a070-918475337925" providerId="ADAL" clId="{EB451184-BA9A-4A5C-9B3F-495ADF05D454}" dt="2023-09-20T11:21:20.968" v="15524" actId="1076"/>
          <ac:spMkLst>
            <pc:docMk/>
            <pc:sldMk cId="3165795266" sldId="1095"/>
            <ac:spMk id="31" creationId="{771D4F2D-E39C-8439-D01A-E20F9A6344D4}"/>
          </ac:spMkLst>
        </pc:spChg>
        <pc:spChg chg="add mod">
          <ac:chgData name="김명호" userId="e0d603aa-548e-418b-a070-918475337925" providerId="ADAL" clId="{EB451184-BA9A-4A5C-9B3F-495ADF05D454}" dt="2023-09-20T11:21:20.968" v="15524" actId="1076"/>
          <ac:spMkLst>
            <pc:docMk/>
            <pc:sldMk cId="3165795266" sldId="1095"/>
            <ac:spMk id="32" creationId="{01A12441-B4D1-8871-EB0A-795E0C2CD97A}"/>
          </ac:spMkLst>
        </pc:spChg>
        <pc:graphicFrameChg chg="mod modGraphic">
          <ac:chgData name="김명호" userId="e0d603aa-548e-418b-a070-918475337925" providerId="ADAL" clId="{EB451184-BA9A-4A5C-9B3F-495ADF05D454}" dt="2023-09-22T07:38:38.611" v="23161"/>
          <ac:graphicFrameMkLst>
            <pc:docMk/>
            <pc:sldMk cId="3165795266" sldId="1095"/>
            <ac:graphicFrameMk id="6" creationId="{924148D2-5097-2877-1A30-57054C4A5264}"/>
          </ac:graphicFrameMkLst>
        </pc:graphicFrameChg>
        <pc:picChg chg="mod">
          <ac:chgData name="김명호" userId="e0d603aa-548e-418b-a070-918475337925" providerId="ADAL" clId="{EB451184-BA9A-4A5C-9B3F-495ADF05D454}" dt="2023-09-20T11:21:17.624" v="15522" actId="1076"/>
          <ac:picMkLst>
            <pc:docMk/>
            <pc:sldMk cId="3165795266" sldId="1095"/>
            <ac:picMk id="7" creationId="{8162321A-93A6-1461-16E9-6B1C5573BCAC}"/>
          </ac:picMkLst>
        </pc:picChg>
        <pc:picChg chg="add del mod modCrop">
          <ac:chgData name="김명호" userId="e0d603aa-548e-418b-a070-918475337925" providerId="ADAL" clId="{EB451184-BA9A-4A5C-9B3F-495ADF05D454}" dt="2023-09-20T10:38:24.389" v="14257" actId="478"/>
          <ac:picMkLst>
            <pc:docMk/>
            <pc:sldMk cId="3165795266" sldId="1095"/>
            <ac:picMk id="8" creationId="{7FED819D-E5AA-55F3-6C86-6D75F061679A}"/>
          </ac:picMkLst>
        </pc:picChg>
        <pc:picChg chg="add mod modCrop">
          <ac:chgData name="김명호" userId="e0d603aa-548e-418b-a070-918475337925" providerId="ADAL" clId="{EB451184-BA9A-4A5C-9B3F-495ADF05D454}" dt="2023-09-20T11:21:17.624" v="15522" actId="1076"/>
          <ac:picMkLst>
            <pc:docMk/>
            <pc:sldMk cId="3165795266" sldId="1095"/>
            <ac:picMk id="10" creationId="{B307BAB5-BE17-D5DB-A561-D8DC431B6375}"/>
          </ac:picMkLst>
        </pc:picChg>
        <pc:picChg chg="add mod">
          <ac:chgData name="김명호" userId="e0d603aa-548e-418b-a070-918475337925" providerId="ADAL" clId="{EB451184-BA9A-4A5C-9B3F-495ADF05D454}" dt="2023-09-20T11:21:17.624" v="15522" actId="1076"/>
          <ac:picMkLst>
            <pc:docMk/>
            <pc:sldMk cId="3165795266" sldId="1095"/>
            <ac:picMk id="17" creationId="{CD99C06C-5FD3-B517-F192-CFC33DF6EFD7}"/>
          </ac:picMkLst>
        </pc:picChg>
        <pc:picChg chg="add mod">
          <ac:chgData name="김명호" userId="e0d603aa-548e-418b-a070-918475337925" providerId="ADAL" clId="{EB451184-BA9A-4A5C-9B3F-495ADF05D454}" dt="2023-09-20T11:21:17.624" v="15522" actId="1076"/>
          <ac:picMkLst>
            <pc:docMk/>
            <pc:sldMk cId="3165795266" sldId="1095"/>
            <ac:picMk id="18" creationId="{89B4DDF9-B3DE-A123-F5C1-CD5E286A5A9F}"/>
          </ac:picMkLst>
        </pc:picChg>
        <pc:picChg chg="del">
          <ac:chgData name="김명호" userId="e0d603aa-548e-418b-a070-918475337925" providerId="ADAL" clId="{EB451184-BA9A-4A5C-9B3F-495ADF05D454}" dt="2023-09-20T10:38:08.818" v="14253" actId="478"/>
          <ac:picMkLst>
            <pc:docMk/>
            <pc:sldMk cId="3165795266" sldId="1095"/>
            <ac:picMk id="20" creationId="{1F0B05FC-D8ED-58F7-7136-32D6A220B5BA}"/>
          </ac:picMkLst>
        </pc:picChg>
        <pc:picChg chg="del">
          <ac:chgData name="김명호" userId="e0d603aa-548e-418b-a070-918475337925" providerId="ADAL" clId="{EB451184-BA9A-4A5C-9B3F-495ADF05D454}" dt="2023-09-20T10:41:26.768" v="14279" actId="478"/>
          <ac:picMkLst>
            <pc:docMk/>
            <pc:sldMk cId="3165795266" sldId="1095"/>
            <ac:picMk id="23" creationId="{07AF32A1-2CC7-E0F7-F4DB-B9DC77E680E0}"/>
          </ac:picMkLst>
        </pc:picChg>
        <pc:picChg chg="del">
          <ac:chgData name="김명호" userId="e0d603aa-548e-418b-a070-918475337925" providerId="ADAL" clId="{EB451184-BA9A-4A5C-9B3F-495ADF05D454}" dt="2023-09-20T10:41:27.065" v="14280" actId="478"/>
          <ac:picMkLst>
            <pc:docMk/>
            <pc:sldMk cId="3165795266" sldId="1095"/>
            <ac:picMk id="24" creationId="{770D42DE-6460-A441-13B0-583D8D77B744}"/>
          </ac:picMkLst>
        </pc:picChg>
        <pc:cxnChg chg="mod ord">
          <ac:chgData name="김명호" userId="e0d603aa-548e-418b-a070-918475337925" providerId="ADAL" clId="{EB451184-BA9A-4A5C-9B3F-495ADF05D454}" dt="2023-09-20T11:21:17.624" v="15522" actId="1076"/>
          <ac:cxnSpMkLst>
            <pc:docMk/>
            <pc:sldMk cId="3165795266" sldId="1095"/>
            <ac:cxnSpMk id="13" creationId="{6387ACAF-04E1-5894-06FE-B0F44514EAE8}"/>
          </ac:cxnSpMkLst>
        </pc:cxnChg>
        <pc:cxnChg chg="add mod">
          <ac:chgData name="김명호" userId="e0d603aa-548e-418b-a070-918475337925" providerId="ADAL" clId="{EB451184-BA9A-4A5C-9B3F-495ADF05D454}" dt="2023-09-20T11:21:17.624" v="15522" actId="1076"/>
          <ac:cxnSpMkLst>
            <pc:docMk/>
            <pc:sldMk cId="3165795266" sldId="1095"/>
            <ac:cxnSpMk id="22" creationId="{E9723223-86BD-187E-2118-AB8EB16A9B88}"/>
          </ac:cxnSpMkLst>
        </pc:cxnChg>
        <pc:cxnChg chg="del mod">
          <ac:chgData name="김명호" userId="e0d603aa-548e-418b-a070-918475337925" providerId="ADAL" clId="{EB451184-BA9A-4A5C-9B3F-495ADF05D454}" dt="2023-09-20T10:41:28.664" v="14281" actId="478"/>
          <ac:cxnSpMkLst>
            <pc:docMk/>
            <pc:sldMk cId="3165795266" sldId="1095"/>
            <ac:cxnSpMk id="26" creationId="{C17ACFC2-B1CE-5681-1D5C-A42C7A0F15E9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8:42.317" v="23162"/>
        <pc:sldMkLst>
          <pc:docMk/>
          <pc:sldMk cId="3102810174" sldId="1096"/>
        </pc:sldMkLst>
        <pc:spChg chg="del ord">
          <ac:chgData name="김명호" userId="e0d603aa-548e-418b-a070-918475337925" providerId="ADAL" clId="{EB451184-BA9A-4A5C-9B3F-495ADF05D454}" dt="2023-09-20T10:44:14.982" v="14302" actId="478"/>
          <ac:spMkLst>
            <pc:docMk/>
            <pc:sldMk cId="3102810174" sldId="1096"/>
            <ac:spMk id="5" creationId="{748BF4BE-BB37-E240-92D6-2A100478E7BD}"/>
          </ac:spMkLst>
        </pc:spChg>
        <pc:spChg chg="mod">
          <ac:chgData name="김명호" userId="e0d603aa-548e-418b-a070-918475337925" providerId="ADAL" clId="{EB451184-BA9A-4A5C-9B3F-495ADF05D454}" dt="2023-09-20T10:45:43.445" v="14564" actId="6549"/>
          <ac:spMkLst>
            <pc:docMk/>
            <pc:sldMk cId="3102810174" sldId="1096"/>
            <ac:spMk id="7" creationId="{0C81DD60-D84B-4D3C-8F3E-7D0E22E11300}"/>
          </ac:spMkLst>
        </pc:spChg>
        <pc:spChg chg="del ord">
          <ac:chgData name="김명호" userId="e0d603aa-548e-418b-a070-918475337925" providerId="ADAL" clId="{EB451184-BA9A-4A5C-9B3F-495ADF05D454}" dt="2023-09-20T10:44:14.982" v="14302" actId="478"/>
          <ac:spMkLst>
            <pc:docMk/>
            <pc:sldMk cId="3102810174" sldId="1096"/>
            <ac:spMk id="8" creationId="{A1311212-3432-82CC-376B-13D0E081D4F6}"/>
          </ac:spMkLst>
        </pc:spChg>
        <pc:spChg chg="mod ord">
          <ac:chgData name="김명호" userId="e0d603aa-548e-418b-a070-918475337925" providerId="ADAL" clId="{EB451184-BA9A-4A5C-9B3F-495ADF05D454}" dt="2023-09-20T10:44:48.255" v="14304" actId="14100"/>
          <ac:spMkLst>
            <pc:docMk/>
            <pc:sldMk cId="3102810174" sldId="1096"/>
            <ac:spMk id="10" creationId="{14F878EE-D031-B862-A82B-49EBF6A805B4}"/>
          </ac:spMkLst>
        </pc:spChg>
        <pc:spChg chg="del ord">
          <ac:chgData name="김명호" userId="e0d603aa-548e-418b-a070-918475337925" providerId="ADAL" clId="{EB451184-BA9A-4A5C-9B3F-495ADF05D454}" dt="2023-09-20T10:44:14.982" v="14302" actId="478"/>
          <ac:spMkLst>
            <pc:docMk/>
            <pc:sldMk cId="3102810174" sldId="1096"/>
            <ac:spMk id="12" creationId="{F44599B5-6A37-3FF7-7B2B-77FEE0E27E2F}"/>
          </ac:spMkLst>
        </pc:spChg>
        <pc:spChg chg="mod">
          <ac:chgData name="김명호" userId="e0d603aa-548e-418b-a070-918475337925" providerId="ADAL" clId="{EB451184-BA9A-4A5C-9B3F-495ADF05D454}" dt="2023-09-20T10:45:46.999" v="14565"/>
          <ac:spMkLst>
            <pc:docMk/>
            <pc:sldMk cId="3102810174" sldId="1096"/>
            <ac:spMk id="17" creationId="{0CE0EDAC-F03B-F7A5-D845-113AC626D457}"/>
          </ac:spMkLst>
        </pc:spChg>
        <pc:spChg chg="mod">
          <ac:chgData name="김명호" userId="e0d603aa-548e-418b-a070-918475337925" providerId="ADAL" clId="{EB451184-BA9A-4A5C-9B3F-495ADF05D454}" dt="2023-09-20T10:46:40.625" v="14599"/>
          <ac:spMkLst>
            <pc:docMk/>
            <pc:sldMk cId="3102810174" sldId="1096"/>
            <ac:spMk id="18" creationId="{C246A107-C0B4-7596-2A90-89103290D113}"/>
          </ac:spMkLst>
        </pc:spChg>
        <pc:grpChg chg="add mod">
          <ac:chgData name="김명호" userId="e0d603aa-548e-418b-a070-918475337925" providerId="ADAL" clId="{EB451184-BA9A-4A5C-9B3F-495ADF05D454}" dt="2023-09-20T10:46:45.975" v="14600" actId="1076"/>
          <ac:grpSpMkLst>
            <pc:docMk/>
            <pc:sldMk cId="3102810174" sldId="1096"/>
            <ac:grpSpMk id="16" creationId="{BA4EFA8A-5817-B636-ED51-3F9F02701D1F}"/>
          </ac:grpSpMkLst>
        </pc:grpChg>
        <pc:graphicFrameChg chg="mod">
          <ac:chgData name="김명호" userId="e0d603aa-548e-418b-a070-918475337925" providerId="ADAL" clId="{EB451184-BA9A-4A5C-9B3F-495ADF05D454}" dt="2023-09-22T07:38:42.317" v="23162"/>
          <ac:graphicFrameMkLst>
            <pc:docMk/>
            <pc:sldMk cId="3102810174" sldId="1096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0T10:43:41.305" v="14290" actId="478"/>
          <ac:picMkLst>
            <pc:docMk/>
            <pc:sldMk cId="3102810174" sldId="1096"/>
            <ac:picMk id="4" creationId="{3CC58FA6-B19F-86DA-9730-9C0F3FAABFF0}"/>
          </ac:picMkLst>
        </pc:picChg>
        <pc:picChg chg="add mod modCrop">
          <ac:chgData name="김명호" userId="e0d603aa-548e-418b-a070-918475337925" providerId="ADAL" clId="{EB451184-BA9A-4A5C-9B3F-495ADF05D454}" dt="2023-09-20T10:44:05.871" v="14300" actId="1076"/>
          <ac:picMkLst>
            <pc:docMk/>
            <pc:sldMk cId="3102810174" sldId="1096"/>
            <ac:picMk id="15" creationId="{0C2CB98C-7BCE-0F8A-4FBB-343E9D0C8699}"/>
          </ac:picMkLst>
        </pc:picChg>
        <pc:cxnChg chg="del ord">
          <ac:chgData name="김명호" userId="e0d603aa-548e-418b-a070-918475337925" providerId="ADAL" clId="{EB451184-BA9A-4A5C-9B3F-495ADF05D454}" dt="2023-09-20T10:44:14.982" v="14302" actId="478"/>
          <ac:cxnSpMkLst>
            <pc:docMk/>
            <pc:sldMk cId="3102810174" sldId="1096"/>
            <ac:cxnSpMk id="6" creationId="{CD1269DC-8BFA-D544-6940-B35F25C37D76}"/>
          </ac:cxnSpMkLst>
        </pc:cxnChg>
        <pc:cxnChg chg="del ord">
          <ac:chgData name="김명호" userId="e0d603aa-548e-418b-a070-918475337925" providerId="ADAL" clId="{EB451184-BA9A-4A5C-9B3F-495ADF05D454}" dt="2023-09-20T10:44:14.982" v="14302" actId="478"/>
          <ac:cxnSpMkLst>
            <pc:docMk/>
            <pc:sldMk cId="3102810174" sldId="1096"/>
            <ac:cxnSpMk id="9" creationId="{26F62C8D-8967-6B0B-ABB2-27C95505D037}"/>
          </ac:cxnSpMkLst>
        </pc:cxnChg>
        <pc:cxnChg chg="mod ord">
          <ac:chgData name="김명호" userId="e0d603aa-548e-418b-a070-918475337925" providerId="ADAL" clId="{EB451184-BA9A-4A5C-9B3F-495ADF05D454}" dt="2023-09-20T10:44:51.031" v="14305" actId="1076"/>
          <ac:cxnSpMkLst>
            <pc:docMk/>
            <pc:sldMk cId="3102810174" sldId="1096"/>
            <ac:cxnSpMk id="13" creationId="{331DDFAF-E372-E3B3-6B05-B0D7F3785A4E}"/>
          </ac:cxnSpMkLst>
        </pc:cxnChg>
        <pc:cxnChg chg="del ord">
          <ac:chgData name="김명호" userId="e0d603aa-548e-418b-a070-918475337925" providerId="ADAL" clId="{EB451184-BA9A-4A5C-9B3F-495ADF05D454}" dt="2023-09-20T10:44:14.982" v="14302" actId="478"/>
          <ac:cxnSpMkLst>
            <pc:docMk/>
            <pc:sldMk cId="3102810174" sldId="1096"/>
            <ac:cxnSpMk id="14" creationId="{9D9CD4C7-AC3B-4B39-A5E8-212DC49A32C6}"/>
          </ac:cxnSpMkLst>
        </pc:cxnChg>
      </pc:sldChg>
      <pc:sldChg chg="add del">
        <pc:chgData name="김명호" userId="e0d603aa-548e-418b-a070-918475337925" providerId="ADAL" clId="{EB451184-BA9A-4A5C-9B3F-495ADF05D454}" dt="2023-09-22T07:12:59.079" v="22140" actId="47"/>
        <pc:sldMkLst>
          <pc:docMk/>
          <pc:sldMk cId="1652861265" sldId="1097"/>
        </pc:sldMkLst>
      </pc:sldChg>
      <pc:sldChg chg="addSp delSp modSp add mod">
        <pc:chgData name="김명호" userId="e0d603aa-548e-418b-a070-918475337925" providerId="ADAL" clId="{EB451184-BA9A-4A5C-9B3F-495ADF05D454}" dt="2023-09-22T07:38:47.262" v="23163"/>
        <pc:sldMkLst>
          <pc:docMk/>
          <pc:sldMk cId="682782998" sldId="1098"/>
        </pc:sldMkLst>
        <pc:spChg chg="mod">
          <ac:chgData name="김명호" userId="e0d603aa-548e-418b-a070-918475337925" providerId="ADAL" clId="{EB451184-BA9A-4A5C-9B3F-495ADF05D454}" dt="2023-09-20T10:48:51.241" v="14608"/>
          <ac:spMkLst>
            <pc:docMk/>
            <pc:sldMk cId="682782998" sldId="1098"/>
            <ac:spMk id="5" creationId="{1F623BD1-D512-AC51-5226-E0690BB0C236}"/>
          </ac:spMkLst>
        </pc:spChg>
        <pc:spChg chg="mod">
          <ac:chgData name="김명호" userId="e0d603aa-548e-418b-a070-918475337925" providerId="ADAL" clId="{EB451184-BA9A-4A5C-9B3F-495ADF05D454}" dt="2023-09-20T10:49:19.556" v="14690" actId="20577"/>
          <ac:spMkLst>
            <pc:docMk/>
            <pc:sldMk cId="682782998" sldId="1098"/>
            <ac:spMk id="6" creationId="{CBBE76E1-EBB5-0361-A384-6C2166620575}"/>
          </ac:spMkLst>
        </pc:spChg>
        <pc:spChg chg="mod">
          <ac:chgData name="김명호" userId="e0d603aa-548e-418b-a070-918475337925" providerId="ADAL" clId="{EB451184-BA9A-4A5C-9B3F-495ADF05D454}" dt="2023-09-20T10:48:43.920" v="14606"/>
          <ac:spMkLst>
            <pc:docMk/>
            <pc:sldMk cId="682782998" sldId="1098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10:48:29.390" v="14604" actId="14100"/>
          <ac:spMkLst>
            <pc:docMk/>
            <pc:sldMk cId="682782998" sldId="1098"/>
            <ac:spMk id="10" creationId="{14F878EE-D031-B862-A82B-49EBF6A805B4}"/>
          </ac:spMkLst>
        </pc:spChg>
        <pc:grpChg chg="add mod">
          <ac:chgData name="김명호" userId="e0d603aa-548e-418b-a070-918475337925" providerId="ADAL" clId="{EB451184-BA9A-4A5C-9B3F-495ADF05D454}" dt="2023-09-20T10:48:51.241" v="14608"/>
          <ac:grpSpMkLst>
            <pc:docMk/>
            <pc:sldMk cId="682782998" sldId="1098"/>
            <ac:grpSpMk id="4" creationId="{41AB8A45-0225-2D8E-1B7D-EA84D191B068}"/>
          </ac:grpSpMkLst>
        </pc:grpChg>
        <pc:grpChg chg="del">
          <ac:chgData name="김명호" userId="e0d603aa-548e-418b-a070-918475337925" providerId="ADAL" clId="{EB451184-BA9A-4A5C-9B3F-495ADF05D454}" dt="2023-09-20T10:48:50.382" v="14607" actId="478"/>
          <ac:grpSpMkLst>
            <pc:docMk/>
            <pc:sldMk cId="682782998" sldId="1098"/>
            <ac:grpSpMk id="16" creationId="{BA4EFA8A-5817-B636-ED51-3F9F02701D1F}"/>
          </ac:grpSpMkLst>
        </pc:grpChg>
        <pc:graphicFrameChg chg="mod modGraphic">
          <ac:chgData name="김명호" userId="e0d603aa-548e-418b-a070-918475337925" providerId="ADAL" clId="{EB451184-BA9A-4A5C-9B3F-495ADF05D454}" dt="2023-09-22T07:38:47.262" v="23163"/>
          <ac:graphicFrameMkLst>
            <pc:docMk/>
            <pc:sldMk cId="682782998" sldId="1098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10:48:31.277" v="14605" actId="1076"/>
          <ac:cxnSpMkLst>
            <pc:docMk/>
            <pc:sldMk cId="682782998" sldId="1098"/>
            <ac:cxnSpMk id="13" creationId="{331DDFAF-E372-E3B3-6B05-B0D7F3785A4E}"/>
          </ac:cxnSpMkLst>
        </pc:cxnChg>
      </pc:sldChg>
      <pc:sldChg chg="delSp modSp add mod">
        <pc:chgData name="김명호" userId="e0d603aa-548e-418b-a070-918475337925" providerId="ADAL" clId="{EB451184-BA9A-4A5C-9B3F-495ADF05D454}" dt="2023-09-22T07:38:50.034" v="23164"/>
        <pc:sldMkLst>
          <pc:docMk/>
          <pc:sldMk cId="3017765659" sldId="1099"/>
        </pc:sldMkLst>
        <pc:spChg chg="mod">
          <ac:chgData name="김명호" userId="e0d603aa-548e-418b-a070-918475337925" providerId="ADAL" clId="{EB451184-BA9A-4A5C-9B3F-495ADF05D454}" dt="2023-09-20T10:49:53.088" v="14697"/>
          <ac:spMkLst>
            <pc:docMk/>
            <pc:sldMk cId="3017765659" sldId="1099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10:49:37.028" v="14695" actId="14100"/>
          <ac:spMkLst>
            <pc:docMk/>
            <pc:sldMk cId="3017765659" sldId="1099"/>
            <ac:spMk id="10" creationId="{14F878EE-D031-B862-A82B-49EBF6A805B4}"/>
          </ac:spMkLst>
        </pc:spChg>
        <pc:grpChg chg="del">
          <ac:chgData name="김명호" userId="e0d603aa-548e-418b-a070-918475337925" providerId="ADAL" clId="{EB451184-BA9A-4A5C-9B3F-495ADF05D454}" dt="2023-09-20T10:49:55.214" v="14698" actId="478"/>
          <ac:grpSpMkLst>
            <pc:docMk/>
            <pc:sldMk cId="3017765659" sldId="1099"/>
            <ac:grpSpMk id="4" creationId="{41AB8A45-0225-2D8E-1B7D-EA84D191B068}"/>
          </ac:grpSpMkLst>
        </pc:grpChg>
        <pc:graphicFrameChg chg="mod modGraphic">
          <ac:chgData name="김명호" userId="e0d603aa-548e-418b-a070-918475337925" providerId="ADAL" clId="{EB451184-BA9A-4A5C-9B3F-495ADF05D454}" dt="2023-09-22T07:38:50.034" v="23164"/>
          <ac:graphicFrameMkLst>
            <pc:docMk/>
            <pc:sldMk cId="3017765659" sldId="1099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10:49:40.269" v="14696" actId="1076"/>
          <ac:cxnSpMkLst>
            <pc:docMk/>
            <pc:sldMk cId="3017765659" sldId="1099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8:53.916" v="23165"/>
        <pc:sldMkLst>
          <pc:docMk/>
          <pc:sldMk cId="245432311" sldId="1100"/>
        </pc:sldMkLst>
        <pc:spChg chg="mod">
          <ac:chgData name="김명호" userId="e0d603aa-548e-418b-a070-918475337925" providerId="ADAL" clId="{EB451184-BA9A-4A5C-9B3F-495ADF05D454}" dt="2023-09-20T11:04:05.273" v="14986"/>
          <ac:spMkLst>
            <pc:docMk/>
            <pc:sldMk cId="245432311" sldId="1100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0T11:04:23.300" v="14990" actId="693"/>
          <ac:spMkLst>
            <pc:docMk/>
            <pc:sldMk cId="245432311" sldId="1100"/>
            <ac:spMk id="9" creationId="{F7BDB6DE-D221-884A-85A9-E06FA0299BB8}"/>
          </ac:spMkLst>
        </pc:spChg>
        <pc:spChg chg="mod ord">
          <ac:chgData name="김명호" userId="e0d603aa-548e-418b-a070-918475337925" providerId="ADAL" clId="{EB451184-BA9A-4A5C-9B3F-495ADF05D454}" dt="2023-09-20T11:02:22.068" v="14738" actId="693"/>
          <ac:spMkLst>
            <pc:docMk/>
            <pc:sldMk cId="245432311" sldId="1100"/>
            <ac:spMk id="10" creationId="{14F878EE-D031-B862-A82B-49EBF6A805B4}"/>
          </ac:spMkLst>
        </pc:spChg>
        <pc:spChg chg="add mod">
          <ac:chgData name="김명호" userId="e0d603aa-548e-418b-a070-918475337925" providerId="ADAL" clId="{EB451184-BA9A-4A5C-9B3F-495ADF05D454}" dt="2023-09-20T11:05:01.599" v="14996" actId="1076"/>
          <ac:spMkLst>
            <pc:docMk/>
            <pc:sldMk cId="245432311" sldId="1100"/>
            <ac:spMk id="16" creationId="{A2DB3C72-F583-C0EB-3555-6ACEB93DFE0B}"/>
          </ac:spMkLst>
        </pc:spChg>
        <pc:graphicFrameChg chg="mod">
          <ac:chgData name="김명호" userId="e0d603aa-548e-418b-a070-918475337925" providerId="ADAL" clId="{EB451184-BA9A-4A5C-9B3F-495ADF05D454}" dt="2023-09-22T07:38:53.916" v="23165"/>
          <ac:graphicFrameMkLst>
            <pc:docMk/>
            <pc:sldMk cId="245432311" sldId="1100"/>
            <ac:graphicFrameMk id="3" creationId="{EB5E6BEF-7528-22F3-81D3-C88DBE43847E}"/>
          </ac:graphicFrameMkLst>
        </pc:graphicFrameChg>
        <pc:picChg chg="add del mod modCrop">
          <ac:chgData name="김명호" userId="e0d603aa-548e-418b-a070-918475337925" providerId="ADAL" clId="{EB451184-BA9A-4A5C-9B3F-495ADF05D454}" dt="2023-09-20T10:58:25.132" v="14727" actId="478"/>
          <ac:picMkLst>
            <pc:docMk/>
            <pc:sldMk cId="245432311" sldId="1100"/>
            <ac:picMk id="5" creationId="{BF84741F-C125-51E9-AC42-3644D63D8206}"/>
          </ac:picMkLst>
        </pc:picChg>
        <pc:picChg chg="add mod modCrop">
          <ac:chgData name="김명호" userId="e0d603aa-548e-418b-a070-918475337925" providerId="ADAL" clId="{EB451184-BA9A-4A5C-9B3F-495ADF05D454}" dt="2023-09-20T11:01:57.832" v="14733" actId="1076"/>
          <ac:picMkLst>
            <pc:docMk/>
            <pc:sldMk cId="245432311" sldId="1100"/>
            <ac:picMk id="8" creationId="{DAD44944-27B1-14B1-0199-B62E0299B7E3}"/>
          </ac:picMkLst>
        </pc:picChg>
        <pc:picChg chg="del">
          <ac:chgData name="김명호" userId="e0d603aa-548e-418b-a070-918475337925" providerId="ADAL" clId="{EB451184-BA9A-4A5C-9B3F-495ADF05D454}" dt="2023-09-20T10:57:31.985" v="14717" actId="478"/>
          <ac:picMkLst>
            <pc:docMk/>
            <pc:sldMk cId="245432311" sldId="1100"/>
            <ac:picMk id="15" creationId="{0C2CB98C-7BCE-0F8A-4FBB-343E9D0C8699}"/>
          </ac:picMkLst>
        </pc:picChg>
        <pc:cxnChg chg="add mod">
          <ac:chgData name="김명호" userId="e0d603aa-548e-418b-a070-918475337925" providerId="ADAL" clId="{EB451184-BA9A-4A5C-9B3F-495ADF05D454}" dt="2023-09-20T11:04:31.264" v="14993" actId="14100"/>
          <ac:cxnSpMkLst>
            <pc:docMk/>
            <pc:sldMk cId="245432311" sldId="1100"/>
            <ac:cxnSpMk id="11" creationId="{67AEB0C9-28B5-CF11-25B4-90D7952770B7}"/>
          </ac:cxnSpMkLst>
        </pc:cxnChg>
        <pc:cxnChg chg="del mod ord">
          <ac:chgData name="김명호" userId="e0d603aa-548e-418b-a070-918475337925" providerId="ADAL" clId="{EB451184-BA9A-4A5C-9B3F-495ADF05D454}" dt="2023-09-20T11:04:35.352" v="14994" actId="478"/>
          <ac:cxnSpMkLst>
            <pc:docMk/>
            <pc:sldMk cId="245432311" sldId="1100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8:56.365" v="23166"/>
        <pc:sldMkLst>
          <pc:docMk/>
          <pc:sldMk cId="2712517793" sldId="1101"/>
        </pc:sldMkLst>
        <pc:spChg chg="add mod">
          <ac:chgData name="김명호" userId="e0d603aa-548e-418b-a070-918475337925" providerId="ADAL" clId="{EB451184-BA9A-4A5C-9B3F-495ADF05D454}" dt="2023-09-20T11:05:49.422" v="15008" actId="1037"/>
          <ac:spMkLst>
            <pc:docMk/>
            <pc:sldMk cId="2712517793" sldId="1101"/>
            <ac:spMk id="4" creationId="{6FB51CB1-0386-702D-473C-47C4459D41D9}"/>
          </ac:spMkLst>
        </pc:spChg>
        <pc:spChg chg="mod">
          <ac:chgData name="김명호" userId="e0d603aa-548e-418b-a070-918475337925" providerId="ADAL" clId="{EB451184-BA9A-4A5C-9B3F-495ADF05D454}" dt="2023-09-20T11:05:54.687" v="15009"/>
          <ac:spMkLst>
            <pc:docMk/>
            <pc:sldMk cId="2712517793" sldId="1101"/>
            <ac:spMk id="7" creationId="{0C81DD60-D84B-4D3C-8F3E-7D0E22E11300}"/>
          </ac:spMkLst>
        </pc:spChg>
        <pc:spChg chg="del">
          <ac:chgData name="김명호" userId="e0d603aa-548e-418b-a070-918475337925" providerId="ADAL" clId="{EB451184-BA9A-4A5C-9B3F-495ADF05D454}" dt="2023-09-20T11:05:40.093" v="14998" actId="478"/>
          <ac:spMkLst>
            <pc:docMk/>
            <pc:sldMk cId="2712517793" sldId="1101"/>
            <ac:spMk id="9" creationId="{F7BDB6DE-D221-884A-85A9-E06FA0299BB8}"/>
          </ac:spMkLst>
        </pc:spChg>
        <pc:spChg chg="del">
          <ac:chgData name="김명호" userId="e0d603aa-548e-418b-a070-918475337925" providerId="ADAL" clId="{EB451184-BA9A-4A5C-9B3F-495ADF05D454}" dt="2023-09-20T11:05:40.093" v="14998" actId="478"/>
          <ac:spMkLst>
            <pc:docMk/>
            <pc:sldMk cId="2712517793" sldId="1101"/>
            <ac:spMk id="10" creationId="{14F878EE-D031-B862-A82B-49EBF6A805B4}"/>
          </ac:spMkLst>
        </pc:spChg>
        <pc:spChg chg="del">
          <ac:chgData name="김명호" userId="e0d603aa-548e-418b-a070-918475337925" providerId="ADAL" clId="{EB451184-BA9A-4A5C-9B3F-495ADF05D454}" dt="2023-09-20T11:09:23.773" v="15011" actId="478"/>
          <ac:spMkLst>
            <pc:docMk/>
            <pc:sldMk cId="2712517793" sldId="1101"/>
            <ac:spMk id="16" creationId="{A2DB3C72-F583-C0EB-3555-6ACEB93DFE0B}"/>
          </ac:spMkLst>
        </pc:spChg>
        <pc:graphicFrameChg chg="mod modGraphic">
          <ac:chgData name="김명호" userId="e0d603aa-548e-418b-a070-918475337925" providerId="ADAL" clId="{EB451184-BA9A-4A5C-9B3F-495ADF05D454}" dt="2023-09-22T07:38:56.365" v="23166"/>
          <ac:graphicFrameMkLst>
            <pc:docMk/>
            <pc:sldMk cId="2712517793" sldId="1101"/>
            <ac:graphicFrameMk id="3" creationId="{EB5E6BEF-7528-22F3-81D3-C88DBE43847E}"/>
          </ac:graphicFrameMkLst>
        </pc:graphicFrameChg>
        <pc:cxnChg chg="add mod">
          <ac:chgData name="김명호" userId="e0d603aa-548e-418b-a070-918475337925" providerId="ADAL" clId="{EB451184-BA9A-4A5C-9B3F-495ADF05D454}" dt="2023-09-20T11:05:49.422" v="15008" actId="1037"/>
          <ac:cxnSpMkLst>
            <pc:docMk/>
            <pc:sldMk cId="2712517793" sldId="1101"/>
            <ac:cxnSpMk id="5" creationId="{838012D8-86F7-2460-D9BC-B9CD7ABE30AB}"/>
          </ac:cxnSpMkLst>
        </pc:cxnChg>
        <pc:cxnChg chg="del">
          <ac:chgData name="김명호" userId="e0d603aa-548e-418b-a070-918475337925" providerId="ADAL" clId="{EB451184-BA9A-4A5C-9B3F-495ADF05D454}" dt="2023-09-20T11:05:40.093" v="14998" actId="478"/>
          <ac:cxnSpMkLst>
            <pc:docMk/>
            <pc:sldMk cId="2712517793" sldId="1101"/>
            <ac:cxnSpMk id="11" creationId="{67AEB0C9-28B5-CF11-25B4-90D7952770B7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8:58.675" v="23167"/>
        <pc:sldMkLst>
          <pc:docMk/>
          <pc:sldMk cId="125764734" sldId="1102"/>
        </pc:sldMkLst>
        <pc:spChg chg="mod">
          <ac:chgData name="김명호" userId="e0d603aa-548e-418b-a070-918475337925" providerId="ADAL" clId="{EB451184-BA9A-4A5C-9B3F-495ADF05D454}" dt="2023-09-20T11:10:47.907" v="15025" actId="14100"/>
          <ac:spMkLst>
            <pc:docMk/>
            <pc:sldMk cId="125764734" sldId="1102"/>
            <ac:spMk id="4" creationId="{6FB51CB1-0386-702D-473C-47C4459D41D9}"/>
          </ac:spMkLst>
        </pc:spChg>
        <pc:spChg chg="mod">
          <ac:chgData name="김명호" userId="e0d603aa-548e-418b-a070-918475337925" providerId="ADAL" clId="{EB451184-BA9A-4A5C-9B3F-495ADF05D454}" dt="2023-09-20T11:11:17.189" v="15028" actId="21"/>
          <ac:spMkLst>
            <pc:docMk/>
            <pc:sldMk cId="125764734" sldId="1102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11:11:25.256" v="15029"/>
          <ac:spMkLst>
            <pc:docMk/>
            <pc:sldMk cId="125764734" sldId="1102"/>
            <ac:spMk id="11" creationId="{D6CA5E26-7E29-557A-EB29-5BB79DCC6E76}"/>
          </ac:spMkLst>
        </pc:spChg>
        <pc:spChg chg="mod">
          <ac:chgData name="김명호" userId="e0d603aa-548e-418b-a070-918475337925" providerId="ADAL" clId="{EB451184-BA9A-4A5C-9B3F-495ADF05D454}" dt="2023-09-20T11:11:52.404" v="15032"/>
          <ac:spMkLst>
            <pc:docMk/>
            <pc:sldMk cId="125764734" sldId="1102"/>
            <ac:spMk id="12" creationId="{8FA8206D-6E07-DD98-9853-1B09A04F1929}"/>
          </ac:spMkLst>
        </pc:spChg>
        <pc:grpChg chg="add mod">
          <ac:chgData name="김명호" userId="e0d603aa-548e-418b-a070-918475337925" providerId="ADAL" clId="{EB451184-BA9A-4A5C-9B3F-495ADF05D454}" dt="2023-09-20T11:11:25.256" v="15029"/>
          <ac:grpSpMkLst>
            <pc:docMk/>
            <pc:sldMk cId="125764734" sldId="1102"/>
            <ac:grpSpMk id="10" creationId="{9BD4D759-3BE9-C88B-DAD2-E291138688B9}"/>
          </ac:grpSpMkLst>
        </pc:grpChg>
        <pc:graphicFrameChg chg="mod modGraphic">
          <ac:chgData name="김명호" userId="e0d603aa-548e-418b-a070-918475337925" providerId="ADAL" clId="{EB451184-BA9A-4A5C-9B3F-495ADF05D454}" dt="2023-09-22T07:38:58.675" v="23167"/>
          <ac:graphicFrameMkLst>
            <pc:docMk/>
            <pc:sldMk cId="125764734" sldId="1102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0T11:09:27.705" v="15013" actId="478"/>
          <ac:picMkLst>
            <pc:docMk/>
            <pc:sldMk cId="125764734" sldId="1102"/>
            <ac:picMk id="8" creationId="{DAD44944-27B1-14B1-0199-B62E0299B7E3}"/>
          </ac:picMkLst>
        </pc:picChg>
        <pc:picChg chg="add mod ord modCrop">
          <ac:chgData name="김명호" userId="e0d603aa-548e-418b-a070-918475337925" providerId="ADAL" clId="{EB451184-BA9A-4A5C-9B3F-495ADF05D454}" dt="2023-09-20T11:10:20.948" v="15021" actId="167"/>
          <ac:picMkLst>
            <pc:docMk/>
            <pc:sldMk cId="125764734" sldId="1102"/>
            <ac:picMk id="9" creationId="{EB2B297F-602E-AAC2-F889-36AABD926840}"/>
          </ac:picMkLst>
        </pc:picChg>
        <pc:cxnChg chg="mod">
          <ac:chgData name="김명호" userId="e0d603aa-548e-418b-a070-918475337925" providerId="ADAL" clId="{EB451184-BA9A-4A5C-9B3F-495ADF05D454}" dt="2023-09-20T11:10:51.107" v="15026" actId="1076"/>
          <ac:cxnSpMkLst>
            <pc:docMk/>
            <pc:sldMk cId="125764734" sldId="1102"/>
            <ac:cxnSpMk id="5" creationId="{838012D8-86F7-2460-D9BC-B9CD7ABE30AB}"/>
          </ac:cxnSpMkLst>
        </pc:cxnChg>
      </pc:sldChg>
      <pc:sldChg chg="delSp modSp add mod">
        <pc:chgData name="김명호" userId="e0d603aa-548e-418b-a070-918475337925" providerId="ADAL" clId="{EB451184-BA9A-4A5C-9B3F-495ADF05D454}" dt="2023-09-22T07:39:01.944" v="23168"/>
        <pc:sldMkLst>
          <pc:docMk/>
          <pc:sldMk cId="3977313246" sldId="1103"/>
        </pc:sldMkLst>
        <pc:spChg chg="mod">
          <ac:chgData name="김명호" userId="e0d603aa-548e-418b-a070-918475337925" providerId="ADAL" clId="{EB451184-BA9A-4A5C-9B3F-495ADF05D454}" dt="2023-09-20T11:13:34.293" v="15038" actId="1036"/>
          <ac:spMkLst>
            <pc:docMk/>
            <pc:sldMk cId="3977313246" sldId="1103"/>
            <ac:spMk id="4" creationId="{6FB51CB1-0386-702D-473C-47C4459D41D9}"/>
          </ac:spMkLst>
        </pc:spChg>
        <pc:spChg chg="mod">
          <ac:chgData name="김명호" userId="e0d603aa-548e-418b-a070-918475337925" providerId="ADAL" clId="{EB451184-BA9A-4A5C-9B3F-495ADF05D454}" dt="2023-09-20T11:14:44.812" v="15271" actId="13926"/>
          <ac:spMkLst>
            <pc:docMk/>
            <pc:sldMk cId="3977313246" sldId="1103"/>
            <ac:spMk id="7" creationId="{0C81DD60-D84B-4D3C-8F3E-7D0E22E11300}"/>
          </ac:spMkLst>
        </pc:spChg>
        <pc:grpChg chg="del">
          <ac:chgData name="김명호" userId="e0d603aa-548e-418b-a070-918475337925" providerId="ADAL" clId="{EB451184-BA9A-4A5C-9B3F-495ADF05D454}" dt="2023-09-20T11:13:40.018" v="15039" actId="478"/>
          <ac:grpSpMkLst>
            <pc:docMk/>
            <pc:sldMk cId="3977313246" sldId="1103"/>
            <ac:grpSpMk id="10" creationId="{9BD4D759-3BE9-C88B-DAD2-E291138688B9}"/>
          </ac:grpSpMkLst>
        </pc:grpChg>
        <pc:graphicFrameChg chg="mod">
          <ac:chgData name="김명호" userId="e0d603aa-548e-418b-a070-918475337925" providerId="ADAL" clId="{EB451184-BA9A-4A5C-9B3F-495ADF05D454}" dt="2023-09-22T07:39:01.944" v="23168"/>
          <ac:graphicFrameMkLst>
            <pc:docMk/>
            <pc:sldMk cId="3977313246" sldId="1103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11:13:34.293" v="15038" actId="1036"/>
          <ac:cxnSpMkLst>
            <pc:docMk/>
            <pc:sldMk cId="3977313246" sldId="1103"/>
            <ac:cxnSpMk id="5" creationId="{838012D8-86F7-2460-D9BC-B9CD7ABE30AB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9:04.809" v="23169"/>
        <pc:sldMkLst>
          <pc:docMk/>
          <pc:sldMk cId="3807508914" sldId="1104"/>
        </pc:sldMkLst>
        <pc:spChg chg="mod">
          <ac:chgData name="김명호" userId="e0d603aa-548e-418b-a070-918475337925" providerId="ADAL" clId="{EB451184-BA9A-4A5C-9B3F-495ADF05D454}" dt="2023-09-20T11:19:57.650" v="15505"/>
          <ac:spMkLst>
            <pc:docMk/>
            <pc:sldMk cId="3807508914" sldId="1104"/>
            <ac:spMk id="4" creationId="{B29C842E-FD35-555C-803F-4C01A8C6EA32}"/>
          </ac:spMkLst>
        </pc:spChg>
        <pc:spChg chg="mod ord">
          <ac:chgData name="김명호" userId="e0d603aa-548e-418b-a070-918475337925" providerId="ADAL" clId="{EB451184-BA9A-4A5C-9B3F-495ADF05D454}" dt="2023-09-20T11:21:06.178" v="15521" actId="1076"/>
          <ac:spMkLst>
            <pc:docMk/>
            <pc:sldMk cId="3807508914" sldId="1104"/>
            <ac:spMk id="11" creationId="{5FE8FE42-2B15-8E91-CBD7-11BAC37EAEF7}"/>
          </ac:spMkLst>
        </pc:spChg>
        <pc:spChg chg="mod ord">
          <ac:chgData name="김명호" userId="e0d603aa-548e-418b-a070-918475337925" providerId="ADAL" clId="{EB451184-BA9A-4A5C-9B3F-495ADF05D454}" dt="2023-09-20T11:21:06.178" v="15521" actId="1076"/>
          <ac:spMkLst>
            <pc:docMk/>
            <pc:sldMk cId="3807508914" sldId="1104"/>
            <ac:spMk id="14" creationId="{B5C26A1A-0191-19A4-8426-BDE238A47C86}"/>
          </ac:spMkLst>
        </pc:spChg>
        <pc:spChg chg="del">
          <ac:chgData name="김명호" userId="e0d603aa-548e-418b-a070-918475337925" providerId="ADAL" clId="{EB451184-BA9A-4A5C-9B3F-495ADF05D454}" dt="2023-09-20T11:20:21.817" v="15510" actId="478"/>
          <ac:spMkLst>
            <pc:docMk/>
            <pc:sldMk cId="3807508914" sldId="1104"/>
            <ac:spMk id="19" creationId="{B6FD7108-32AB-73EA-EB39-9310F4129214}"/>
          </ac:spMkLst>
        </pc:spChg>
        <pc:spChg chg="add mod">
          <ac:chgData name="김명호" userId="e0d603aa-548e-418b-a070-918475337925" providerId="ADAL" clId="{EB451184-BA9A-4A5C-9B3F-495ADF05D454}" dt="2023-09-20T11:21:06.178" v="15521" actId="1076"/>
          <ac:spMkLst>
            <pc:docMk/>
            <pc:sldMk cId="3807508914" sldId="1104"/>
            <ac:spMk id="25" creationId="{A3C95476-EF99-2917-92DE-23C94CF9CBE2}"/>
          </ac:spMkLst>
        </pc:spChg>
        <pc:spChg chg="add mod">
          <ac:chgData name="김명호" userId="e0d603aa-548e-418b-a070-918475337925" providerId="ADAL" clId="{EB451184-BA9A-4A5C-9B3F-495ADF05D454}" dt="2023-09-20T11:21:06.178" v="15521" actId="1076"/>
          <ac:spMkLst>
            <pc:docMk/>
            <pc:sldMk cId="3807508914" sldId="1104"/>
            <ac:spMk id="27" creationId="{102A3433-07AD-CE8E-E65B-D5BA2087CB70}"/>
          </ac:spMkLst>
        </pc:spChg>
        <pc:spChg chg="del">
          <ac:chgData name="김명호" userId="e0d603aa-548e-418b-a070-918475337925" providerId="ADAL" clId="{EB451184-BA9A-4A5C-9B3F-495ADF05D454}" dt="2023-09-20T11:20:21.817" v="15510" actId="478"/>
          <ac:spMkLst>
            <pc:docMk/>
            <pc:sldMk cId="3807508914" sldId="1104"/>
            <ac:spMk id="28" creationId="{1213D27D-89AA-0854-11CD-DCB410D01EFF}"/>
          </ac:spMkLst>
        </pc:spChg>
        <pc:spChg chg="add mod">
          <ac:chgData name="김명호" userId="e0d603aa-548e-418b-a070-918475337925" providerId="ADAL" clId="{EB451184-BA9A-4A5C-9B3F-495ADF05D454}" dt="2023-09-20T11:21:02.214" v="15520"/>
          <ac:spMkLst>
            <pc:docMk/>
            <pc:sldMk cId="3807508914" sldId="1104"/>
            <ac:spMk id="34" creationId="{3E674247-52F3-4360-46A2-C76D54B118CE}"/>
          </ac:spMkLst>
        </pc:spChg>
        <pc:spChg chg="add mod">
          <ac:chgData name="김명호" userId="e0d603aa-548e-418b-a070-918475337925" providerId="ADAL" clId="{EB451184-BA9A-4A5C-9B3F-495ADF05D454}" dt="2023-09-20T11:21:02.214" v="15520"/>
          <ac:spMkLst>
            <pc:docMk/>
            <pc:sldMk cId="3807508914" sldId="1104"/>
            <ac:spMk id="35" creationId="{E426F4D5-A103-9962-2E32-F89B87F44C6E}"/>
          </ac:spMkLst>
        </pc:spChg>
        <pc:graphicFrameChg chg="mod">
          <ac:chgData name="김명호" userId="e0d603aa-548e-418b-a070-918475337925" providerId="ADAL" clId="{EB451184-BA9A-4A5C-9B3F-495ADF05D454}" dt="2023-09-22T07:39:04.809" v="23169"/>
          <ac:graphicFrameMkLst>
            <pc:docMk/>
            <pc:sldMk cId="3807508914" sldId="1104"/>
            <ac:graphicFrameMk id="6" creationId="{924148D2-5097-2877-1A30-57054C4A5264}"/>
          </ac:graphicFrameMkLst>
        </pc:graphicFrameChg>
        <pc:picChg chg="del">
          <ac:chgData name="김명호" userId="e0d603aa-548e-418b-a070-918475337925" providerId="ADAL" clId="{EB451184-BA9A-4A5C-9B3F-495ADF05D454}" dt="2023-09-20T11:18:08.465" v="15273" actId="478"/>
          <ac:picMkLst>
            <pc:docMk/>
            <pc:sldMk cId="3807508914" sldId="1104"/>
            <ac:picMk id="7" creationId="{8162321A-93A6-1461-16E9-6B1C5573BCAC}"/>
          </ac:picMkLst>
        </pc:picChg>
        <pc:picChg chg="add mod modCrop">
          <ac:chgData name="김명호" userId="e0d603aa-548e-418b-a070-918475337925" providerId="ADAL" clId="{EB451184-BA9A-4A5C-9B3F-495ADF05D454}" dt="2023-09-20T11:21:06.178" v="15521" actId="1076"/>
          <ac:picMkLst>
            <pc:docMk/>
            <pc:sldMk cId="3807508914" sldId="1104"/>
            <ac:picMk id="8" creationId="{359F2C7F-A183-305A-E1E2-64F87BF3A18E}"/>
          </ac:picMkLst>
        </pc:picChg>
        <pc:picChg chg="del">
          <ac:chgData name="김명호" userId="e0d603aa-548e-418b-a070-918475337925" providerId="ADAL" clId="{EB451184-BA9A-4A5C-9B3F-495ADF05D454}" dt="2023-09-20T11:18:08.880" v="15274" actId="478"/>
          <ac:picMkLst>
            <pc:docMk/>
            <pc:sldMk cId="3807508914" sldId="1104"/>
            <ac:picMk id="10" creationId="{B307BAB5-BE17-D5DB-A561-D8DC431B6375}"/>
          </ac:picMkLst>
        </pc:picChg>
        <pc:picChg chg="add mod modCrop">
          <ac:chgData name="김명호" userId="e0d603aa-548e-418b-a070-918475337925" providerId="ADAL" clId="{EB451184-BA9A-4A5C-9B3F-495ADF05D454}" dt="2023-09-20T11:21:06.178" v="15521" actId="1076"/>
          <ac:picMkLst>
            <pc:docMk/>
            <pc:sldMk cId="3807508914" sldId="1104"/>
            <ac:picMk id="12" creationId="{25302AD6-6403-C61D-36E7-A5DFB85200EA}"/>
          </ac:picMkLst>
        </pc:picChg>
        <pc:picChg chg="del">
          <ac:chgData name="김명호" userId="e0d603aa-548e-418b-a070-918475337925" providerId="ADAL" clId="{EB451184-BA9A-4A5C-9B3F-495ADF05D454}" dt="2023-09-20T11:18:09.324" v="15275" actId="478"/>
          <ac:picMkLst>
            <pc:docMk/>
            <pc:sldMk cId="3807508914" sldId="1104"/>
            <ac:picMk id="17" creationId="{CD99C06C-5FD3-B517-F192-CFC33DF6EFD7}"/>
          </ac:picMkLst>
        </pc:picChg>
        <pc:picChg chg="del">
          <ac:chgData name="김명호" userId="e0d603aa-548e-418b-a070-918475337925" providerId="ADAL" clId="{EB451184-BA9A-4A5C-9B3F-495ADF05D454}" dt="2023-09-20T11:18:09.688" v="15276" actId="478"/>
          <ac:picMkLst>
            <pc:docMk/>
            <pc:sldMk cId="3807508914" sldId="1104"/>
            <ac:picMk id="18" creationId="{89B4DDF9-B3DE-A123-F5C1-CD5E286A5A9F}"/>
          </ac:picMkLst>
        </pc:picChg>
        <pc:picChg chg="add mod">
          <ac:chgData name="김명호" userId="e0d603aa-548e-418b-a070-918475337925" providerId="ADAL" clId="{EB451184-BA9A-4A5C-9B3F-495ADF05D454}" dt="2023-09-20T11:21:06.178" v="15521" actId="1076"/>
          <ac:picMkLst>
            <pc:docMk/>
            <pc:sldMk cId="3807508914" sldId="1104"/>
            <ac:picMk id="23" creationId="{ADD75AC1-C1C6-9D0D-5605-CA67D9D1C549}"/>
          </ac:picMkLst>
        </pc:picChg>
        <pc:picChg chg="add mod">
          <ac:chgData name="김명호" userId="e0d603aa-548e-418b-a070-918475337925" providerId="ADAL" clId="{EB451184-BA9A-4A5C-9B3F-495ADF05D454}" dt="2023-09-20T11:21:06.178" v="15521" actId="1076"/>
          <ac:picMkLst>
            <pc:docMk/>
            <pc:sldMk cId="3807508914" sldId="1104"/>
            <ac:picMk id="24" creationId="{04CEBE54-6C20-44B1-A1DC-18E7EB51C870}"/>
          </ac:picMkLst>
        </pc:picChg>
        <pc:cxnChg chg="mod ord">
          <ac:chgData name="김명호" userId="e0d603aa-548e-418b-a070-918475337925" providerId="ADAL" clId="{EB451184-BA9A-4A5C-9B3F-495ADF05D454}" dt="2023-09-20T11:21:06.178" v="15521" actId="1076"/>
          <ac:cxnSpMkLst>
            <pc:docMk/>
            <pc:sldMk cId="3807508914" sldId="1104"/>
            <ac:cxnSpMk id="13" creationId="{6387ACAF-04E1-5894-06FE-B0F44514EAE8}"/>
          </ac:cxnSpMkLst>
        </pc:cxnChg>
        <pc:cxnChg chg="del mod">
          <ac:chgData name="김명호" userId="e0d603aa-548e-418b-a070-918475337925" providerId="ADAL" clId="{EB451184-BA9A-4A5C-9B3F-495ADF05D454}" dt="2023-09-20T11:20:21.817" v="15510" actId="478"/>
          <ac:cxnSpMkLst>
            <pc:docMk/>
            <pc:sldMk cId="3807508914" sldId="1104"/>
            <ac:cxnSpMk id="22" creationId="{E9723223-86BD-187E-2118-AB8EB16A9B88}"/>
          </ac:cxnSpMkLst>
        </pc:cxnChg>
        <pc:cxnChg chg="add mod">
          <ac:chgData name="김명호" userId="e0d603aa-548e-418b-a070-918475337925" providerId="ADAL" clId="{EB451184-BA9A-4A5C-9B3F-495ADF05D454}" dt="2023-09-20T11:21:06.178" v="15521" actId="1076"/>
          <ac:cxnSpMkLst>
            <pc:docMk/>
            <pc:sldMk cId="3807508914" sldId="1104"/>
            <ac:cxnSpMk id="26" creationId="{7286124D-3EAB-FCAE-D569-317ED9CAA3E1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9:07.934" v="23170"/>
        <pc:sldMkLst>
          <pc:docMk/>
          <pc:sldMk cId="2600244244" sldId="1105"/>
        </pc:sldMkLst>
        <pc:spChg chg="mod">
          <ac:chgData name="김명호" userId="e0d603aa-548e-418b-a070-918475337925" providerId="ADAL" clId="{EB451184-BA9A-4A5C-9B3F-495ADF05D454}" dt="2023-09-20T11:57:43.911" v="16259"/>
          <ac:spMkLst>
            <pc:docMk/>
            <pc:sldMk cId="2600244244" sldId="1105"/>
            <ac:spMk id="4" creationId="{B29C842E-FD35-555C-803F-4C01A8C6EA32}"/>
          </ac:spMkLst>
        </pc:spChg>
        <pc:spChg chg="mod ord">
          <ac:chgData name="김명호" userId="e0d603aa-548e-418b-a070-918475337925" providerId="ADAL" clId="{EB451184-BA9A-4A5C-9B3F-495ADF05D454}" dt="2023-09-20T11:54:56.870" v="16028" actId="166"/>
          <ac:spMkLst>
            <pc:docMk/>
            <pc:sldMk cId="2600244244" sldId="1105"/>
            <ac:spMk id="11" creationId="{5FE8FE42-2B15-8E91-CBD7-11BAC37EAEF7}"/>
          </ac:spMkLst>
        </pc:spChg>
        <pc:spChg chg="mod ord">
          <ac:chgData name="김명호" userId="e0d603aa-548e-418b-a070-918475337925" providerId="ADAL" clId="{EB451184-BA9A-4A5C-9B3F-495ADF05D454}" dt="2023-09-20T11:55:07.521" v="16029" actId="14100"/>
          <ac:spMkLst>
            <pc:docMk/>
            <pc:sldMk cId="2600244244" sldId="1105"/>
            <ac:spMk id="14" creationId="{B5C26A1A-0191-19A4-8426-BDE238A47C86}"/>
          </ac:spMkLst>
        </pc:spChg>
        <pc:spChg chg="add mod ord">
          <ac:chgData name="김명호" userId="e0d603aa-548e-418b-a070-918475337925" providerId="ADAL" clId="{EB451184-BA9A-4A5C-9B3F-495ADF05D454}" dt="2023-09-20T11:55:40.226" v="16037" actId="208"/>
          <ac:spMkLst>
            <pc:docMk/>
            <pc:sldMk cId="2600244244" sldId="1105"/>
            <ac:spMk id="19" creationId="{1776BC2A-1AAA-7307-F8CA-F7C9AA40955F}"/>
          </ac:spMkLst>
        </pc:spChg>
        <pc:spChg chg="add mod ord">
          <ac:chgData name="김명호" userId="e0d603aa-548e-418b-a070-918475337925" providerId="ADAL" clId="{EB451184-BA9A-4A5C-9B3F-495ADF05D454}" dt="2023-09-20T11:55:40.226" v="16037" actId="208"/>
          <ac:spMkLst>
            <pc:docMk/>
            <pc:sldMk cId="2600244244" sldId="1105"/>
            <ac:spMk id="21" creationId="{B0A69809-622C-3456-20AA-CF5F57B54486}"/>
          </ac:spMkLst>
        </pc:spChg>
        <pc:spChg chg="del">
          <ac:chgData name="김명호" userId="e0d603aa-548e-418b-a070-918475337925" providerId="ADAL" clId="{EB451184-BA9A-4A5C-9B3F-495ADF05D454}" dt="2023-09-20T11:53:12.064" v="16012" actId="478"/>
          <ac:spMkLst>
            <pc:docMk/>
            <pc:sldMk cId="2600244244" sldId="1105"/>
            <ac:spMk id="25" creationId="{A3C95476-EF99-2917-92DE-23C94CF9CBE2}"/>
          </ac:spMkLst>
        </pc:spChg>
        <pc:spChg chg="del">
          <ac:chgData name="김명호" userId="e0d603aa-548e-418b-a070-918475337925" providerId="ADAL" clId="{EB451184-BA9A-4A5C-9B3F-495ADF05D454}" dt="2023-09-20T11:53:12.064" v="16012" actId="478"/>
          <ac:spMkLst>
            <pc:docMk/>
            <pc:sldMk cId="2600244244" sldId="1105"/>
            <ac:spMk id="27" creationId="{102A3433-07AD-CE8E-E65B-D5BA2087CB70}"/>
          </ac:spMkLst>
        </pc:spChg>
        <pc:graphicFrameChg chg="mod">
          <ac:chgData name="김명호" userId="e0d603aa-548e-418b-a070-918475337925" providerId="ADAL" clId="{EB451184-BA9A-4A5C-9B3F-495ADF05D454}" dt="2023-09-22T07:39:07.934" v="23170"/>
          <ac:graphicFrameMkLst>
            <pc:docMk/>
            <pc:sldMk cId="2600244244" sldId="1105"/>
            <ac:graphicFrameMk id="6" creationId="{924148D2-5097-2877-1A30-57054C4A5264}"/>
          </ac:graphicFrameMkLst>
        </pc:graphicFrameChg>
        <pc:picChg chg="add del mod">
          <ac:chgData name="김명호" userId="e0d603aa-548e-418b-a070-918475337925" providerId="ADAL" clId="{EB451184-BA9A-4A5C-9B3F-495ADF05D454}" dt="2023-09-20T11:54:42.632" v="16023" actId="478"/>
          <ac:picMkLst>
            <pc:docMk/>
            <pc:sldMk cId="2600244244" sldId="1105"/>
            <ac:picMk id="2" creationId="{B5F6488E-93FD-B083-8212-67F09B7CA58A}"/>
          </ac:picMkLst>
        </pc:picChg>
        <pc:picChg chg="del">
          <ac:chgData name="김명호" userId="e0d603aa-548e-418b-a070-918475337925" providerId="ADAL" clId="{EB451184-BA9A-4A5C-9B3F-495ADF05D454}" dt="2023-09-20T11:52:25.865" v="15999" actId="478"/>
          <ac:picMkLst>
            <pc:docMk/>
            <pc:sldMk cId="2600244244" sldId="1105"/>
            <ac:picMk id="8" creationId="{359F2C7F-A183-305A-E1E2-64F87BF3A18E}"/>
          </ac:picMkLst>
        </pc:picChg>
        <pc:picChg chg="mod">
          <ac:chgData name="김명호" userId="e0d603aa-548e-418b-a070-918475337925" providerId="ADAL" clId="{EB451184-BA9A-4A5C-9B3F-495ADF05D454}" dt="2023-09-20T11:52:31.112" v="16000" actId="1076"/>
          <ac:picMkLst>
            <pc:docMk/>
            <pc:sldMk cId="2600244244" sldId="1105"/>
            <ac:picMk id="12" creationId="{25302AD6-6403-C61D-36E7-A5DFB85200EA}"/>
          </ac:picMkLst>
        </pc:picChg>
        <pc:picChg chg="add mod">
          <ac:chgData name="김명호" userId="e0d603aa-548e-418b-a070-918475337925" providerId="ADAL" clId="{EB451184-BA9A-4A5C-9B3F-495ADF05D454}" dt="2023-09-20T11:53:26.323" v="16015" actId="1076"/>
          <ac:picMkLst>
            <pc:docMk/>
            <pc:sldMk cId="2600244244" sldId="1105"/>
            <ac:picMk id="17" creationId="{793B19C5-97E0-BD01-17AE-4B2D5CC7832B}"/>
          </ac:picMkLst>
        </pc:picChg>
        <pc:picChg chg="add del mod">
          <ac:chgData name="김명호" userId="e0d603aa-548e-418b-a070-918475337925" providerId="ADAL" clId="{EB451184-BA9A-4A5C-9B3F-495ADF05D454}" dt="2023-09-20T11:55:12.402" v="16030" actId="478"/>
          <ac:picMkLst>
            <pc:docMk/>
            <pc:sldMk cId="2600244244" sldId="1105"/>
            <ac:picMk id="18" creationId="{1A5D43D4-22AB-68D5-5E69-03EF3EC55676}"/>
          </ac:picMkLst>
        </pc:picChg>
        <pc:picChg chg="del">
          <ac:chgData name="김명호" userId="e0d603aa-548e-418b-a070-918475337925" providerId="ADAL" clId="{EB451184-BA9A-4A5C-9B3F-495ADF05D454}" dt="2023-09-20T11:53:12.064" v="16012" actId="478"/>
          <ac:picMkLst>
            <pc:docMk/>
            <pc:sldMk cId="2600244244" sldId="1105"/>
            <ac:picMk id="23" creationId="{ADD75AC1-C1C6-9D0D-5605-CA67D9D1C549}"/>
          </ac:picMkLst>
        </pc:picChg>
        <pc:picChg chg="del">
          <ac:chgData name="김명호" userId="e0d603aa-548e-418b-a070-918475337925" providerId="ADAL" clId="{EB451184-BA9A-4A5C-9B3F-495ADF05D454}" dt="2023-09-20T11:53:12.064" v="16012" actId="478"/>
          <ac:picMkLst>
            <pc:docMk/>
            <pc:sldMk cId="2600244244" sldId="1105"/>
            <ac:picMk id="24" creationId="{04CEBE54-6C20-44B1-A1DC-18E7EB51C870}"/>
          </ac:picMkLst>
        </pc:picChg>
        <pc:picChg chg="add mod ord modCrop">
          <ac:chgData name="김명호" userId="e0d603aa-548e-418b-a070-918475337925" providerId="ADAL" clId="{EB451184-BA9A-4A5C-9B3F-495ADF05D454}" dt="2023-09-20T11:54:49.936" v="16027" actId="167"/>
          <ac:picMkLst>
            <pc:docMk/>
            <pc:sldMk cId="2600244244" sldId="1105"/>
            <ac:picMk id="30" creationId="{B26D55EE-7944-EF8B-4376-8AB2BDDB1692}"/>
          </ac:picMkLst>
        </pc:picChg>
        <pc:picChg chg="add mod ord">
          <ac:chgData name="김명호" userId="e0d603aa-548e-418b-a070-918475337925" providerId="ADAL" clId="{EB451184-BA9A-4A5C-9B3F-495ADF05D454}" dt="2023-09-20T11:55:19.806" v="16035" actId="167"/>
          <ac:picMkLst>
            <pc:docMk/>
            <pc:sldMk cId="2600244244" sldId="1105"/>
            <ac:picMk id="32" creationId="{BFFB37CA-FAB4-9308-D25E-E5B2D7F07628}"/>
          </ac:picMkLst>
        </pc:picChg>
        <pc:cxnChg chg="mod ord">
          <ac:chgData name="김명호" userId="e0d603aa-548e-418b-a070-918475337925" providerId="ADAL" clId="{EB451184-BA9A-4A5C-9B3F-495ADF05D454}" dt="2023-09-20T11:55:07.521" v="16029" actId="14100"/>
          <ac:cxnSpMkLst>
            <pc:docMk/>
            <pc:sldMk cId="2600244244" sldId="1105"/>
            <ac:cxnSpMk id="13" creationId="{6387ACAF-04E1-5894-06FE-B0F44514EAE8}"/>
          </ac:cxnSpMkLst>
        </pc:cxnChg>
        <pc:cxnChg chg="add mod ord">
          <ac:chgData name="김명호" userId="e0d603aa-548e-418b-a070-918475337925" providerId="ADAL" clId="{EB451184-BA9A-4A5C-9B3F-495ADF05D454}" dt="2023-09-20T11:55:40.226" v="16037" actId="208"/>
          <ac:cxnSpMkLst>
            <pc:docMk/>
            <pc:sldMk cId="2600244244" sldId="1105"/>
            <ac:cxnSpMk id="20" creationId="{6EA1B40B-73A6-5FD6-AA5D-D2C0F99843AD}"/>
          </ac:cxnSpMkLst>
        </pc:cxnChg>
        <pc:cxnChg chg="del mod">
          <ac:chgData name="김명호" userId="e0d603aa-548e-418b-a070-918475337925" providerId="ADAL" clId="{EB451184-BA9A-4A5C-9B3F-495ADF05D454}" dt="2023-09-20T11:53:12.064" v="16012" actId="478"/>
          <ac:cxnSpMkLst>
            <pc:docMk/>
            <pc:sldMk cId="2600244244" sldId="1105"/>
            <ac:cxnSpMk id="26" creationId="{7286124D-3EAB-FCAE-D569-317ED9CAA3E1}"/>
          </ac:cxnSpMkLst>
        </pc:cxnChg>
      </pc:sldChg>
      <pc:sldChg chg="add del">
        <pc:chgData name="김명호" userId="e0d603aa-548e-418b-a070-918475337925" providerId="ADAL" clId="{EB451184-BA9A-4A5C-9B3F-495ADF05D454}" dt="2023-09-20T12:00:45.050" v="16263" actId="47"/>
        <pc:sldMkLst>
          <pc:docMk/>
          <pc:sldMk cId="346170477" sldId="1106"/>
        </pc:sldMkLst>
      </pc:sldChg>
      <pc:sldChg chg="addSp delSp modSp add mod">
        <pc:chgData name="김명호" userId="e0d603aa-548e-418b-a070-918475337925" providerId="ADAL" clId="{EB451184-BA9A-4A5C-9B3F-495ADF05D454}" dt="2023-09-22T07:39:13.974" v="23171"/>
        <pc:sldMkLst>
          <pc:docMk/>
          <pc:sldMk cId="2700786403" sldId="1106"/>
        </pc:sldMkLst>
        <pc:spChg chg="mod">
          <ac:chgData name="김명호" userId="e0d603aa-548e-418b-a070-918475337925" providerId="ADAL" clId="{EB451184-BA9A-4A5C-9B3F-495ADF05D454}" dt="2023-09-20T12:01:50.597" v="16365" actId="14100"/>
          <ac:spMkLst>
            <pc:docMk/>
            <pc:sldMk cId="2700786403" sldId="1106"/>
            <ac:spMk id="4" creationId="{6FB51CB1-0386-702D-473C-47C4459D41D9}"/>
          </ac:spMkLst>
        </pc:spChg>
        <pc:spChg chg="mod">
          <ac:chgData name="김명호" userId="e0d603aa-548e-418b-a070-918475337925" providerId="ADAL" clId="{EB451184-BA9A-4A5C-9B3F-495ADF05D454}" dt="2023-09-20T12:02:38.572" v="16464"/>
          <ac:spMkLst>
            <pc:docMk/>
            <pc:sldMk cId="2700786403" sldId="1106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0T12:02:02.605" v="16369" actId="1076"/>
          <ac:spMkLst>
            <pc:docMk/>
            <pc:sldMk cId="2700786403" sldId="1106"/>
            <ac:spMk id="11" creationId="{1014B0AD-13A7-C122-973A-A57115735C28}"/>
          </ac:spMkLst>
        </pc:spChg>
        <pc:graphicFrameChg chg="mod">
          <ac:chgData name="김명호" userId="e0d603aa-548e-418b-a070-918475337925" providerId="ADAL" clId="{EB451184-BA9A-4A5C-9B3F-495ADF05D454}" dt="2023-09-22T07:39:13.974" v="23171"/>
          <ac:graphicFrameMkLst>
            <pc:docMk/>
            <pc:sldMk cId="2700786403" sldId="1106"/>
            <ac:graphicFrameMk id="3" creationId="{EB5E6BEF-7528-22F3-81D3-C88DBE43847E}"/>
          </ac:graphicFrameMkLst>
        </pc:graphicFrameChg>
        <pc:picChg chg="add del mod ord modCrop">
          <ac:chgData name="김명호" userId="e0d603aa-548e-418b-a070-918475337925" providerId="ADAL" clId="{EB451184-BA9A-4A5C-9B3F-495ADF05D454}" dt="2023-09-20T12:04:36.838" v="16524" actId="478"/>
          <ac:picMkLst>
            <pc:docMk/>
            <pc:sldMk cId="2700786403" sldId="1106"/>
            <ac:picMk id="8" creationId="{14EA1B0E-355A-E631-8A3A-AB260C70B86A}"/>
          </ac:picMkLst>
        </pc:picChg>
        <pc:picChg chg="del">
          <ac:chgData name="김명호" userId="e0d603aa-548e-418b-a070-918475337925" providerId="ADAL" clId="{EB451184-BA9A-4A5C-9B3F-495ADF05D454}" dt="2023-09-20T12:01:19.550" v="16356" actId="478"/>
          <ac:picMkLst>
            <pc:docMk/>
            <pc:sldMk cId="2700786403" sldId="1106"/>
            <ac:picMk id="9" creationId="{EB2B297F-602E-AAC2-F889-36AABD926840}"/>
          </ac:picMkLst>
        </pc:picChg>
        <pc:cxnChg chg="mod">
          <ac:chgData name="김명호" userId="e0d603aa-548e-418b-a070-918475337925" providerId="ADAL" clId="{EB451184-BA9A-4A5C-9B3F-495ADF05D454}" dt="2023-09-20T12:01:55.836" v="16366" actId="1076"/>
          <ac:cxnSpMkLst>
            <pc:docMk/>
            <pc:sldMk cId="2700786403" sldId="1106"/>
            <ac:cxnSpMk id="5" creationId="{838012D8-86F7-2460-D9BC-B9CD7ABE30AB}"/>
          </ac:cxnSpMkLst>
        </pc:cxnChg>
        <pc:cxnChg chg="add mod">
          <ac:chgData name="김명호" userId="e0d603aa-548e-418b-a070-918475337925" providerId="ADAL" clId="{EB451184-BA9A-4A5C-9B3F-495ADF05D454}" dt="2023-09-20T12:02:02.605" v="16369" actId="1076"/>
          <ac:cxnSpMkLst>
            <pc:docMk/>
            <pc:sldMk cId="2700786403" sldId="1106"/>
            <ac:cxnSpMk id="12" creationId="{E8011E34-C4CC-D754-D3CA-59007BAEC61D}"/>
          </ac:cxnSpMkLst>
        </pc:cxnChg>
      </pc:sldChg>
      <pc:sldChg chg="add del">
        <pc:chgData name="김명호" userId="e0d603aa-548e-418b-a070-918475337925" providerId="ADAL" clId="{EB451184-BA9A-4A5C-9B3F-495ADF05D454}" dt="2023-09-20T11:59:05.801" v="16261" actId="47"/>
        <pc:sldMkLst>
          <pc:docMk/>
          <pc:sldMk cId="3430317240" sldId="1106"/>
        </pc:sldMkLst>
      </pc:sldChg>
      <pc:sldChg chg="addSp delSp modSp add mod">
        <pc:chgData name="김명호" userId="e0d603aa-548e-418b-a070-918475337925" providerId="ADAL" clId="{EB451184-BA9A-4A5C-9B3F-495ADF05D454}" dt="2023-09-22T07:39:16.638" v="23172"/>
        <pc:sldMkLst>
          <pc:docMk/>
          <pc:sldMk cId="1936214501" sldId="1107"/>
        </pc:sldMkLst>
        <pc:spChg chg="mod">
          <ac:chgData name="김명호" userId="e0d603aa-548e-418b-a070-918475337925" providerId="ADAL" clId="{EB451184-BA9A-4A5C-9B3F-495ADF05D454}" dt="2023-09-20T12:05:17.563" v="16538" actId="14100"/>
          <ac:spMkLst>
            <pc:docMk/>
            <pc:sldMk cId="1936214501" sldId="1107"/>
            <ac:spMk id="4" creationId="{6FB51CB1-0386-702D-473C-47C4459D41D9}"/>
          </ac:spMkLst>
        </pc:spChg>
        <pc:spChg chg="mod">
          <ac:chgData name="김명호" userId="e0d603aa-548e-418b-a070-918475337925" providerId="ADAL" clId="{EB451184-BA9A-4A5C-9B3F-495ADF05D454}" dt="2023-09-20T12:06:07.394" v="16540"/>
          <ac:spMkLst>
            <pc:docMk/>
            <pc:sldMk cId="1936214501" sldId="1107"/>
            <ac:spMk id="7" creationId="{0C81DD60-D84B-4D3C-8F3E-7D0E22E11300}"/>
          </ac:spMkLst>
        </pc:spChg>
        <pc:spChg chg="del">
          <ac:chgData name="김명호" userId="e0d603aa-548e-418b-a070-918475337925" providerId="ADAL" clId="{EB451184-BA9A-4A5C-9B3F-495ADF05D454}" dt="2023-09-20T12:05:07.241" v="16534" actId="478"/>
          <ac:spMkLst>
            <pc:docMk/>
            <pc:sldMk cId="1936214501" sldId="1107"/>
            <ac:spMk id="11" creationId="{1014B0AD-13A7-C122-973A-A57115735C28}"/>
          </ac:spMkLst>
        </pc:spChg>
        <pc:spChg chg="mod">
          <ac:chgData name="김명호" userId="e0d603aa-548e-418b-a070-918475337925" providerId="ADAL" clId="{EB451184-BA9A-4A5C-9B3F-495ADF05D454}" dt="2023-09-20T12:06:24.800" v="16541"/>
          <ac:spMkLst>
            <pc:docMk/>
            <pc:sldMk cId="1936214501" sldId="1107"/>
            <ac:spMk id="14" creationId="{4CCCA89A-36C7-B7E8-9C01-1B3C843362D2}"/>
          </ac:spMkLst>
        </pc:spChg>
        <pc:spChg chg="mod">
          <ac:chgData name="김명호" userId="e0d603aa-548e-418b-a070-918475337925" providerId="ADAL" clId="{EB451184-BA9A-4A5C-9B3F-495ADF05D454}" dt="2023-09-20T12:06:24.800" v="16541"/>
          <ac:spMkLst>
            <pc:docMk/>
            <pc:sldMk cId="1936214501" sldId="1107"/>
            <ac:spMk id="15" creationId="{E2937F45-FDAB-1583-7A10-C1D2178F7556}"/>
          </ac:spMkLst>
        </pc:spChg>
        <pc:spChg chg="mod">
          <ac:chgData name="김명호" userId="e0d603aa-548e-418b-a070-918475337925" providerId="ADAL" clId="{EB451184-BA9A-4A5C-9B3F-495ADF05D454}" dt="2023-09-20T12:06:26.466" v="16543"/>
          <ac:spMkLst>
            <pc:docMk/>
            <pc:sldMk cId="1936214501" sldId="1107"/>
            <ac:spMk id="17" creationId="{8C090486-F7BE-98B6-A1FC-8D5B0F3B3427}"/>
          </ac:spMkLst>
        </pc:spChg>
        <pc:spChg chg="mod">
          <ac:chgData name="김명호" userId="e0d603aa-548e-418b-a070-918475337925" providerId="ADAL" clId="{EB451184-BA9A-4A5C-9B3F-495ADF05D454}" dt="2023-09-20T12:07:48.027" v="16564"/>
          <ac:spMkLst>
            <pc:docMk/>
            <pc:sldMk cId="1936214501" sldId="1107"/>
            <ac:spMk id="18" creationId="{EB2C62F4-2C62-6EBC-DAAB-80E03C55BCBB}"/>
          </ac:spMkLst>
        </pc:spChg>
        <pc:grpChg chg="add del mod">
          <ac:chgData name="김명호" userId="e0d603aa-548e-418b-a070-918475337925" providerId="ADAL" clId="{EB451184-BA9A-4A5C-9B3F-495ADF05D454}" dt="2023-09-20T12:06:25.848" v="16542"/>
          <ac:grpSpMkLst>
            <pc:docMk/>
            <pc:sldMk cId="1936214501" sldId="1107"/>
            <ac:grpSpMk id="13" creationId="{BF7E8A78-FDBE-0EA7-0178-143618712C5E}"/>
          </ac:grpSpMkLst>
        </pc:grpChg>
        <pc:grpChg chg="add mod">
          <ac:chgData name="김명호" userId="e0d603aa-548e-418b-a070-918475337925" providerId="ADAL" clId="{EB451184-BA9A-4A5C-9B3F-495ADF05D454}" dt="2023-09-20T12:06:28.259" v="16544" actId="1076"/>
          <ac:grpSpMkLst>
            <pc:docMk/>
            <pc:sldMk cId="1936214501" sldId="1107"/>
            <ac:grpSpMk id="16" creationId="{BF547287-55A4-8BC0-2FD9-6DBBD6D31E79}"/>
          </ac:grpSpMkLst>
        </pc:grpChg>
        <pc:graphicFrameChg chg="mod modGraphic">
          <ac:chgData name="김명호" userId="e0d603aa-548e-418b-a070-918475337925" providerId="ADAL" clId="{EB451184-BA9A-4A5C-9B3F-495ADF05D454}" dt="2023-09-22T07:39:16.638" v="23172"/>
          <ac:graphicFrameMkLst>
            <pc:docMk/>
            <pc:sldMk cId="1936214501" sldId="1107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0T12:05:00.107" v="16531" actId="478"/>
          <ac:picMkLst>
            <pc:docMk/>
            <pc:sldMk cId="1936214501" sldId="1107"/>
            <ac:picMk id="8" creationId="{14EA1B0E-355A-E631-8A3A-AB260C70B86A}"/>
          </ac:picMkLst>
        </pc:picChg>
        <pc:picChg chg="add mod ord modCrop">
          <ac:chgData name="김명호" userId="e0d603aa-548e-418b-a070-918475337925" providerId="ADAL" clId="{EB451184-BA9A-4A5C-9B3F-495ADF05D454}" dt="2023-09-20T12:05:04.384" v="16533" actId="167"/>
          <ac:picMkLst>
            <pc:docMk/>
            <pc:sldMk cId="1936214501" sldId="1107"/>
            <ac:picMk id="9" creationId="{643C83A6-38BC-6B81-8990-179D10BB7466}"/>
          </ac:picMkLst>
        </pc:picChg>
        <pc:cxnChg chg="mod">
          <ac:chgData name="김명호" userId="e0d603aa-548e-418b-a070-918475337925" providerId="ADAL" clId="{EB451184-BA9A-4A5C-9B3F-495ADF05D454}" dt="2023-09-20T12:05:19.555" v="16539" actId="1076"/>
          <ac:cxnSpMkLst>
            <pc:docMk/>
            <pc:sldMk cId="1936214501" sldId="1107"/>
            <ac:cxnSpMk id="5" creationId="{838012D8-86F7-2460-D9BC-B9CD7ABE30AB}"/>
          </ac:cxnSpMkLst>
        </pc:cxnChg>
        <pc:cxnChg chg="del">
          <ac:chgData name="김명호" userId="e0d603aa-548e-418b-a070-918475337925" providerId="ADAL" clId="{EB451184-BA9A-4A5C-9B3F-495ADF05D454}" dt="2023-09-20T12:05:07.241" v="16534" actId="478"/>
          <ac:cxnSpMkLst>
            <pc:docMk/>
            <pc:sldMk cId="1936214501" sldId="1107"/>
            <ac:cxnSpMk id="12" creationId="{E8011E34-C4CC-D754-D3CA-59007BAEC61D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9:20.324" v="23173"/>
        <pc:sldMkLst>
          <pc:docMk/>
          <pc:sldMk cId="3312114022" sldId="1108"/>
        </pc:sldMkLst>
        <pc:spChg chg="mod">
          <ac:chgData name="김명호" userId="e0d603aa-548e-418b-a070-918475337925" providerId="ADAL" clId="{EB451184-BA9A-4A5C-9B3F-495ADF05D454}" dt="2023-09-20T12:11:09.449" v="16575" actId="14100"/>
          <ac:spMkLst>
            <pc:docMk/>
            <pc:sldMk cId="3312114022" sldId="1108"/>
            <ac:spMk id="4" creationId="{6FB51CB1-0386-702D-473C-47C4459D41D9}"/>
          </ac:spMkLst>
        </pc:spChg>
        <pc:spChg chg="mod">
          <ac:chgData name="김명호" userId="e0d603aa-548e-418b-a070-918475337925" providerId="ADAL" clId="{EB451184-BA9A-4A5C-9B3F-495ADF05D454}" dt="2023-09-22T07:15:11.697" v="22166" actId="13926"/>
          <ac:spMkLst>
            <pc:docMk/>
            <pc:sldMk cId="3312114022" sldId="1108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0T12:11:23.967" v="16590" actId="20577"/>
          <ac:spMkLst>
            <pc:docMk/>
            <pc:sldMk cId="3312114022" sldId="1108"/>
            <ac:spMk id="10" creationId="{E9D39091-88B8-837D-56EF-BDF090686FC9}"/>
          </ac:spMkLst>
        </pc:spChg>
        <pc:grpChg chg="del">
          <ac:chgData name="김명호" userId="e0d603aa-548e-418b-a070-918475337925" providerId="ADAL" clId="{EB451184-BA9A-4A5C-9B3F-495ADF05D454}" dt="2023-09-20T12:12:54" v="17050" actId="478"/>
          <ac:grpSpMkLst>
            <pc:docMk/>
            <pc:sldMk cId="3312114022" sldId="1108"/>
            <ac:grpSpMk id="16" creationId="{BF547287-55A4-8BC0-2FD9-6DBBD6D31E79}"/>
          </ac:grpSpMkLst>
        </pc:grpChg>
        <pc:graphicFrameChg chg="mod modGraphic">
          <ac:chgData name="김명호" userId="e0d603aa-548e-418b-a070-918475337925" providerId="ADAL" clId="{EB451184-BA9A-4A5C-9B3F-495ADF05D454}" dt="2023-09-22T07:39:20.324" v="23173"/>
          <ac:graphicFrameMkLst>
            <pc:docMk/>
            <pc:sldMk cId="3312114022" sldId="1108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B451184-BA9A-4A5C-9B3F-495ADF05D454}" dt="2023-09-20T12:10:58.199" v="16573" actId="167"/>
          <ac:picMkLst>
            <pc:docMk/>
            <pc:sldMk cId="3312114022" sldId="1108"/>
            <ac:picMk id="8" creationId="{954EA7E0-6BF0-B1F2-5A9C-FEF72C2C38A7}"/>
          </ac:picMkLst>
        </pc:picChg>
        <pc:picChg chg="del">
          <ac:chgData name="김명호" userId="e0d603aa-548e-418b-a070-918475337925" providerId="ADAL" clId="{EB451184-BA9A-4A5C-9B3F-495ADF05D454}" dt="2023-09-20T12:10:20.929" v="16566" actId="478"/>
          <ac:picMkLst>
            <pc:docMk/>
            <pc:sldMk cId="3312114022" sldId="1108"/>
            <ac:picMk id="9" creationId="{643C83A6-38BC-6B81-8990-179D10BB7466}"/>
          </ac:picMkLst>
        </pc:picChg>
        <pc:cxnChg chg="mod">
          <ac:chgData name="김명호" userId="e0d603aa-548e-418b-a070-918475337925" providerId="ADAL" clId="{EB451184-BA9A-4A5C-9B3F-495ADF05D454}" dt="2023-09-20T12:11:05.386" v="16574" actId="1076"/>
          <ac:cxnSpMkLst>
            <pc:docMk/>
            <pc:sldMk cId="3312114022" sldId="1108"/>
            <ac:cxnSpMk id="5" creationId="{838012D8-86F7-2460-D9BC-B9CD7ABE30AB}"/>
          </ac:cxnSpMkLst>
        </pc:cxnChg>
      </pc:sldChg>
      <pc:sldChg chg="modSp mod">
        <pc:chgData name="김명호" userId="e0d603aa-548e-418b-a070-918475337925" providerId="ADAL" clId="{EB451184-BA9A-4A5C-9B3F-495ADF05D454}" dt="2023-09-22T07:39:23.101" v="23174"/>
        <pc:sldMkLst>
          <pc:docMk/>
          <pc:sldMk cId="2655692448" sldId="1109"/>
        </pc:sldMkLst>
        <pc:graphicFrameChg chg="mod modGraphic">
          <ac:chgData name="김명호" userId="e0d603aa-548e-418b-a070-918475337925" providerId="ADAL" clId="{EB451184-BA9A-4A5C-9B3F-495ADF05D454}" dt="2023-09-22T07:39:23.101" v="23174"/>
          <ac:graphicFrameMkLst>
            <pc:docMk/>
            <pc:sldMk cId="2655692448" sldId="1109"/>
            <ac:graphicFrameMk id="3" creationId="{EB5E6BEF-7528-22F3-81D3-C88DBE43847E}"/>
          </ac:graphicFrameMkLst>
        </pc:graphicFrameChg>
      </pc:sldChg>
      <pc:sldChg chg="modSp mod">
        <pc:chgData name="김명호" userId="e0d603aa-548e-418b-a070-918475337925" providerId="ADAL" clId="{EB451184-BA9A-4A5C-9B3F-495ADF05D454}" dt="2023-09-22T07:37:25.301" v="23109"/>
        <pc:sldMkLst>
          <pc:docMk/>
          <pc:sldMk cId="4142125621" sldId="1110"/>
        </pc:sldMkLst>
        <pc:graphicFrameChg chg="mod modGraphic">
          <ac:chgData name="김명호" userId="e0d603aa-548e-418b-a070-918475337925" providerId="ADAL" clId="{EB451184-BA9A-4A5C-9B3F-495ADF05D454}" dt="2023-09-22T07:37:25.301" v="23109"/>
          <ac:graphicFrameMkLst>
            <pc:docMk/>
            <pc:sldMk cId="4142125621" sldId="1110"/>
            <ac:graphicFrameMk id="3" creationId="{EB5E6BEF-7528-22F3-81D3-C88DBE43847E}"/>
          </ac:graphicFrameMkLst>
        </pc:graphicFrameChg>
      </pc:sldChg>
      <pc:sldChg chg="modSp mod">
        <pc:chgData name="김명호" userId="e0d603aa-548e-418b-a070-918475337925" providerId="ADAL" clId="{EB451184-BA9A-4A5C-9B3F-495ADF05D454}" dt="2023-09-22T07:37:33.332" v="23127"/>
        <pc:sldMkLst>
          <pc:docMk/>
          <pc:sldMk cId="787417576" sldId="1111"/>
        </pc:sldMkLst>
        <pc:graphicFrameChg chg="mod modGraphic">
          <ac:chgData name="김명호" userId="e0d603aa-548e-418b-a070-918475337925" providerId="ADAL" clId="{EB451184-BA9A-4A5C-9B3F-495ADF05D454}" dt="2023-09-22T07:37:33.332" v="23127"/>
          <ac:graphicFrameMkLst>
            <pc:docMk/>
            <pc:sldMk cId="787417576" sldId="1111"/>
            <ac:graphicFrameMk id="3" creationId="{EB5E6BEF-7528-22F3-81D3-C88DBE43847E}"/>
          </ac:graphicFrameMkLst>
        </pc:graphicFrameChg>
      </pc:sldChg>
      <pc:sldChg chg="modSp mod">
        <pc:chgData name="김명호" userId="e0d603aa-548e-418b-a070-918475337925" providerId="ADAL" clId="{EB451184-BA9A-4A5C-9B3F-495ADF05D454}" dt="2023-09-22T07:39:33.899" v="23190"/>
        <pc:sldMkLst>
          <pc:docMk/>
          <pc:sldMk cId="976008353" sldId="1112"/>
        </pc:sldMkLst>
        <pc:graphicFrameChg chg="mod modGraphic">
          <ac:chgData name="김명호" userId="e0d603aa-548e-418b-a070-918475337925" providerId="ADAL" clId="{EB451184-BA9A-4A5C-9B3F-495ADF05D454}" dt="2023-09-22T07:39:33.899" v="23190"/>
          <ac:graphicFrameMkLst>
            <pc:docMk/>
            <pc:sldMk cId="976008353" sldId="1112"/>
            <ac:graphicFrameMk id="3" creationId="{EB5E6BEF-7528-22F3-81D3-C88DBE43847E}"/>
          </ac:graphicFrameMkLst>
        </pc:graphicFrameChg>
      </pc:sldChg>
      <pc:sldChg chg="modSp mod">
        <pc:chgData name="김명호" userId="e0d603aa-548e-418b-a070-918475337925" providerId="ADAL" clId="{EB451184-BA9A-4A5C-9B3F-495ADF05D454}" dt="2023-09-22T07:39:27.492" v="23175"/>
        <pc:sldMkLst>
          <pc:docMk/>
          <pc:sldMk cId="2778841007" sldId="1113"/>
        </pc:sldMkLst>
        <pc:graphicFrameChg chg="mod modGraphic">
          <ac:chgData name="김명호" userId="e0d603aa-548e-418b-a070-918475337925" providerId="ADAL" clId="{EB451184-BA9A-4A5C-9B3F-495ADF05D454}" dt="2023-09-22T07:39:27.492" v="23175"/>
          <ac:graphicFrameMkLst>
            <pc:docMk/>
            <pc:sldMk cId="2778841007" sldId="1113"/>
            <ac:graphicFrameMk id="3" creationId="{EB5E6BEF-7528-22F3-81D3-C88DBE43847E}"/>
          </ac:graphicFrameMkLst>
        </pc:graphicFrameChg>
      </pc:sldChg>
      <pc:sldChg chg="modSp mod">
        <pc:chgData name="김명호" userId="e0d603aa-548e-418b-a070-918475337925" providerId="ADAL" clId="{EB451184-BA9A-4A5C-9B3F-495ADF05D454}" dt="2023-09-22T07:39:37.884" v="23191"/>
        <pc:sldMkLst>
          <pc:docMk/>
          <pc:sldMk cId="2534469432" sldId="1114"/>
        </pc:sldMkLst>
        <pc:graphicFrameChg chg="mod modGraphic">
          <ac:chgData name="김명호" userId="e0d603aa-548e-418b-a070-918475337925" providerId="ADAL" clId="{EB451184-BA9A-4A5C-9B3F-495ADF05D454}" dt="2023-09-22T07:39:37.884" v="23191"/>
          <ac:graphicFrameMkLst>
            <pc:docMk/>
            <pc:sldMk cId="2534469432" sldId="1114"/>
            <ac:graphicFrameMk id="3" creationId="{EB5E6BEF-7528-22F3-81D3-C88DBE43847E}"/>
          </ac:graphicFrameMkLst>
        </pc:graphicFrameChg>
      </pc:sldChg>
      <pc:sldChg chg="modSp mod">
        <pc:chgData name="김명호" userId="e0d603aa-548e-418b-a070-918475337925" providerId="ADAL" clId="{EB451184-BA9A-4A5C-9B3F-495ADF05D454}" dt="2023-09-22T07:39:47.158" v="23194"/>
        <pc:sldMkLst>
          <pc:docMk/>
          <pc:sldMk cId="2338931314" sldId="1115"/>
        </pc:sldMkLst>
        <pc:graphicFrameChg chg="mod modGraphic">
          <ac:chgData name="김명호" userId="e0d603aa-548e-418b-a070-918475337925" providerId="ADAL" clId="{EB451184-BA9A-4A5C-9B3F-495ADF05D454}" dt="2023-09-22T07:39:47.158" v="23194"/>
          <ac:graphicFrameMkLst>
            <pc:docMk/>
            <pc:sldMk cId="2338931314" sldId="1115"/>
            <ac:graphicFrameMk id="3" creationId="{EB5E6BEF-7528-22F3-81D3-C88DBE43847E}"/>
          </ac:graphicFrameMkLst>
        </pc:graphicFrameChg>
      </pc:sldChg>
      <pc:sldChg chg="modSp mod">
        <pc:chgData name="김명호" userId="e0d603aa-548e-418b-a070-918475337925" providerId="ADAL" clId="{EB451184-BA9A-4A5C-9B3F-495ADF05D454}" dt="2023-09-22T07:39:49.157" v="23195"/>
        <pc:sldMkLst>
          <pc:docMk/>
          <pc:sldMk cId="3052116131" sldId="1116"/>
        </pc:sldMkLst>
        <pc:graphicFrameChg chg="mod modGraphic">
          <ac:chgData name="김명호" userId="e0d603aa-548e-418b-a070-918475337925" providerId="ADAL" clId="{EB451184-BA9A-4A5C-9B3F-495ADF05D454}" dt="2023-09-22T07:39:49.157" v="23195"/>
          <ac:graphicFrameMkLst>
            <pc:docMk/>
            <pc:sldMk cId="3052116131" sldId="1116"/>
            <ac:graphicFrameMk id="3" creationId="{EB5E6BEF-7528-22F3-81D3-C88DBE43847E}"/>
          </ac:graphicFrameMkLst>
        </pc:graphicFrameChg>
      </pc:sldChg>
      <pc:sldChg chg="modSp">
        <pc:chgData name="김명호" userId="e0d603aa-548e-418b-a070-918475337925" providerId="ADAL" clId="{EB451184-BA9A-4A5C-9B3F-495ADF05D454}" dt="2023-09-22T07:39:43.805" v="23193"/>
        <pc:sldMkLst>
          <pc:docMk/>
          <pc:sldMk cId="108431585" sldId="1117"/>
        </pc:sldMkLst>
        <pc:graphicFrameChg chg="mod">
          <ac:chgData name="김명호" userId="e0d603aa-548e-418b-a070-918475337925" providerId="ADAL" clId="{EB451184-BA9A-4A5C-9B3F-495ADF05D454}" dt="2023-09-22T07:39:43.805" v="23193"/>
          <ac:graphicFrameMkLst>
            <pc:docMk/>
            <pc:sldMk cId="108431585" sldId="1117"/>
            <ac:graphicFrameMk id="3" creationId="{EB5E6BEF-7528-22F3-81D3-C88DBE43847E}"/>
          </ac:graphicFrameMkLst>
        </pc:graphicFrameChg>
      </pc:sldChg>
      <pc:sldChg chg="modSp mod">
        <pc:chgData name="김명호" userId="e0d603aa-548e-418b-a070-918475337925" providerId="ADAL" clId="{EB451184-BA9A-4A5C-9B3F-495ADF05D454}" dt="2023-09-22T07:39:55.461" v="23197"/>
        <pc:sldMkLst>
          <pc:docMk/>
          <pc:sldMk cId="385010898" sldId="1118"/>
        </pc:sldMkLst>
        <pc:graphicFrameChg chg="mod modGraphic">
          <ac:chgData name="김명호" userId="e0d603aa-548e-418b-a070-918475337925" providerId="ADAL" clId="{EB451184-BA9A-4A5C-9B3F-495ADF05D454}" dt="2023-09-22T07:39:55.461" v="23197"/>
          <ac:graphicFrameMkLst>
            <pc:docMk/>
            <pc:sldMk cId="385010898" sldId="1118"/>
            <ac:graphicFrameMk id="3" creationId="{EB5E6BEF-7528-22F3-81D3-C88DBE43847E}"/>
          </ac:graphicFrameMkLst>
        </pc:graphicFrameChg>
      </pc:sldChg>
      <pc:sldChg chg="modSp mod">
        <pc:chgData name="김명호" userId="e0d603aa-548e-418b-a070-918475337925" providerId="ADAL" clId="{EB451184-BA9A-4A5C-9B3F-495ADF05D454}" dt="2023-09-22T07:39:53.484" v="23196"/>
        <pc:sldMkLst>
          <pc:docMk/>
          <pc:sldMk cId="632467668" sldId="1119"/>
        </pc:sldMkLst>
        <pc:graphicFrameChg chg="mod modGraphic">
          <ac:chgData name="김명호" userId="e0d603aa-548e-418b-a070-918475337925" providerId="ADAL" clId="{EB451184-BA9A-4A5C-9B3F-495ADF05D454}" dt="2023-09-22T07:39:53.484" v="23196"/>
          <ac:graphicFrameMkLst>
            <pc:docMk/>
            <pc:sldMk cId="632467668" sldId="1119"/>
            <ac:graphicFrameMk id="3" creationId="{EB5E6BEF-7528-22F3-81D3-C88DBE43847E}"/>
          </ac:graphicFrameMkLst>
        </pc:graphicFrameChg>
      </pc:sldChg>
      <pc:sldChg chg="addSp modSp add del mod">
        <pc:chgData name="김명호" userId="e0d603aa-548e-418b-a070-918475337925" providerId="ADAL" clId="{EB451184-BA9A-4A5C-9B3F-495ADF05D454}" dt="2023-09-21T23:15:57.687" v="17791" actId="47"/>
        <pc:sldMkLst>
          <pc:docMk/>
          <pc:sldMk cId="343851099" sldId="1120"/>
        </pc:sldMkLst>
        <pc:spChg chg="add mod">
          <ac:chgData name="김명호" userId="e0d603aa-548e-418b-a070-918475337925" providerId="ADAL" clId="{EB451184-BA9A-4A5C-9B3F-495ADF05D454}" dt="2023-09-21T22:25:26.495" v="17098"/>
          <ac:spMkLst>
            <pc:docMk/>
            <pc:sldMk cId="343851099" sldId="1120"/>
            <ac:spMk id="2" creationId="{FC4F869B-FC3D-3135-5E06-8A0C70D8AA35}"/>
          </ac:spMkLst>
        </pc:spChg>
        <pc:graphicFrameChg chg="mod modGraphic">
          <ac:chgData name="김명호" userId="e0d603aa-548e-418b-a070-918475337925" providerId="ADAL" clId="{EB451184-BA9A-4A5C-9B3F-495ADF05D454}" dt="2023-09-21T22:25:22.237" v="17097" actId="20577"/>
          <ac:graphicFrameMkLst>
            <pc:docMk/>
            <pc:sldMk cId="343851099" sldId="1120"/>
            <ac:graphicFrameMk id="6" creationId="{924148D2-5097-2877-1A30-57054C4A5264}"/>
          </ac:graphicFrameMkLst>
        </pc:graphicFrameChg>
      </pc:sldChg>
      <pc:sldChg chg="add del">
        <pc:chgData name="김명호" userId="e0d603aa-548e-418b-a070-918475337925" providerId="ADAL" clId="{EB451184-BA9A-4A5C-9B3F-495ADF05D454}" dt="2023-09-21T23:32:59.793" v="18233" actId="47"/>
        <pc:sldMkLst>
          <pc:docMk/>
          <pc:sldMk cId="2684778781" sldId="1120"/>
        </pc:sldMkLst>
      </pc:sldChg>
      <pc:sldChg chg="addSp delSp modSp add mod">
        <pc:chgData name="김명호" userId="e0d603aa-548e-418b-a070-918475337925" providerId="ADAL" clId="{EB451184-BA9A-4A5C-9B3F-495ADF05D454}" dt="2023-09-22T07:36:32.706" v="23054" actId="20577"/>
        <pc:sldMkLst>
          <pc:docMk/>
          <pc:sldMk cId="3344446772" sldId="1121"/>
        </pc:sldMkLst>
        <pc:spChg chg="add mod">
          <ac:chgData name="김명호" userId="e0d603aa-548e-418b-a070-918475337925" providerId="ADAL" clId="{EB451184-BA9A-4A5C-9B3F-495ADF05D454}" dt="2023-09-21T22:26:27.316" v="17103"/>
          <ac:spMkLst>
            <pc:docMk/>
            <pc:sldMk cId="3344446772" sldId="1121"/>
            <ac:spMk id="4" creationId="{FB00D494-E965-493B-27CE-6089C4DABBDF}"/>
          </ac:spMkLst>
        </pc:spChg>
        <pc:spChg chg="add mod">
          <ac:chgData name="김명호" userId="e0d603aa-548e-418b-a070-918475337925" providerId="ADAL" clId="{EB451184-BA9A-4A5C-9B3F-495ADF05D454}" dt="2023-09-21T22:26:30.773" v="17108" actId="20577"/>
          <ac:spMkLst>
            <pc:docMk/>
            <pc:sldMk cId="3344446772" sldId="1121"/>
            <ac:spMk id="5" creationId="{D476DBC0-A497-7B82-AEBE-6D3B2AFF391B}"/>
          </ac:spMkLst>
        </pc:spChg>
        <pc:spChg chg="mod">
          <ac:chgData name="김명호" userId="e0d603aa-548e-418b-a070-918475337925" providerId="ADAL" clId="{EB451184-BA9A-4A5C-9B3F-495ADF05D454}" dt="2023-09-22T07:00:18.323" v="21942"/>
          <ac:spMkLst>
            <pc:docMk/>
            <pc:sldMk cId="3344446772" sldId="1121"/>
            <ac:spMk id="11" creationId="{79381DA6-E510-C14D-8125-2AD84A6BD384}"/>
          </ac:spMkLst>
        </pc:spChg>
        <pc:spChg chg="mod">
          <ac:chgData name="김명호" userId="e0d603aa-548e-418b-a070-918475337925" providerId="ADAL" clId="{EB451184-BA9A-4A5C-9B3F-495ADF05D454}" dt="2023-09-22T07:00:25.348" v="21951" actId="20577"/>
          <ac:spMkLst>
            <pc:docMk/>
            <pc:sldMk cId="3344446772" sldId="1121"/>
            <ac:spMk id="12" creationId="{C23B9362-E5FC-9C29-0B1E-E95EB3C3712A}"/>
          </ac:spMkLst>
        </pc:spChg>
        <pc:grpChg chg="add mod">
          <ac:chgData name="김명호" userId="e0d603aa-548e-418b-a070-918475337925" providerId="ADAL" clId="{EB451184-BA9A-4A5C-9B3F-495ADF05D454}" dt="2023-09-22T07:00:29.625" v="21953" actId="1076"/>
          <ac:grpSpMkLst>
            <pc:docMk/>
            <pc:sldMk cId="3344446772" sldId="1121"/>
            <ac:grpSpMk id="9" creationId="{9BBE07B5-D246-2EAB-D8F5-AD1696B3B432}"/>
          </ac:grpSpMkLst>
        </pc:grpChg>
        <pc:grpChg chg="del mod">
          <ac:chgData name="김명호" userId="e0d603aa-548e-418b-a070-918475337925" providerId="ADAL" clId="{EB451184-BA9A-4A5C-9B3F-495ADF05D454}" dt="2023-09-22T07:00:27.594" v="21952" actId="478"/>
          <ac:grpSpMkLst>
            <pc:docMk/>
            <pc:sldMk cId="3344446772" sldId="1121"/>
            <ac:grpSpMk id="13" creationId="{A4C9FD02-DDDD-9325-3CED-1BC58C27B684}"/>
          </ac:grpSpMkLst>
        </pc:grpChg>
        <pc:graphicFrameChg chg="mod modGraphic">
          <ac:chgData name="김명호" userId="e0d603aa-548e-418b-a070-918475337925" providerId="ADAL" clId="{EB451184-BA9A-4A5C-9B3F-495ADF05D454}" dt="2023-09-22T07:36:32.706" v="23054" actId="20577"/>
          <ac:graphicFrameMkLst>
            <pc:docMk/>
            <pc:sldMk cId="3344446772" sldId="1121"/>
            <ac:graphicFrameMk id="3" creationId="{EB5E6BEF-7528-22F3-81D3-C88DBE43847E}"/>
          </ac:graphicFrameMkLst>
        </pc:graphicFrameChg>
        <pc:cxnChg chg="add mod">
          <ac:chgData name="김명호" userId="e0d603aa-548e-418b-a070-918475337925" providerId="ADAL" clId="{EB451184-BA9A-4A5C-9B3F-495ADF05D454}" dt="2023-09-21T22:26:39.863" v="17110" actId="1076"/>
          <ac:cxnSpMkLst>
            <pc:docMk/>
            <pc:sldMk cId="3344446772" sldId="1121"/>
            <ac:cxnSpMk id="6" creationId="{E665FA10-4B99-66EA-B866-3E47CA705B3D}"/>
          </ac:cxnSpMkLst>
        </pc:cxnChg>
      </pc:sldChg>
      <pc:sldChg chg="addSp modSp add mod">
        <pc:chgData name="김명호" userId="e0d603aa-548e-418b-a070-918475337925" providerId="ADAL" clId="{EB451184-BA9A-4A5C-9B3F-495ADF05D454}" dt="2023-09-22T07:37:05.011" v="23087"/>
        <pc:sldMkLst>
          <pc:docMk/>
          <pc:sldMk cId="2243285411" sldId="1122"/>
        </pc:sldMkLst>
        <pc:spChg chg="mod">
          <ac:chgData name="김명호" userId="e0d603aa-548e-418b-a070-918475337925" providerId="ADAL" clId="{EB451184-BA9A-4A5C-9B3F-495ADF05D454}" dt="2023-09-21T22:27:56.059" v="17114"/>
          <ac:spMkLst>
            <pc:docMk/>
            <pc:sldMk cId="2243285411" sldId="1122"/>
            <ac:spMk id="5" creationId="{87BF7C01-0CE1-5D97-6D2C-29AE4C971C9B}"/>
          </ac:spMkLst>
        </pc:spChg>
        <pc:spChg chg="mod">
          <ac:chgData name="김명호" userId="e0d603aa-548e-418b-a070-918475337925" providerId="ADAL" clId="{EB451184-BA9A-4A5C-9B3F-495ADF05D454}" dt="2023-09-21T22:28:50.181" v="17324" actId="6549"/>
          <ac:spMkLst>
            <pc:docMk/>
            <pc:sldMk cId="2243285411" sldId="1122"/>
            <ac:spMk id="6" creationId="{A073EFCD-358E-596A-EDDB-59EDABAA3C53}"/>
          </ac:spMkLst>
        </pc:spChg>
        <pc:spChg chg="mod">
          <ac:chgData name="김명호" userId="e0d603aa-548e-418b-a070-918475337925" providerId="ADAL" clId="{EB451184-BA9A-4A5C-9B3F-495ADF05D454}" dt="2023-09-21T22:28:44.926" v="17317"/>
          <ac:spMkLst>
            <pc:docMk/>
            <pc:sldMk cId="2243285411" sldId="1122"/>
            <ac:spMk id="7" creationId="{0C81DD60-D84B-4D3C-8F3E-7D0E22E11300}"/>
          </ac:spMkLst>
        </pc:spChg>
        <pc:grpChg chg="add mod">
          <ac:chgData name="김명호" userId="e0d603aa-548e-418b-a070-918475337925" providerId="ADAL" clId="{EB451184-BA9A-4A5C-9B3F-495ADF05D454}" dt="2023-09-21T22:28:03.949" v="17117" actId="1076"/>
          <ac:grpSpMkLst>
            <pc:docMk/>
            <pc:sldMk cId="2243285411" sldId="1122"/>
            <ac:grpSpMk id="4" creationId="{A1CB9B2C-8381-3966-FD23-DE1506EB99B1}"/>
          </ac:grpSpMkLst>
        </pc:grpChg>
        <pc:graphicFrameChg chg="mod">
          <ac:chgData name="김명호" userId="e0d603aa-548e-418b-a070-918475337925" providerId="ADAL" clId="{EB451184-BA9A-4A5C-9B3F-495ADF05D454}" dt="2023-09-22T07:37:05.011" v="23087"/>
          <ac:graphicFrameMkLst>
            <pc:docMk/>
            <pc:sldMk cId="2243285411" sldId="1122"/>
            <ac:graphicFrameMk id="3" creationId="{EB5E6BEF-7528-22F3-81D3-C88DBE43847E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37:09.262" v="23089" actId="20577"/>
        <pc:sldMkLst>
          <pc:docMk/>
          <pc:sldMk cId="3745357050" sldId="1123"/>
        </pc:sldMkLst>
        <pc:spChg chg="mod">
          <ac:chgData name="김명호" userId="e0d603aa-548e-418b-a070-918475337925" providerId="ADAL" clId="{EB451184-BA9A-4A5C-9B3F-495ADF05D454}" dt="2023-09-21T23:08:23.875" v="17377"/>
          <ac:spMkLst>
            <pc:docMk/>
            <pc:sldMk cId="3745357050" sldId="1123"/>
            <ac:spMk id="4" creationId="{B29C842E-FD35-555C-803F-4C01A8C6EA32}"/>
          </ac:spMkLst>
        </pc:spChg>
        <pc:graphicFrameChg chg="mod modGraphic">
          <ac:chgData name="김명호" userId="e0d603aa-548e-418b-a070-918475337925" providerId="ADAL" clId="{EB451184-BA9A-4A5C-9B3F-495ADF05D454}" dt="2023-09-22T07:37:09.262" v="23089" actId="20577"/>
          <ac:graphicFrameMkLst>
            <pc:docMk/>
            <pc:sldMk cId="3745357050" sldId="1123"/>
            <ac:graphicFrameMk id="6" creationId="{924148D2-5097-2877-1A30-57054C4A5264}"/>
          </ac:graphicFrameMkLst>
        </pc:graphicFrameChg>
        <pc:picChg chg="mod">
          <ac:chgData name="김명호" userId="e0d603aa-548e-418b-a070-918475337925" providerId="ADAL" clId="{EB451184-BA9A-4A5C-9B3F-495ADF05D454}" dt="2023-09-21T23:08:00.146" v="17330" actId="108"/>
          <ac:picMkLst>
            <pc:docMk/>
            <pc:sldMk cId="3745357050" sldId="1123"/>
            <ac:picMk id="11" creationId="{3CB78B29-B14D-7695-2C9C-828D7F68DEBE}"/>
          </ac:picMkLst>
        </pc:picChg>
        <pc:picChg chg="mod">
          <ac:chgData name="김명호" userId="e0d603aa-548e-418b-a070-918475337925" providerId="ADAL" clId="{EB451184-BA9A-4A5C-9B3F-495ADF05D454}" dt="2023-09-21T23:08:00.791" v="17331" actId="108"/>
          <ac:picMkLst>
            <pc:docMk/>
            <pc:sldMk cId="3745357050" sldId="1123"/>
            <ac:picMk id="17" creationId="{B1846F67-5098-C7B4-4EB1-A73CA5BEA8F3}"/>
          </ac:picMkLst>
        </pc:picChg>
      </pc:sldChg>
      <pc:sldChg chg="modSp add mod">
        <pc:chgData name="김명호" userId="e0d603aa-548e-418b-a070-918475337925" providerId="ADAL" clId="{EB451184-BA9A-4A5C-9B3F-495ADF05D454}" dt="2023-09-22T07:40:04.611" v="23212"/>
        <pc:sldMkLst>
          <pc:docMk/>
          <pc:sldMk cId="885389110" sldId="1124"/>
        </pc:sldMkLst>
        <pc:graphicFrameChg chg="mod modGraphic">
          <ac:chgData name="김명호" userId="e0d603aa-548e-418b-a070-918475337925" providerId="ADAL" clId="{EB451184-BA9A-4A5C-9B3F-495ADF05D454}" dt="2023-09-22T07:40:04.611" v="23212"/>
          <ac:graphicFrameMkLst>
            <pc:docMk/>
            <pc:sldMk cId="885389110" sldId="1124"/>
            <ac:graphicFrameMk id="6" creationId="{924148D2-5097-2877-1A30-57054C4A5264}"/>
          </ac:graphicFrameMkLst>
        </pc:graphicFrameChg>
        <pc:picChg chg="mod">
          <ac:chgData name="김명호" userId="e0d603aa-548e-418b-a070-918475337925" providerId="ADAL" clId="{EB451184-BA9A-4A5C-9B3F-495ADF05D454}" dt="2023-09-21T23:14:47.020" v="17759" actId="108"/>
          <ac:picMkLst>
            <pc:docMk/>
            <pc:sldMk cId="885389110" sldId="1124"/>
            <ac:picMk id="9" creationId="{A5663AF1-BA0B-E527-9B95-C389D6A6A2A7}"/>
          </ac:picMkLst>
        </pc:picChg>
        <pc:picChg chg="mod">
          <ac:chgData name="김명호" userId="e0d603aa-548e-418b-a070-918475337925" providerId="ADAL" clId="{EB451184-BA9A-4A5C-9B3F-495ADF05D454}" dt="2023-09-21T23:14:47.714" v="17760" actId="108"/>
          <ac:picMkLst>
            <pc:docMk/>
            <pc:sldMk cId="885389110" sldId="1124"/>
            <ac:picMk id="26" creationId="{943D4158-3B71-57C7-A23E-18DBFB62A69B}"/>
          </ac:picMkLst>
        </pc:picChg>
        <pc:picChg chg="mod">
          <ac:chgData name="김명호" userId="e0d603aa-548e-418b-a070-918475337925" providerId="ADAL" clId="{EB451184-BA9A-4A5C-9B3F-495ADF05D454}" dt="2023-09-21T23:14:48.762" v="17762" actId="108"/>
          <ac:picMkLst>
            <pc:docMk/>
            <pc:sldMk cId="885389110" sldId="1124"/>
            <ac:picMk id="31" creationId="{2801061B-DACE-6410-49E4-9811FE6FAB63}"/>
          </ac:picMkLst>
        </pc:picChg>
        <pc:picChg chg="mod">
          <ac:chgData name="김명호" userId="e0d603aa-548e-418b-a070-918475337925" providerId="ADAL" clId="{EB451184-BA9A-4A5C-9B3F-495ADF05D454}" dt="2023-09-21T23:14:48.290" v="17761" actId="108"/>
          <ac:picMkLst>
            <pc:docMk/>
            <pc:sldMk cId="885389110" sldId="1124"/>
            <ac:picMk id="32" creationId="{8138D7AA-0BE4-F2C0-3952-473B0CFA8E0D}"/>
          </ac:picMkLst>
        </pc:picChg>
      </pc:sldChg>
      <pc:sldChg chg="delSp modSp add mod">
        <pc:chgData name="김명호" userId="e0d603aa-548e-418b-a070-918475337925" providerId="ADAL" clId="{EB451184-BA9A-4A5C-9B3F-495ADF05D454}" dt="2023-09-22T07:40:10.005" v="23214" actId="20577"/>
        <pc:sldMkLst>
          <pc:docMk/>
          <pc:sldMk cId="2508009420" sldId="1125"/>
        </pc:sldMkLst>
        <pc:spChg chg="mod">
          <ac:chgData name="김명호" userId="e0d603aa-548e-418b-a070-918475337925" providerId="ADAL" clId="{EB451184-BA9A-4A5C-9B3F-495ADF05D454}" dt="2023-09-21T23:15:18.678" v="17789" actId="5793"/>
          <ac:spMkLst>
            <pc:docMk/>
            <pc:sldMk cId="2508009420" sldId="1125"/>
            <ac:spMk id="16" creationId="{C5D173BD-4468-B205-723E-0B8A80DE68FB}"/>
          </ac:spMkLst>
        </pc:spChg>
        <pc:grpChg chg="del">
          <ac:chgData name="김명호" userId="e0d603aa-548e-418b-a070-918475337925" providerId="ADAL" clId="{EB451184-BA9A-4A5C-9B3F-495ADF05D454}" dt="2023-09-21T23:15:08.047" v="17763" actId="478"/>
          <ac:grpSpMkLst>
            <pc:docMk/>
            <pc:sldMk cId="2508009420" sldId="1125"/>
            <ac:grpSpMk id="6" creationId="{22010BE3-4D04-4DC8-6959-AB84A9B66253}"/>
          </ac:grpSpMkLst>
        </pc:grpChg>
        <pc:grpChg chg="mod">
          <ac:chgData name="김명호" userId="e0d603aa-548e-418b-a070-918475337925" providerId="ADAL" clId="{EB451184-BA9A-4A5C-9B3F-495ADF05D454}" dt="2023-09-21T23:15:24.315" v="17790" actId="1076"/>
          <ac:grpSpMkLst>
            <pc:docMk/>
            <pc:sldMk cId="2508009420" sldId="1125"/>
            <ac:grpSpMk id="11" creationId="{27111B62-CD62-224B-F513-FFB272298091}"/>
          </ac:grpSpMkLst>
        </pc:grpChg>
        <pc:graphicFrameChg chg="mod modGraphic">
          <ac:chgData name="김명호" userId="e0d603aa-548e-418b-a070-918475337925" providerId="ADAL" clId="{EB451184-BA9A-4A5C-9B3F-495ADF05D454}" dt="2023-09-22T07:40:10.005" v="23214" actId="20577"/>
          <ac:graphicFrameMkLst>
            <pc:docMk/>
            <pc:sldMk cId="2508009420" sldId="1125"/>
            <ac:graphicFrameMk id="3" creationId="{EB5E6BEF-7528-22F3-81D3-C88DBE43847E}"/>
          </ac:graphicFrameMkLst>
        </pc:graphicFrameChg>
      </pc:sldChg>
      <pc:sldChg chg="addSp modSp add mod">
        <pc:chgData name="김명호" userId="e0d603aa-548e-418b-a070-918475337925" providerId="ADAL" clId="{EB451184-BA9A-4A5C-9B3F-495ADF05D454}" dt="2023-09-22T07:40:14.516" v="23215"/>
        <pc:sldMkLst>
          <pc:docMk/>
          <pc:sldMk cId="3903104015" sldId="1126"/>
        </pc:sldMkLst>
        <pc:spChg chg="add mod">
          <ac:chgData name="김명호" userId="e0d603aa-548e-418b-a070-918475337925" providerId="ADAL" clId="{EB451184-BA9A-4A5C-9B3F-495ADF05D454}" dt="2023-09-21T23:16:11.833" v="17793" actId="20577"/>
          <ac:spMkLst>
            <pc:docMk/>
            <pc:sldMk cId="3903104015" sldId="1126"/>
            <ac:spMk id="2" creationId="{118AAC00-EAE1-F81D-3AE1-94BD1143A622}"/>
          </ac:spMkLst>
        </pc:spChg>
        <pc:graphicFrameChg chg="mod">
          <ac:chgData name="김명호" userId="e0d603aa-548e-418b-a070-918475337925" providerId="ADAL" clId="{EB451184-BA9A-4A5C-9B3F-495ADF05D454}" dt="2023-09-22T07:40:14.516" v="23215"/>
          <ac:graphicFrameMkLst>
            <pc:docMk/>
            <pc:sldMk cId="3903104015" sldId="1126"/>
            <ac:graphicFrameMk id="6" creationId="{924148D2-5097-2877-1A30-57054C4A5264}"/>
          </ac:graphicFrameMkLst>
        </pc:graphicFrameChg>
      </pc:sldChg>
      <pc:sldChg chg="modSp add">
        <pc:chgData name="김명호" userId="e0d603aa-548e-418b-a070-918475337925" providerId="ADAL" clId="{EB451184-BA9A-4A5C-9B3F-495ADF05D454}" dt="2023-09-22T07:40:16.813" v="23216"/>
        <pc:sldMkLst>
          <pc:docMk/>
          <pc:sldMk cId="2786277468" sldId="1127"/>
        </pc:sldMkLst>
        <pc:graphicFrameChg chg="mod">
          <ac:chgData name="김명호" userId="e0d603aa-548e-418b-a070-918475337925" providerId="ADAL" clId="{EB451184-BA9A-4A5C-9B3F-495ADF05D454}" dt="2023-09-22T07:40:16.813" v="23216"/>
          <ac:graphicFrameMkLst>
            <pc:docMk/>
            <pc:sldMk cId="2786277468" sldId="1127"/>
            <ac:graphicFrameMk id="6" creationId="{924148D2-5097-2877-1A30-57054C4A5264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0:41.961" v="23247"/>
        <pc:sldMkLst>
          <pc:docMk/>
          <pc:sldMk cId="1495178737" sldId="1128"/>
        </pc:sldMkLst>
        <pc:spChg chg="mod">
          <ac:chgData name="김명호" userId="e0d603aa-548e-418b-a070-918475337925" providerId="ADAL" clId="{EB451184-BA9A-4A5C-9B3F-495ADF05D454}" dt="2023-09-21T23:17:06.132" v="17811" actId="20577"/>
          <ac:spMkLst>
            <pc:docMk/>
            <pc:sldMk cId="1495178737" sldId="1128"/>
            <ac:spMk id="4" creationId="{B29C842E-FD35-555C-803F-4C01A8C6EA32}"/>
          </ac:spMkLst>
        </pc:spChg>
        <pc:graphicFrameChg chg="mod modGraphic">
          <ac:chgData name="김명호" userId="e0d603aa-548e-418b-a070-918475337925" providerId="ADAL" clId="{EB451184-BA9A-4A5C-9B3F-495ADF05D454}" dt="2023-09-22T07:40:41.961" v="23247"/>
          <ac:graphicFrameMkLst>
            <pc:docMk/>
            <pc:sldMk cId="1495178737" sldId="1128"/>
            <ac:graphicFrameMk id="6" creationId="{924148D2-5097-2877-1A30-57054C4A5264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0:47.013" v="23248"/>
        <pc:sldMkLst>
          <pc:docMk/>
          <pc:sldMk cId="4049400095" sldId="1129"/>
        </pc:sldMkLst>
        <pc:graphicFrameChg chg="mod modGraphic">
          <ac:chgData name="김명호" userId="e0d603aa-548e-418b-a070-918475337925" providerId="ADAL" clId="{EB451184-BA9A-4A5C-9B3F-495ADF05D454}" dt="2023-09-22T07:40:47.013" v="23248"/>
          <ac:graphicFrameMkLst>
            <pc:docMk/>
            <pc:sldMk cId="4049400095" sldId="1129"/>
            <ac:graphicFrameMk id="6" creationId="{924148D2-5097-2877-1A30-57054C4A5264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0:49.844" v="23249"/>
        <pc:sldMkLst>
          <pc:docMk/>
          <pc:sldMk cId="2744063411" sldId="1130"/>
        </pc:sldMkLst>
        <pc:spChg chg="mod">
          <ac:chgData name="김명호" userId="e0d603aa-548e-418b-a070-918475337925" providerId="ADAL" clId="{EB451184-BA9A-4A5C-9B3F-495ADF05D454}" dt="2023-09-22T07:22:24.838" v="22346"/>
          <ac:spMkLst>
            <pc:docMk/>
            <pc:sldMk cId="2744063411" sldId="1130"/>
            <ac:spMk id="7" creationId="{0C81DD60-D84B-4D3C-8F3E-7D0E22E11300}"/>
          </ac:spMkLst>
        </pc:spChg>
        <pc:graphicFrameChg chg="mod modGraphic">
          <ac:chgData name="김명호" userId="e0d603aa-548e-418b-a070-918475337925" providerId="ADAL" clId="{EB451184-BA9A-4A5C-9B3F-495ADF05D454}" dt="2023-09-22T07:40:49.844" v="23249"/>
          <ac:graphicFrameMkLst>
            <pc:docMk/>
            <pc:sldMk cId="2744063411" sldId="1130"/>
            <ac:graphicFrameMk id="3" creationId="{EB5E6BEF-7528-22F3-81D3-C88DBE43847E}"/>
          </ac:graphicFrameMkLst>
        </pc:graphicFrameChg>
      </pc:sldChg>
      <pc:sldChg chg="modSp add">
        <pc:chgData name="김명호" userId="e0d603aa-548e-418b-a070-918475337925" providerId="ADAL" clId="{EB451184-BA9A-4A5C-9B3F-495ADF05D454}" dt="2023-09-22T07:40:52.397" v="23250"/>
        <pc:sldMkLst>
          <pc:docMk/>
          <pc:sldMk cId="3835187243" sldId="1131"/>
        </pc:sldMkLst>
        <pc:graphicFrameChg chg="mod">
          <ac:chgData name="김명호" userId="e0d603aa-548e-418b-a070-918475337925" providerId="ADAL" clId="{EB451184-BA9A-4A5C-9B3F-495ADF05D454}" dt="2023-09-22T07:40:52.397" v="23250"/>
          <ac:graphicFrameMkLst>
            <pc:docMk/>
            <pc:sldMk cId="3835187243" sldId="1131"/>
            <ac:graphicFrameMk id="3" creationId="{EB5E6BEF-7528-22F3-81D3-C88DBE43847E}"/>
          </ac:graphicFrameMkLst>
        </pc:graphicFrameChg>
      </pc:sldChg>
      <pc:sldChg chg="addSp modSp add mod">
        <pc:chgData name="김명호" userId="e0d603aa-548e-418b-a070-918475337925" providerId="ADAL" clId="{EB451184-BA9A-4A5C-9B3F-495ADF05D454}" dt="2023-09-22T07:41:00.768" v="23282"/>
        <pc:sldMkLst>
          <pc:docMk/>
          <pc:sldMk cId="416966234" sldId="1132"/>
        </pc:sldMkLst>
        <pc:spChg chg="add mod">
          <ac:chgData name="김명호" userId="e0d603aa-548e-418b-a070-918475337925" providerId="ADAL" clId="{EB451184-BA9A-4A5C-9B3F-495ADF05D454}" dt="2023-09-21T23:19:01.961" v="17815"/>
          <ac:spMkLst>
            <pc:docMk/>
            <pc:sldMk cId="416966234" sldId="1132"/>
            <ac:spMk id="2" creationId="{62F6380B-0427-CE01-B346-909BBDD8BA38}"/>
          </ac:spMkLst>
        </pc:spChg>
        <pc:graphicFrameChg chg="mod modGraphic">
          <ac:chgData name="김명호" userId="e0d603aa-548e-418b-a070-918475337925" providerId="ADAL" clId="{EB451184-BA9A-4A5C-9B3F-495ADF05D454}" dt="2023-09-22T07:41:00.768" v="23282"/>
          <ac:graphicFrameMkLst>
            <pc:docMk/>
            <pc:sldMk cId="416966234" sldId="1132"/>
            <ac:graphicFrameMk id="6" creationId="{924148D2-5097-2877-1A30-57054C4A5264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1:05.172" v="23283"/>
        <pc:sldMkLst>
          <pc:docMk/>
          <pc:sldMk cId="3841271299" sldId="1133"/>
        </pc:sldMkLst>
        <pc:spChg chg="mod">
          <ac:chgData name="김명호" userId="e0d603aa-548e-418b-a070-918475337925" providerId="ADAL" clId="{EB451184-BA9A-4A5C-9B3F-495ADF05D454}" dt="2023-09-21T23:19:22.573" v="17820" actId="693"/>
          <ac:spMkLst>
            <pc:docMk/>
            <pc:sldMk cId="3841271299" sldId="1133"/>
            <ac:spMk id="6" creationId="{83437A66-6E0E-2B68-71EA-A0FEB4CED8EA}"/>
          </ac:spMkLst>
        </pc:spChg>
        <pc:graphicFrameChg chg="mod">
          <ac:chgData name="김명호" userId="e0d603aa-548e-418b-a070-918475337925" providerId="ADAL" clId="{EB451184-BA9A-4A5C-9B3F-495ADF05D454}" dt="2023-09-22T07:41:05.172" v="23283"/>
          <ac:graphicFrameMkLst>
            <pc:docMk/>
            <pc:sldMk cId="3841271299" sldId="1133"/>
            <ac:graphicFrameMk id="3" creationId="{EB5E6BEF-7528-22F3-81D3-C88DBE43847E}"/>
          </ac:graphicFrameMkLst>
        </pc:graphicFrameChg>
      </pc:sldChg>
      <pc:sldChg chg="modSp add">
        <pc:chgData name="김명호" userId="e0d603aa-548e-418b-a070-918475337925" providerId="ADAL" clId="{EB451184-BA9A-4A5C-9B3F-495ADF05D454}" dt="2023-09-22T07:41:07.213" v="23284"/>
        <pc:sldMkLst>
          <pc:docMk/>
          <pc:sldMk cId="2619552070" sldId="1134"/>
        </pc:sldMkLst>
        <pc:graphicFrameChg chg="mod">
          <ac:chgData name="김명호" userId="e0d603aa-548e-418b-a070-918475337925" providerId="ADAL" clId="{EB451184-BA9A-4A5C-9B3F-495ADF05D454}" dt="2023-09-22T07:41:07.213" v="23284"/>
          <ac:graphicFrameMkLst>
            <pc:docMk/>
            <pc:sldMk cId="2619552070" sldId="1134"/>
            <ac:graphicFrameMk id="3" creationId="{EB5E6BEF-7528-22F3-81D3-C88DBE43847E}"/>
          </ac:graphicFrameMkLst>
        </pc:graphicFrameChg>
      </pc:sldChg>
      <pc:sldChg chg="addSp delSp modSp add mod">
        <pc:chgData name="김명호" userId="e0d603aa-548e-418b-a070-918475337925" providerId="ADAL" clId="{EB451184-BA9A-4A5C-9B3F-495ADF05D454}" dt="2023-09-22T07:41:09.444" v="23285"/>
        <pc:sldMkLst>
          <pc:docMk/>
          <pc:sldMk cId="3000986245" sldId="1135"/>
        </pc:sldMkLst>
        <pc:spChg chg="add mod">
          <ac:chgData name="김명호" userId="e0d603aa-548e-418b-a070-918475337925" providerId="ADAL" clId="{EB451184-BA9A-4A5C-9B3F-495ADF05D454}" dt="2023-09-21T23:21:02.019" v="17822"/>
          <ac:spMkLst>
            <pc:docMk/>
            <pc:sldMk cId="3000986245" sldId="1135"/>
            <ac:spMk id="4" creationId="{BE9C9450-2281-C6B4-BF50-38A953B88E59}"/>
          </ac:spMkLst>
        </pc:spChg>
        <pc:spChg chg="del">
          <ac:chgData name="김명호" userId="e0d603aa-548e-418b-a070-918475337925" providerId="ADAL" clId="{EB451184-BA9A-4A5C-9B3F-495ADF05D454}" dt="2023-09-21T23:21:01.562" v="17821" actId="478"/>
          <ac:spMkLst>
            <pc:docMk/>
            <pc:sldMk cId="3000986245" sldId="1135"/>
            <ac:spMk id="10" creationId="{B19ED62E-C6B4-9150-1F59-BA66C1E66F2F}"/>
          </ac:spMkLst>
        </pc:spChg>
        <pc:spChg chg="del">
          <ac:chgData name="김명호" userId="e0d603aa-548e-418b-a070-918475337925" providerId="ADAL" clId="{EB451184-BA9A-4A5C-9B3F-495ADF05D454}" dt="2023-09-21T23:21:01.562" v="17821" actId="478"/>
          <ac:spMkLst>
            <pc:docMk/>
            <pc:sldMk cId="3000986245" sldId="1135"/>
            <ac:spMk id="12" creationId="{E4DF404E-662D-A605-3C33-EDF7C645577B}"/>
          </ac:spMkLst>
        </pc:spChg>
        <pc:spChg chg="del">
          <ac:chgData name="김명호" userId="e0d603aa-548e-418b-a070-918475337925" providerId="ADAL" clId="{EB451184-BA9A-4A5C-9B3F-495ADF05D454}" dt="2023-09-21T23:21:01.562" v="17821" actId="478"/>
          <ac:spMkLst>
            <pc:docMk/>
            <pc:sldMk cId="3000986245" sldId="1135"/>
            <ac:spMk id="13" creationId="{7AA7ECF4-2B08-E538-6ABA-D64CCC6CA6DA}"/>
          </ac:spMkLst>
        </pc:spChg>
        <pc:spChg chg="add mod">
          <ac:chgData name="김명호" userId="e0d603aa-548e-418b-a070-918475337925" providerId="ADAL" clId="{EB451184-BA9A-4A5C-9B3F-495ADF05D454}" dt="2023-09-21T23:21:02.019" v="17822"/>
          <ac:spMkLst>
            <pc:docMk/>
            <pc:sldMk cId="3000986245" sldId="1135"/>
            <ac:spMk id="15" creationId="{9B2FA5D8-9F6D-B2EB-33F6-28E3C4B874F1}"/>
          </ac:spMkLst>
        </pc:spChg>
        <pc:spChg chg="add mod">
          <ac:chgData name="김명호" userId="e0d603aa-548e-418b-a070-918475337925" providerId="ADAL" clId="{EB451184-BA9A-4A5C-9B3F-495ADF05D454}" dt="2023-09-21T23:25:00.493" v="17933"/>
          <ac:spMkLst>
            <pc:docMk/>
            <pc:sldMk cId="3000986245" sldId="1135"/>
            <ac:spMk id="16" creationId="{992A5609-BA79-8EDE-4371-B9709ED12B3E}"/>
          </ac:spMkLst>
        </pc:spChg>
        <pc:graphicFrameChg chg="mod">
          <ac:chgData name="김명호" userId="e0d603aa-548e-418b-a070-918475337925" providerId="ADAL" clId="{EB451184-BA9A-4A5C-9B3F-495ADF05D454}" dt="2023-09-22T07:41:09.444" v="23285"/>
          <ac:graphicFrameMkLst>
            <pc:docMk/>
            <pc:sldMk cId="3000986245" sldId="1135"/>
            <ac:graphicFrameMk id="3" creationId="{EB5E6BEF-7528-22F3-81D3-C88DBE43847E}"/>
          </ac:graphicFrameMkLst>
        </pc:graphicFrameChg>
        <pc:picChg chg="add mod">
          <ac:chgData name="김명호" userId="e0d603aa-548e-418b-a070-918475337925" providerId="ADAL" clId="{EB451184-BA9A-4A5C-9B3F-495ADF05D454}" dt="2023-09-21T23:21:02.019" v="17822"/>
          <ac:picMkLst>
            <pc:docMk/>
            <pc:sldMk cId="3000986245" sldId="1135"/>
            <ac:picMk id="5" creationId="{65F8CF47-4857-34B9-51B4-8B1B3B776799}"/>
          </ac:picMkLst>
        </pc:picChg>
        <pc:picChg chg="del">
          <ac:chgData name="김명호" userId="e0d603aa-548e-418b-a070-918475337925" providerId="ADAL" clId="{EB451184-BA9A-4A5C-9B3F-495ADF05D454}" dt="2023-09-21T23:21:01.562" v="17821" actId="478"/>
          <ac:picMkLst>
            <pc:docMk/>
            <pc:sldMk cId="3000986245" sldId="1135"/>
            <ac:picMk id="11" creationId="{C4B8C90C-BD64-DCBA-6A03-5ED34743099C}"/>
          </ac:picMkLst>
        </pc:picChg>
        <pc:picChg chg="add mod">
          <ac:chgData name="김명호" userId="e0d603aa-548e-418b-a070-918475337925" providerId="ADAL" clId="{EB451184-BA9A-4A5C-9B3F-495ADF05D454}" dt="2023-09-21T23:21:02.019" v="17822"/>
          <ac:picMkLst>
            <pc:docMk/>
            <pc:sldMk cId="3000986245" sldId="1135"/>
            <ac:picMk id="14" creationId="{30247D27-FC8C-535C-E9FA-FF717A78E603}"/>
          </ac:picMkLst>
        </pc:picChg>
        <pc:cxnChg chg="add mod">
          <ac:chgData name="김명호" userId="e0d603aa-548e-418b-a070-918475337925" providerId="ADAL" clId="{EB451184-BA9A-4A5C-9B3F-495ADF05D454}" dt="2023-09-21T23:21:02.019" v="17822"/>
          <ac:cxnSpMkLst>
            <pc:docMk/>
            <pc:sldMk cId="3000986245" sldId="1135"/>
            <ac:cxnSpMk id="6" creationId="{F0F87C93-DB89-58E7-7A21-3B25CA5C0B58}"/>
          </ac:cxnSpMkLst>
        </pc:cxnChg>
      </pc:sldChg>
      <pc:sldChg chg="addSp modSp add">
        <pc:chgData name="김명호" userId="e0d603aa-548e-418b-a070-918475337925" providerId="ADAL" clId="{EB451184-BA9A-4A5C-9B3F-495ADF05D454}" dt="2023-09-22T07:41:11.730" v="23286"/>
        <pc:sldMkLst>
          <pc:docMk/>
          <pc:sldMk cId="3265394745" sldId="1136"/>
        </pc:sldMkLst>
        <pc:spChg chg="add mod">
          <ac:chgData name="김명호" userId="e0d603aa-548e-418b-a070-918475337925" providerId="ADAL" clId="{EB451184-BA9A-4A5C-9B3F-495ADF05D454}" dt="2023-09-21T23:25:23.785" v="17934"/>
          <ac:spMkLst>
            <pc:docMk/>
            <pc:sldMk cId="3265394745" sldId="1136"/>
            <ac:spMk id="2" creationId="{DCCCDC11-D59F-5781-DBEB-22E5FA0FB69D}"/>
          </ac:spMkLst>
        </pc:spChg>
        <pc:graphicFrameChg chg="mod">
          <ac:chgData name="김명호" userId="e0d603aa-548e-418b-a070-918475337925" providerId="ADAL" clId="{EB451184-BA9A-4A5C-9B3F-495ADF05D454}" dt="2023-09-22T07:41:11.730" v="23286"/>
          <ac:graphicFrameMkLst>
            <pc:docMk/>
            <pc:sldMk cId="3265394745" sldId="1136"/>
            <ac:graphicFrameMk id="6" creationId="{924148D2-5097-2877-1A30-57054C4A5264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0:22.731" v="23229"/>
        <pc:sldMkLst>
          <pc:docMk/>
          <pc:sldMk cId="1771219071" sldId="1137"/>
        </pc:sldMkLst>
        <pc:graphicFrameChg chg="mod modGraphic">
          <ac:chgData name="김명호" userId="e0d603aa-548e-418b-a070-918475337925" providerId="ADAL" clId="{EB451184-BA9A-4A5C-9B3F-495ADF05D454}" dt="2023-09-22T07:40:22.731" v="23229"/>
          <ac:graphicFrameMkLst>
            <pc:docMk/>
            <pc:sldMk cId="1771219071" sldId="1137"/>
            <ac:graphicFrameMk id="6" creationId="{924148D2-5097-2877-1A30-57054C4A5264}"/>
          </ac:graphicFrameMkLst>
        </pc:graphicFrameChg>
      </pc:sldChg>
      <pc:sldChg chg="modSp add">
        <pc:chgData name="김명호" userId="e0d603aa-548e-418b-a070-918475337925" providerId="ADAL" clId="{EB451184-BA9A-4A5C-9B3F-495ADF05D454}" dt="2023-09-22T07:40:26.260" v="23230"/>
        <pc:sldMkLst>
          <pc:docMk/>
          <pc:sldMk cId="1362683018" sldId="1138"/>
        </pc:sldMkLst>
        <pc:graphicFrameChg chg="mod">
          <ac:chgData name="김명호" userId="e0d603aa-548e-418b-a070-918475337925" providerId="ADAL" clId="{EB451184-BA9A-4A5C-9B3F-495ADF05D454}" dt="2023-09-22T07:40:26.260" v="23230"/>
          <ac:graphicFrameMkLst>
            <pc:docMk/>
            <pc:sldMk cId="1362683018" sldId="1138"/>
            <ac:graphicFrameMk id="3" creationId="{EB5E6BEF-7528-22F3-81D3-C88DBE43847E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1:19.177" v="23305"/>
        <pc:sldMkLst>
          <pc:docMk/>
          <pc:sldMk cId="2948035056" sldId="1139"/>
        </pc:sldMkLst>
        <pc:spChg chg="mod">
          <ac:chgData name="김명호" userId="e0d603aa-548e-418b-a070-918475337925" providerId="ADAL" clId="{EB451184-BA9A-4A5C-9B3F-495ADF05D454}" dt="2023-09-22T07:28:14.608" v="22418" actId="20577"/>
          <ac:spMkLst>
            <pc:docMk/>
            <pc:sldMk cId="2948035056" sldId="1139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2T07:25:20.375" v="22366"/>
          <ac:spMkLst>
            <pc:docMk/>
            <pc:sldMk cId="2948035056" sldId="1139"/>
            <ac:spMk id="16" creationId="{C5D173BD-4468-B205-723E-0B8A80DE68FB}"/>
          </ac:spMkLst>
        </pc:spChg>
        <pc:grpChg chg="mod">
          <ac:chgData name="김명호" userId="e0d603aa-548e-418b-a070-918475337925" providerId="ADAL" clId="{EB451184-BA9A-4A5C-9B3F-495ADF05D454}" dt="2023-09-21T23:22:41.895" v="17829" actId="1076"/>
          <ac:grpSpMkLst>
            <pc:docMk/>
            <pc:sldMk cId="2948035056" sldId="1139"/>
            <ac:grpSpMk id="11" creationId="{27111B62-CD62-224B-F513-FFB272298091}"/>
          </ac:grpSpMkLst>
        </pc:grpChg>
        <pc:graphicFrameChg chg="mod modGraphic">
          <ac:chgData name="김명호" userId="e0d603aa-548e-418b-a070-918475337925" providerId="ADAL" clId="{EB451184-BA9A-4A5C-9B3F-495ADF05D454}" dt="2023-09-22T07:41:19.177" v="23305"/>
          <ac:graphicFrameMkLst>
            <pc:docMk/>
            <pc:sldMk cId="2948035056" sldId="1139"/>
            <ac:graphicFrameMk id="3" creationId="{EB5E6BEF-7528-22F3-81D3-C88DBE43847E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1:25.058" v="23306"/>
        <pc:sldMkLst>
          <pc:docMk/>
          <pc:sldMk cId="462165194" sldId="1140"/>
        </pc:sldMkLst>
        <pc:spChg chg="mod">
          <ac:chgData name="김명호" userId="e0d603aa-548e-418b-a070-918475337925" providerId="ADAL" clId="{EB451184-BA9A-4A5C-9B3F-495ADF05D454}" dt="2023-09-21T23:23:19.291" v="17926"/>
          <ac:spMkLst>
            <pc:docMk/>
            <pc:sldMk cId="462165194" sldId="1140"/>
            <ac:spMk id="7" creationId="{0C81DD60-D84B-4D3C-8F3E-7D0E22E11300}"/>
          </ac:spMkLst>
        </pc:spChg>
        <pc:graphicFrameChg chg="mod modGraphic">
          <ac:chgData name="김명호" userId="e0d603aa-548e-418b-a070-918475337925" providerId="ADAL" clId="{EB451184-BA9A-4A5C-9B3F-495ADF05D454}" dt="2023-09-22T07:41:25.058" v="23306"/>
          <ac:graphicFrameMkLst>
            <pc:docMk/>
            <pc:sldMk cId="462165194" sldId="1140"/>
            <ac:graphicFrameMk id="3" creationId="{EB5E6BEF-7528-22F3-81D3-C88DBE43847E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1:31.509" v="23307"/>
        <pc:sldMkLst>
          <pc:docMk/>
          <pc:sldMk cId="576696506" sldId="1141"/>
        </pc:sldMkLst>
        <pc:graphicFrameChg chg="mod">
          <ac:chgData name="김명호" userId="e0d603aa-548e-418b-a070-918475337925" providerId="ADAL" clId="{EB451184-BA9A-4A5C-9B3F-495ADF05D454}" dt="2023-09-22T07:41:31.509" v="23307"/>
          <ac:graphicFrameMkLst>
            <pc:docMk/>
            <pc:sldMk cId="576696506" sldId="1141"/>
            <ac:graphicFrameMk id="6" creationId="{924148D2-5097-2877-1A30-57054C4A5264}"/>
          </ac:graphicFrameMkLst>
        </pc:graphicFrameChg>
        <pc:picChg chg="mod">
          <ac:chgData name="김명호" userId="e0d603aa-548e-418b-a070-918475337925" providerId="ADAL" clId="{EB451184-BA9A-4A5C-9B3F-495ADF05D454}" dt="2023-09-21T23:23:32.424" v="17927" actId="108"/>
          <ac:picMkLst>
            <pc:docMk/>
            <pc:sldMk cId="576696506" sldId="1141"/>
            <ac:picMk id="10" creationId="{C853EA4C-29B6-5134-D51E-C25337EEF4B0}"/>
          </ac:picMkLst>
        </pc:picChg>
      </pc:sldChg>
      <pc:sldChg chg="modSp add">
        <pc:chgData name="김명호" userId="e0d603aa-548e-418b-a070-918475337925" providerId="ADAL" clId="{EB451184-BA9A-4A5C-9B3F-495ADF05D454}" dt="2023-09-22T07:41:34.596" v="23308"/>
        <pc:sldMkLst>
          <pc:docMk/>
          <pc:sldMk cId="7236352" sldId="1142"/>
        </pc:sldMkLst>
        <pc:graphicFrameChg chg="mod">
          <ac:chgData name="김명호" userId="e0d603aa-548e-418b-a070-918475337925" providerId="ADAL" clId="{EB451184-BA9A-4A5C-9B3F-495ADF05D454}" dt="2023-09-22T07:41:34.596" v="23308"/>
          <ac:graphicFrameMkLst>
            <pc:docMk/>
            <pc:sldMk cId="7236352" sldId="1142"/>
            <ac:graphicFrameMk id="3" creationId="{EB5E6BEF-7528-22F3-81D3-C88DBE43847E}"/>
          </ac:graphicFrameMkLst>
        </pc:graphicFrameChg>
      </pc:sldChg>
      <pc:sldChg chg="modSp add">
        <pc:chgData name="김명호" userId="e0d603aa-548e-418b-a070-918475337925" providerId="ADAL" clId="{EB451184-BA9A-4A5C-9B3F-495ADF05D454}" dt="2023-09-22T07:43:10.467" v="23417"/>
        <pc:sldMkLst>
          <pc:docMk/>
          <pc:sldMk cId="262892030" sldId="1143"/>
        </pc:sldMkLst>
        <pc:graphicFrameChg chg="mod">
          <ac:chgData name="김명호" userId="e0d603aa-548e-418b-a070-918475337925" providerId="ADAL" clId="{EB451184-BA9A-4A5C-9B3F-495ADF05D454}" dt="2023-09-22T07:43:10.467" v="23417"/>
          <ac:graphicFrameMkLst>
            <pc:docMk/>
            <pc:sldMk cId="262892030" sldId="1143"/>
            <ac:graphicFrameMk id="3" creationId="{EB5E6BEF-7528-22F3-81D3-C88DBE43847E}"/>
          </ac:graphicFrameMkLst>
        </pc:graphicFrameChg>
      </pc:sldChg>
      <pc:sldChg chg="add del">
        <pc:chgData name="김명호" userId="e0d603aa-548e-418b-a070-918475337925" providerId="ADAL" clId="{EB451184-BA9A-4A5C-9B3F-495ADF05D454}" dt="2023-09-21T23:24:17.109" v="17931" actId="47"/>
        <pc:sldMkLst>
          <pc:docMk/>
          <pc:sldMk cId="1680194945" sldId="1143"/>
        </pc:sldMkLst>
      </pc:sldChg>
      <pc:sldChg chg="modSp add mod">
        <pc:chgData name="김명호" userId="e0d603aa-548e-418b-a070-918475337925" providerId="ADAL" clId="{EB451184-BA9A-4A5C-9B3F-495ADF05D454}" dt="2023-09-22T07:41:41.209" v="23322"/>
        <pc:sldMkLst>
          <pc:docMk/>
          <pc:sldMk cId="4166470731" sldId="1144"/>
        </pc:sldMkLst>
        <pc:graphicFrameChg chg="mod modGraphic">
          <ac:chgData name="김명호" userId="e0d603aa-548e-418b-a070-918475337925" providerId="ADAL" clId="{EB451184-BA9A-4A5C-9B3F-495ADF05D454}" dt="2023-09-22T07:41:41.209" v="23322"/>
          <ac:graphicFrameMkLst>
            <pc:docMk/>
            <pc:sldMk cId="4166470731" sldId="1144"/>
            <ac:graphicFrameMk id="3" creationId="{EB5E6BEF-7528-22F3-81D3-C88DBE43847E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1:45.467" v="23323"/>
        <pc:sldMkLst>
          <pc:docMk/>
          <pc:sldMk cId="4047204083" sldId="1145"/>
        </pc:sldMkLst>
        <pc:graphicFrameChg chg="mod modGraphic">
          <ac:chgData name="김명호" userId="e0d603aa-548e-418b-a070-918475337925" providerId="ADAL" clId="{EB451184-BA9A-4A5C-9B3F-495ADF05D454}" dt="2023-09-22T07:41:45.467" v="23323"/>
          <ac:graphicFrameMkLst>
            <pc:docMk/>
            <pc:sldMk cId="4047204083" sldId="1145"/>
            <ac:graphicFrameMk id="3" creationId="{EB5E6BEF-7528-22F3-81D3-C88DBE43847E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1:48.484" v="23324"/>
        <pc:sldMkLst>
          <pc:docMk/>
          <pc:sldMk cId="4198338603" sldId="1146"/>
        </pc:sldMkLst>
        <pc:graphicFrameChg chg="mod modGraphic">
          <ac:chgData name="김명호" userId="e0d603aa-548e-418b-a070-918475337925" providerId="ADAL" clId="{EB451184-BA9A-4A5C-9B3F-495ADF05D454}" dt="2023-09-22T07:41:48.484" v="23324"/>
          <ac:graphicFrameMkLst>
            <pc:docMk/>
            <pc:sldMk cId="4198338603" sldId="1146"/>
            <ac:graphicFrameMk id="3" creationId="{EB5E6BEF-7528-22F3-81D3-C88DBE43847E}"/>
          </ac:graphicFrameMkLst>
        </pc:graphicFrameChg>
      </pc:sldChg>
      <pc:sldChg chg="add del">
        <pc:chgData name="김명호" userId="e0d603aa-548e-418b-a070-918475337925" providerId="ADAL" clId="{EB451184-BA9A-4A5C-9B3F-495ADF05D454}" dt="2023-09-21T23:24:43.524" v="17932" actId="47"/>
        <pc:sldMkLst>
          <pc:docMk/>
          <pc:sldMk cId="2258739159" sldId="1147"/>
        </pc:sldMkLst>
      </pc:sldChg>
      <pc:sldChg chg="add del">
        <pc:chgData name="김명호" userId="e0d603aa-548e-418b-a070-918475337925" providerId="ADAL" clId="{EB451184-BA9A-4A5C-9B3F-495ADF05D454}" dt="2023-09-21T23:25:32.416" v="17937" actId="47"/>
        <pc:sldMkLst>
          <pc:docMk/>
          <pc:sldMk cId="1317530905" sldId="1148"/>
        </pc:sldMkLst>
      </pc:sldChg>
      <pc:sldChg chg="addSp delSp modSp add mod">
        <pc:chgData name="김명호" userId="e0d603aa-548e-418b-a070-918475337925" providerId="ADAL" clId="{EB451184-BA9A-4A5C-9B3F-495ADF05D454}" dt="2023-09-22T07:41:51.184" v="23325"/>
        <pc:sldMkLst>
          <pc:docMk/>
          <pc:sldMk cId="2315634560" sldId="1149"/>
        </pc:sldMkLst>
        <pc:spChg chg="add mod">
          <ac:chgData name="김명호" userId="e0d603aa-548e-418b-a070-918475337925" providerId="ADAL" clId="{EB451184-BA9A-4A5C-9B3F-495ADF05D454}" dt="2023-09-21T23:27:50.901" v="18132" actId="14100"/>
          <ac:spMkLst>
            <pc:docMk/>
            <pc:sldMk cId="2315634560" sldId="1149"/>
            <ac:spMk id="2" creationId="{6AF27C4E-A227-A8FF-CD00-EAF1989F38D4}"/>
          </ac:spMkLst>
        </pc:spChg>
        <pc:spChg chg="mod">
          <ac:chgData name="김명호" userId="e0d603aa-548e-418b-a070-918475337925" providerId="ADAL" clId="{EB451184-BA9A-4A5C-9B3F-495ADF05D454}" dt="2023-09-21T23:28:07.951" v="18220"/>
          <ac:spMkLst>
            <pc:docMk/>
            <pc:sldMk cId="2315634560" sldId="1149"/>
            <ac:spMk id="4" creationId="{B29C842E-FD35-555C-803F-4C01A8C6EA32}"/>
          </ac:spMkLst>
        </pc:spChg>
        <pc:spChg chg="mod">
          <ac:chgData name="김명호" userId="e0d603aa-548e-418b-a070-918475337925" providerId="ADAL" clId="{EB451184-BA9A-4A5C-9B3F-495ADF05D454}" dt="2023-09-21T23:27:50.901" v="18132" actId="14100"/>
          <ac:spMkLst>
            <pc:docMk/>
            <pc:sldMk cId="2315634560" sldId="1149"/>
            <ac:spMk id="7" creationId="{EE893B59-296E-1AEE-876C-D565C114E486}"/>
          </ac:spMkLst>
        </pc:spChg>
        <pc:spChg chg="add mod">
          <ac:chgData name="김명호" userId="e0d603aa-548e-418b-a070-918475337925" providerId="ADAL" clId="{EB451184-BA9A-4A5C-9B3F-495ADF05D454}" dt="2023-09-21T23:38:47.494" v="18271"/>
          <ac:spMkLst>
            <pc:docMk/>
            <pc:sldMk cId="2315634560" sldId="1149"/>
            <ac:spMk id="9" creationId="{DC19FB4B-CA54-8D4C-9CA9-7CB493D02240}"/>
          </ac:spMkLst>
        </pc:spChg>
        <pc:spChg chg="del">
          <ac:chgData name="김명호" userId="e0d603aa-548e-418b-a070-918475337925" providerId="ADAL" clId="{EB451184-BA9A-4A5C-9B3F-495ADF05D454}" dt="2023-09-21T23:25:57.872" v="17940" actId="478"/>
          <ac:spMkLst>
            <pc:docMk/>
            <pc:sldMk cId="2315634560" sldId="1149"/>
            <ac:spMk id="17" creationId="{6E717D7E-0847-9C24-95F2-53F135E2EB79}"/>
          </ac:spMkLst>
        </pc:spChg>
        <pc:spChg chg="del mod">
          <ac:chgData name="김명호" userId="e0d603aa-548e-418b-a070-918475337925" providerId="ADAL" clId="{EB451184-BA9A-4A5C-9B3F-495ADF05D454}" dt="2023-09-21T23:25:57.872" v="17940" actId="478"/>
          <ac:spMkLst>
            <pc:docMk/>
            <pc:sldMk cId="2315634560" sldId="1149"/>
            <ac:spMk id="18" creationId="{48945BBB-4E07-9614-8C6B-FB0FFDF193CF}"/>
          </ac:spMkLst>
        </pc:spChg>
        <pc:graphicFrameChg chg="mod">
          <ac:chgData name="김명호" userId="e0d603aa-548e-418b-a070-918475337925" providerId="ADAL" clId="{EB451184-BA9A-4A5C-9B3F-495ADF05D454}" dt="2023-09-22T07:41:51.184" v="23325"/>
          <ac:graphicFrameMkLst>
            <pc:docMk/>
            <pc:sldMk cId="2315634560" sldId="1149"/>
            <ac:graphicFrameMk id="6" creationId="{924148D2-5097-2877-1A30-57054C4A5264}"/>
          </ac:graphicFrameMkLst>
        </pc:graphicFrameChg>
      </pc:sldChg>
      <pc:sldChg chg="modSp add">
        <pc:chgData name="김명호" userId="e0d603aa-548e-418b-a070-918475337925" providerId="ADAL" clId="{EB451184-BA9A-4A5C-9B3F-495ADF05D454}" dt="2023-09-22T07:39:41.213" v="23192"/>
        <pc:sldMkLst>
          <pc:docMk/>
          <pc:sldMk cId="932599177" sldId="1150"/>
        </pc:sldMkLst>
        <pc:graphicFrameChg chg="mod">
          <ac:chgData name="김명호" userId="e0d603aa-548e-418b-a070-918475337925" providerId="ADAL" clId="{EB451184-BA9A-4A5C-9B3F-495ADF05D454}" dt="2023-09-22T07:39:41.213" v="23192"/>
          <ac:graphicFrameMkLst>
            <pc:docMk/>
            <pc:sldMk cId="932599177" sldId="1150"/>
            <ac:graphicFrameMk id="6" creationId="{924148D2-5097-2877-1A30-57054C4A5264}"/>
          </ac:graphicFrameMkLst>
        </pc:graphicFrameChg>
      </pc:sldChg>
      <pc:sldChg chg="delSp modSp add mod">
        <pc:chgData name="김명호" userId="e0d603aa-548e-418b-a070-918475337925" providerId="ADAL" clId="{EB451184-BA9A-4A5C-9B3F-495ADF05D454}" dt="2023-09-22T07:41:58.745" v="23337"/>
        <pc:sldMkLst>
          <pc:docMk/>
          <pc:sldMk cId="554251326" sldId="1151"/>
        </pc:sldMkLst>
        <pc:spChg chg="mod">
          <ac:chgData name="김명호" userId="e0d603aa-548e-418b-a070-918475337925" providerId="ADAL" clId="{EB451184-BA9A-4A5C-9B3F-495ADF05D454}" dt="2023-09-22T07:27:38.698" v="22383" actId="6549"/>
          <ac:spMkLst>
            <pc:docMk/>
            <pc:sldMk cId="554251326" sldId="1151"/>
            <ac:spMk id="9" creationId="{7E7D0331-C367-DAFB-D2D0-67E10FFC7A77}"/>
          </ac:spMkLst>
        </pc:spChg>
        <pc:grpChg chg="mod">
          <ac:chgData name="김명호" userId="e0d603aa-548e-418b-a070-918475337925" providerId="ADAL" clId="{EB451184-BA9A-4A5C-9B3F-495ADF05D454}" dt="2023-09-21T23:30:49.269" v="18226" actId="1076"/>
          <ac:grpSpMkLst>
            <pc:docMk/>
            <pc:sldMk cId="554251326" sldId="1151"/>
            <ac:grpSpMk id="5" creationId="{E1AEA6BF-6BA4-BBEC-E785-060ACEBC2259}"/>
          </ac:grpSpMkLst>
        </pc:grpChg>
        <pc:grpChg chg="del">
          <ac:chgData name="김명호" userId="e0d603aa-548e-418b-a070-918475337925" providerId="ADAL" clId="{EB451184-BA9A-4A5C-9B3F-495ADF05D454}" dt="2023-09-21T23:30:46.335" v="18225" actId="478"/>
          <ac:grpSpMkLst>
            <pc:docMk/>
            <pc:sldMk cId="554251326" sldId="1151"/>
            <ac:grpSpMk id="13" creationId="{A4C9FD02-DDDD-9325-3CED-1BC58C27B684}"/>
          </ac:grpSpMkLst>
        </pc:grpChg>
        <pc:graphicFrameChg chg="mod modGraphic">
          <ac:chgData name="김명호" userId="e0d603aa-548e-418b-a070-918475337925" providerId="ADAL" clId="{EB451184-BA9A-4A5C-9B3F-495ADF05D454}" dt="2023-09-22T07:41:58.745" v="23337"/>
          <ac:graphicFrameMkLst>
            <pc:docMk/>
            <pc:sldMk cId="554251326" sldId="1151"/>
            <ac:graphicFrameMk id="3" creationId="{EB5E6BEF-7528-22F3-81D3-C88DBE43847E}"/>
          </ac:graphicFrameMkLst>
        </pc:graphicFrameChg>
      </pc:sldChg>
      <pc:sldChg chg="delSp modSp add mod">
        <pc:chgData name="김명호" userId="e0d603aa-548e-418b-a070-918475337925" providerId="ADAL" clId="{EB451184-BA9A-4A5C-9B3F-495ADF05D454}" dt="2023-09-22T07:42:03.387" v="23338"/>
        <pc:sldMkLst>
          <pc:docMk/>
          <pc:sldMk cId="1591431822" sldId="1152"/>
        </pc:sldMkLst>
        <pc:spChg chg="mod">
          <ac:chgData name="김명호" userId="e0d603aa-548e-418b-a070-918475337925" providerId="ADAL" clId="{EB451184-BA9A-4A5C-9B3F-495ADF05D454}" dt="2023-09-22T07:27:44.112" v="22385" actId="6549"/>
          <ac:spMkLst>
            <pc:docMk/>
            <pc:sldMk cId="1591431822" sldId="1152"/>
            <ac:spMk id="9" creationId="{7E7D0331-C367-DAFB-D2D0-67E10FFC7A77}"/>
          </ac:spMkLst>
        </pc:spChg>
        <pc:grpChg chg="mod">
          <ac:chgData name="김명호" userId="e0d603aa-548e-418b-a070-918475337925" providerId="ADAL" clId="{EB451184-BA9A-4A5C-9B3F-495ADF05D454}" dt="2023-09-21T23:31:06.277" v="18228" actId="1076"/>
          <ac:grpSpMkLst>
            <pc:docMk/>
            <pc:sldMk cId="1591431822" sldId="1152"/>
            <ac:grpSpMk id="5" creationId="{E1AEA6BF-6BA4-BBEC-E785-060ACEBC2259}"/>
          </ac:grpSpMkLst>
        </pc:grpChg>
        <pc:grpChg chg="del">
          <ac:chgData name="김명호" userId="e0d603aa-548e-418b-a070-918475337925" providerId="ADAL" clId="{EB451184-BA9A-4A5C-9B3F-495ADF05D454}" dt="2023-09-21T23:31:03.961" v="18227" actId="478"/>
          <ac:grpSpMkLst>
            <pc:docMk/>
            <pc:sldMk cId="1591431822" sldId="1152"/>
            <ac:grpSpMk id="13" creationId="{A4C9FD02-DDDD-9325-3CED-1BC58C27B684}"/>
          </ac:grpSpMkLst>
        </pc:grpChg>
        <pc:graphicFrameChg chg="mod">
          <ac:chgData name="김명호" userId="e0d603aa-548e-418b-a070-918475337925" providerId="ADAL" clId="{EB451184-BA9A-4A5C-9B3F-495ADF05D454}" dt="2023-09-22T07:42:03.387" v="23338"/>
          <ac:graphicFrameMkLst>
            <pc:docMk/>
            <pc:sldMk cId="1591431822" sldId="1152"/>
            <ac:graphicFrameMk id="3" creationId="{EB5E6BEF-7528-22F3-81D3-C88DBE43847E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2:05.964" v="23339"/>
        <pc:sldMkLst>
          <pc:docMk/>
          <pc:sldMk cId="2999841464" sldId="1153"/>
        </pc:sldMkLst>
        <pc:spChg chg="mod">
          <ac:chgData name="김명호" userId="e0d603aa-548e-418b-a070-918475337925" providerId="ADAL" clId="{EB451184-BA9A-4A5C-9B3F-495ADF05D454}" dt="2023-09-22T07:27:56.577" v="22397" actId="20577"/>
          <ac:spMkLst>
            <pc:docMk/>
            <pc:sldMk cId="2999841464" sldId="1153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1T23:32:34.957" v="18232"/>
          <ac:spMkLst>
            <pc:docMk/>
            <pc:sldMk cId="2999841464" sldId="1153"/>
            <ac:spMk id="9" creationId="{7E7D0331-C367-DAFB-D2D0-67E10FFC7A77}"/>
          </ac:spMkLst>
        </pc:spChg>
        <pc:grpChg chg="mod">
          <ac:chgData name="김명호" userId="e0d603aa-548e-418b-a070-918475337925" providerId="ADAL" clId="{EB451184-BA9A-4A5C-9B3F-495ADF05D454}" dt="2023-09-21T23:31:16.597" v="18229" actId="1076"/>
          <ac:grpSpMkLst>
            <pc:docMk/>
            <pc:sldMk cId="2999841464" sldId="1153"/>
            <ac:grpSpMk id="5" creationId="{E1AEA6BF-6BA4-BBEC-E785-060ACEBC2259}"/>
          </ac:grpSpMkLst>
        </pc:grpChg>
        <pc:graphicFrameChg chg="mod modGraphic">
          <ac:chgData name="김명호" userId="e0d603aa-548e-418b-a070-918475337925" providerId="ADAL" clId="{EB451184-BA9A-4A5C-9B3F-495ADF05D454}" dt="2023-09-22T07:42:05.964" v="23339"/>
          <ac:graphicFrameMkLst>
            <pc:docMk/>
            <pc:sldMk cId="2999841464" sldId="1153"/>
            <ac:graphicFrameMk id="3" creationId="{EB5E6BEF-7528-22F3-81D3-C88DBE43847E}"/>
          </ac:graphicFrameMkLst>
        </pc:graphicFrameChg>
      </pc:sldChg>
      <pc:sldChg chg="delSp modSp add mod">
        <pc:chgData name="김명호" userId="e0d603aa-548e-418b-a070-918475337925" providerId="ADAL" clId="{EB451184-BA9A-4A5C-9B3F-495ADF05D454}" dt="2023-09-22T07:42:08.988" v="23340"/>
        <pc:sldMkLst>
          <pc:docMk/>
          <pc:sldMk cId="1773800060" sldId="1154"/>
        </pc:sldMkLst>
        <pc:spChg chg="del">
          <ac:chgData name="김명호" userId="e0d603aa-548e-418b-a070-918475337925" providerId="ADAL" clId="{EB451184-BA9A-4A5C-9B3F-495ADF05D454}" dt="2023-09-21T23:33:02.586" v="18235" actId="478"/>
          <ac:spMkLst>
            <pc:docMk/>
            <pc:sldMk cId="1773800060" sldId="1154"/>
            <ac:spMk id="10" creationId="{A54358BF-6F05-10AA-EA2D-473B81D57360}"/>
          </ac:spMkLst>
        </pc:spChg>
        <pc:spChg chg="del">
          <ac:chgData name="김명호" userId="e0d603aa-548e-418b-a070-918475337925" providerId="ADAL" clId="{EB451184-BA9A-4A5C-9B3F-495ADF05D454}" dt="2023-09-21T23:33:02.014" v="18234" actId="478"/>
          <ac:spMkLst>
            <pc:docMk/>
            <pc:sldMk cId="1773800060" sldId="1154"/>
            <ac:spMk id="11" creationId="{F983ACEC-0939-BC57-061E-083813804BEA}"/>
          </ac:spMkLst>
        </pc:spChg>
        <pc:graphicFrameChg chg="mod modGraphic">
          <ac:chgData name="김명호" userId="e0d603aa-548e-418b-a070-918475337925" providerId="ADAL" clId="{EB451184-BA9A-4A5C-9B3F-495ADF05D454}" dt="2023-09-22T07:42:08.988" v="23340"/>
          <ac:graphicFrameMkLst>
            <pc:docMk/>
            <pc:sldMk cId="1773800060" sldId="1154"/>
            <ac:graphicFrameMk id="3" creationId="{EB5E6BEF-7528-22F3-81D3-C88DBE43847E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2:15.233" v="23351"/>
        <pc:sldMkLst>
          <pc:docMk/>
          <pc:sldMk cId="1085824141" sldId="1155"/>
        </pc:sldMkLst>
        <pc:graphicFrameChg chg="mod modGraphic">
          <ac:chgData name="김명호" userId="e0d603aa-548e-418b-a070-918475337925" providerId="ADAL" clId="{EB451184-BA9A-4A5C-9B3F-495ADF05D454}" dt="2023-09-22T07:42:15.233" v="23351"/>
          <ac:graphicFrameMkLst>
            <pc:docMk/>
            <pc:sldMk cId="1085824141" sldId="1155"/>
            <ac:graphicFrameMk id="3" creationId="{EB5E6BEF-7528-22F3-81D3-C88DBE43847E}"/>
          </ac:graphicFrameMkLst>
        </pc:graphicFrameChg>
      </pc:sldChg>
      <pc:sldChg chg="add del">
        <pc:chgData name="김명호" userId="e0d603aa-548e-418b-a070-918475337925" providerId="ADAL" clId="{EB451184-BA9A-4A5C-9B3F-495ADF05D454}" dt="2023-09-21T23:33:46.476" v="18239" actId="47"/>
        <pc:sldMkLst>
          <pc:docMk/>
          <pc:sldMk cId="3399069460" sldId="1156"/>
        </pc:sldMkLst>
      </pc:sldChg>
      <pc:sldChg chg="modSp add">
        <pc:chgData name="김명호" userId="e0d603aa-548e-418b-a070-918475337925" providerId="ADAL" clId="{EB451184-BA9A-4A5C-9B3F-495ADF05D454}" dt="2023-09-22T07:42:20.305" v="23352"/>
        <pc:sldMkLst>
          <pc:docMk/>
          <pc:sldMk cId="4270986488" sldId="1157"/>
        </pc:sldMkLst>
        <pc:graphicFrameChg chg="mod">
          <ac:chgData name="김명호" userId="e0d603aa-548e-418b-a070-918475337925" providerId="ADAL" clId="{EB451184-BA9A-4A5C-9B3F-495ADF05D454}" dt="2023-09-22T07:42:20.305" v="23352"/>
          <ac:graphicFrameMkLst>
            <pc:docMk/>
            <pc:sldMk cId="4270986488" sldId="1157"/>
            <ac:graphicFrameMk id="3" creationId="{EB5E6BEF-7528-22F3-81D3-C88DBE43847E}"/>
          </ac:graphicFrameMkLst>
        </pc:graphicFrameChg>
      </pc:sldChg>
      <pc:sldChg chg="add del">
        <pc:chgData name="김명호" userId="e0d603aa-548e-418b-a070-918475337925" providerId="ADAL" clId="{EB451184-BA9A-4A5C-9B3F-495ADF05D454}" dt="2023-09-21T23:34:02.961" v="18240" actId="47"/>
        <pc:sldMkLst>
          <pc:docMk/>
          <pc:sldMk cId="2975548085" sldId="1158"/>
        </pc:sldMkLst>
      </pc:sldChg>
      <pc:sldChg chg="add del">
        <pc:chgData name="김명호" userId="e0d603aa-548e-418b-a070-918475337925" providerId="ADAL" clId="{EB451184-BA9A-4A5C-9B3F-495ADF05D454}" dt="2023-09-21T23:34:13.547" v="18241" actId="47"/>
        <pc:sldMkLst>
          <pc:docMk/>
          <pc:sldMk cId="2701513021" sldId="1159"/>
        </pc:sldMkLst>
      </pc:sldChg>
      <pc:sldChg chg="modSp add mod">
        <pc:chgData name="김명호" userId="e0d603aa-548e-418b-a070-918475337925" providerId="ADAL" clId="{EB451184-BA9A-4A5C-9B3F-495ADF05D454}" dt="2023-09-22T07:42:23.955" v="23353"/>
        <pc:sldMkLst>
          <pc:docMk/>
          <pc:sldMk cId="1891453540" sldId="1160"/>
        </pc:sldMkLst>
        <pc:spChg chg="mod">
          <ac:chgData name="김명호" userId="e0d603aa-548e-418b-a070-918475337925" providerId="ADAL" clId="{EB451184-BA9A-4A5C-9B3F-495ADF05D454}" dt="2023-09-21T23:35:03.890" v="18244"/>
          <ac:spMkLst>
            <pc:docMk/>
            <pc:sldMk cId="1891453540" sldId="1160"/>
            <ac:spMk id="10" creationId="{E1BCA795-0A2C-B84B-2E5B-D468EA3C1766}"/>
          </ac:spMkLst>
        </pc:spChg>
        <pc:grpChg chg="mod">
          <ac:chgData name="김명호" userId="e0d603aa-548e-418b-a070-918475337925" providerId="ADAL" clId="{EB451184-BA9A-4A5C-9B3F-495ADF05D454}" dt="2023-09-21T23:35:06.277" v="18245" actId="1076"/>
          <ac:grpSpMkLst>
            <pc:docMk/>
            <pc:sldMk cId="1891453540" sldId="1160"/>
            <ac:grpSpMk id="8" creationId="{E26C8A19-2745-8C77-5F58-7511DE5E7AC3}"/>
          </ac:grpSpMkLst>
        </pc:grpChg>
        <pc:graphicFrameChg chg="mod">
          <ac:chgData name="김명호" userId="e0d603aa-548e-418b-a070-918475337925" providerId="ADAL" clId="{EB451184-BA9A-4A5C-9B3F-495ADF05D454}" dt="2023-09-22T07:42:23.955" v="23353"/>
          <ac:graphicFrameMkLst>
            <pc:docMk/>
            <pc:sldMk cId="1891453540" sldId="1160"/>
            <ac:graphicFrameMk id="3" creationId="{EB5E6BEF-7528-22F3-81D3-C88DBE43847E}"/>
          </ac:graphicFrameMkLst>
        </pc:graphicFrameChg>
      </pc:sldChg>
      <pc:sldChg chg="add del">
        <pc:chgData name="김명호" userId="e0d603aa-548e-418b-a070-918475337925" providerId="ADAL" clId="{EB451184-BA9A-4A5C-9B3F-495ADF05D454}" dt="2023-09-21T23:35:47.649" v="18246" actId="47"/>
        <pc:sldMkLst>
          <pc:docMk/>
          <pc:sldMk cId="4090447518" sldId="1161"/>
        </pc:sldMkLst>
      </pc:sldChg>
      <pc:sldChg chg="modSp add">
        <pc:chgData name="김명호" userId="e0d603aa-548e-418b-a070-918475337925" providerId="ADAL" clId="{EB451184-BA9A-4A5C-9B3F-495ADF05D454}" dt="2023-09-22T07:42:27.971" v="23354"/>
        <pc:sldMkLst>
          <pc:docMk/>
          <pc:sldMk cId="1781071530" sldId="1162"/>
        </pc:sldMkLst>
        <pc:graphicFrameChg chg="mod">
          <ac:chgData name="김명호" userId="e0d603aa-548e-418b-a070-918475337925" providerId="ADAL" clId="{EB451184-BA9A-4A5C-9B3F-495ADF05D454}" dt="2023-09-22T07:42:27.971" v="23354"/>
          <ac:graphicFrameMkLst>
            <pc:docMk/>
            <pc:sldMk cId="1781071530" sldId="1162"/>
            <ac:graphicFrameMk id="6" creationId="{924148D2-5097-2877-1A30-57054C4A5264}"/>
          </ac:graphicFrameMkLst>
        </pc:graphicFrameChg>
      </pc:sldChg>
      <pc:sldChg chg="add del">
        <pc:chgData name="김명호" userId="e0d603aa-548e-418b-a070-918475337925" providerId="ADAL" clId="{EB451184-BA9A-4A5C-9B3F-495ADF05D454}" dt="2023-09-21T23:36:50.243" v="18250" actId="47"/>
        <pc:sldMkLst>
          <pc:docMk/>
          <pc:sldMk cId="1777856426" sldId="1163"/>
        </pc:sldMkLst>
      </pc:sldChg>
      <pc:sldChg chg="modSp add mod">
        <pc:chgData name="김명호" userId="e0d603aa-548e-418b-a070-918475337925" providerId="ADAL" clId="{EB451184-BA9A-4A5C-9B3F-495ADF05D454}" dt="2023-09-22T07:42:36.851" v="23375" actId="20577"/>
        <pc:sldMkLst>
          <pc:docMk/>
          <pc:sldMk cId="2119426144" sldId="1164"/>
        </pc:sldMkLst>
        <pc:graphicFrameChg chg="mod modGraphic">
          <ac:chgData name="김명호" userId="e0d603aa-548e-418b-a070-918475337925" providerId="ADAL" clId="{EB451184-BA9A-4A5C-9B3F-495ADF05D454}" dt="2023-09-22T07:42:36.851" v="23375" actId="20577"/>
          <ac:graphicFrameMkLst>
            <pc:docMk/>
            <pc:sldMk cId="2119426144" sldId="1164"/>
            <ac:graphicFrameMk id="3" creationId="{EB5E6BEF-7528-22F3-81D3-C88DBE43847E}"/>
          </ac:graphicFrameMkLst>
        </pc:graphicFrameChg>
      </pc:sldChg>
      <pc:sldChg chg="add del">
        <pc:chgData name="김명호" userId="e0d603aa-548e-418b-a070-918475337925" providerId="ADAL" clId="{EB451184-BA9A-4A5C-9B3F-495ADF05D454}" dt="2023-09-21T23:36:55.389" v="18251" actId="47"/>
        <pc:sldMkLst>
          <pc:docMk/>
          <pc:sldMk cId="39177369" sldId="1165"/>
        </pc:sldMkLst>
      </pc:sldChg>
      <pc:sldChg chg="add del">
        <pc:chgData name="김명호" userId="e0d603aa-548e-418b-a070-918475337925" providerId="ADAL" clId="{EB451184-BA9A-4A5C-9B3F-495ADF05D454}" dt="2023-09-21T23:37:33.144" v="18255" actId="47"/>
        <pc:sldMkLst>
          <pc:docMk/>
          <pc:sldMk cId="4089832809" sldId="1165"/>
        </pc:sldMkLst>
      </pc:sldChg>
      <pc:sldChg chg="modSp add mod">
        <pc:chgData name="김명호" userId="e0d603aa-548e-418b-a070-918475337925" providerId="ADAL" clId="{EB451184-BA9A-4A5C-9B3F-495ADF05D454}" dt="2023-09-22T07:42:45.809" v="23396"/>
        <pc:sldMkLst>
          <pc:docMk/>
          <pc:sldMk cId="757751180" sldId="1166"/>
        </pc:sldMkLst>
        <pc:graphicFrameChg chg="mod modGraphic">
          <ac:chgData name="김명호" userId="e0d603aa-548e-418b-a070-918475337925" providerId="ADAL" clId="{EB451184-BA9A-4A5C-9B3F-495ADF05D454}" dt="2023-09-22T07:42:45.809" v="23396"/>
          <ac:graphicFrameMkLst>
            <pc:docMk/>
            <pc:sldMk cId="757751180" sldId="1166"/>
            <ac:graphicFrameMk id="6" creationId="{924148D2-5097-2877-1A30-57054C4A5264}"/>
          </ac:graphicFrameMkLst>
        </pc:graphicFrameChg>
      </pc:sldChg>
      <pc:sldChg chg="delSp modSp add mod">
        <pc:chgData name="김명호" userId="e0d603aa-548e-418b-a070-918475337925" providerId="ADAL" clId="{EB451184-BA9A-4A5C-9B3F-495ADF05D454}" dt="2023-09-22T07:42:49.659" v="23397"/>
        <pc:sldMkLst>
          <pc:docMk/>
          <pc:sldMk cId="2662672518" sldId="1167"/>
        </pc:sldMkLst>
        <pc:spChg chg="mod">
          <ac:chgData name="김명호" userId="e0d603aa-548e-418b-a070-918475337925" providerId="ADAL" clId="{EB451184-BA9A-4A5C-9B3F-495ADF05D454}" dt="2023-09-21T23:38:15.399" v="18268" actId="21"/>
          <ac:spMkLst>
            <pc:docMk/>
            <pc:sldMk cId="2662672518" sldId="1167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2T07:30:11.116" v="22437" actId="6549"/>
          <ac:spMkLst>
            <pc:docMk/>
            <pc:sldMk cId="2662672518" sldId="1167"/>
            <ac:spMk id="11" creationId="{02AA5BD4-0C59-4FD2-6573-2E97D16410B7}"/>
          </ac:spMkLst>
        </pc:spChg>
        <pc:grpChg chg="mod">
          <ac:chgData name="김명호" userId="e0d603aa-548e-418b-a070-918475337925" providerId="ADAL" clId="{EB451184-BA9A-4A5C-9B3F-495ADF05D454}" dt="2023-09-21T23:38:11.714" v="18267" actId="1076"/>
          <ac:grpSpMkLst>
            <pc:docMk/>
            <pc:sldMk cId="2662672518" sldId="1167"/>
            <ac:grpSpMk id="9" creationId="{AF49FAE5-2C51-0536-A0B6-0ECA3EB71A0A}"/>
          </ac:grpSpMkLst>
        </pc:grpChg>
        <pc:grpChg chg="del">
          <ac:chgData name="김명호" userId="e0d603aa-548e-418b-a070-918475337925" providerId="ADAL" clId="{EB451184-BA9A-4A5C-9B3F-495ADF05D454}" dt="2023-09-21T23:38:06.922" v="18266" actId="478"/>
          <ac:grpSpMkLst>
            <pc:docMk/>
            <pc:sldMk cId="2662672518" sldId="1167"/>
            <ac:grpSpMk id="13" creationId="{A4C9FD02-DDDD-9325-3CED-1BC58C27B684}"/>
          </ac:grpSpMkLst>
        </pc:grpChg>
        <pc:graphicFrameChg chg="mod">
          <ac:chgData name="김명호" userId="e0d603aa-548e-418b-a070-918475337925" providerId="ADAL" clId="{EB451184-BA9A-4A5C-9B3F-495ADF05D454}" dt="2023-09-22T07:42:49.659" v="23397"/>
          <ac:graphicFrameMkLst>
            <pc:docMk/>
            <pc:sldMk cId="2662672518" sldId="1167"/>
            <ac:graphicFrameMk id="3" creationId="{EB5E6BEF-7528-22F3-81D3-C88DBE43847E}"/>
          </ac:graphicFrameMkLst>
        </pc:graphicFrameChg>
      </pc:sldChg>
      <pc:sldChg chg="add del">
        <pc:chgData name="김명호" userId="e0d603aa-548e-418b-a070-918475337925" providerId="ADAL" clId="{EB451184-BA9A-4A5C-9B3F-495ADF05D454}" dt="2023-09-21T23:38:22.352" v="18269" actId="47"/>
        <pc:sldMkLst>
          <pc:docMk/>
          <pc:sldMk cId="4093059241" sldId="1168"/>
        </pc:sldMkLst>
      </pc:sldChg>
      <pc:sldChg chg="modSp add">
        <pc:chgData name="김명호" userId="e0d603aa-548e-418b-a070-918475337925" providerId="ADAL" clId="{EB451184-BA9A-4A5C-9B3F-495ADF05D454}" dt="2023-09-22T07:42:52.388" v="23398"/>
        <pc:sldMkLst>
          <pc:docMk/>
          <pc:sldMk cId="32048056" sldId="1169"/>
        </pc:sldMkLst>
        <pc:graphicFrameChg chg="mod">
          <ac:chgData name="김명호" userId="e0d603aa-548e-418b-a070-918475337925" providerId="ADAL" clId="{EB451184-BA9A-4A5C-9B3F-495ADF05D454}" dt="2023-09-22T07:42:52.388" v="23398"/>
          <ac:graphicFrameMkLst>
            <pc:docMk/>
            <pc:sldMk cId="32048056" sldId="1169"/>
            <ac:graphicFrameMk id="3" creationId="{EB5E6BEF-7528-22F3-81D3-C88DBE43847E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2:58.954" v="23413"/>
        <pc:sldMkLst>
          <pc:docMk/>
          <pc:sldMk cId="533174973" sldId="1170"/>
        </pc:sldMkLst>
        <pc:graphicFrameChg chg="mod modGraphic">
          <ac:chgData name="김명호" userId="e0d603aa-548e-418b-a070-918475337925" providerId="ADAL" clId="{EB451184-BA9A-4A5C-9B3F-495ADF05D454}" dt="2023-09-22T07:42:58.954" v="23413"/>
          <ac:graphicFrameMkLst>
            <pc:docMk/>
            <pc:sldMk cId="533174973" sldId="1170"/>
            <ac:graphicFrameMk id="3" creationId="{EB5E6BEF-7528-22F3-81D3-C88DBE43847E}"/>
          </ac:graphicFrameMkLst>
        </pc:graphicFrameChg>
      </pc:sldChg>
      <pc:sldChg chg="add del">
        <pc:chgData name="김명호" userId="e0d603aa-548e-418b-a070-918475337925" providerId="ADAL" clId="{EB451184-BA9A-4A5C-9B3F-495ADF05D454}" dt="2023-09-21T23:38:36.908" v="18270" actId="47"/>
        <pc:sldMkLst>
          <pc:docMk/>
          <pc:sldMk cId="4069658891" sldId="1170"/>
        </pc:sldMkLst>
      </pc:sldChg>
      <pc:sldChg chg="add del">
        <pc:chgData name="김명호" userId="e0d603aa-548e-418b-a070-918475337925" providerId="ADAL" clId="{EB451184-BA9A-4A5C-9B3F-495ADF05D454}" dt="2023-09-21T23:39:17.420" v="18275" actId="47"/>
        <pc:sldMkLst>
          <pc:docMk/>
          <pc:sldMk cId="1038053437" sldId="1171"/>
        </pc:sldMkLst>
      </pc:sldChg>
      <pc:sldChg chg="modSp add">
        <pc:chgData name="김명호" userId="e0d603aa-548e-418b-a070-918475337925" providerId="ADAL" clId="{EB451184-BA9A-4A5C-9B3F-495ADF05D454}" dt="2023-09-22T07:43:02.067" v="23414"/>
        <pc:sldMkLst>
          <pc:docMk/>
          <pc:sldMk cId="3657053107" sldId="1172"/>
        </pc:sldMkLst>
        <pc:graphicFrameChg chg="mod">
          <ac:chgData name="김명호" userId="e0d603aa-548e-418b-a070-918475337925" providerId="ADAL" clId="{EB451184-BA9A-4A5C-9B3F-495ADF05D454}" dt="2023-09-22T07:43:02.067" v="23414"/>
          <ac:graphicFrameMkLst>
            <pc:docMk/>
            <pc:sldMk cId="3657053107" sldId="1172"/>
            <ac:graphicFrameMk id="3" creationId="{EB5E6BEF-7528-22F3-81D3-C88DBE43847E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3:04.340" v="23415"/>
        <pc:sldMkLst>
          <pc:docMk/>
          <pc:sldMk cId="1520453298" sldId="1173"/>
        </pc:sldMkLst>
        <pc:graphicFrameChg chg="mod modGraphic">
          <ac:chgData name="김명호" userId="e0d603aa-548e-418b-a070-918475337925" providerId="ADAL" clId="{EB451184-BA9A-4A5C-9B3F-495ADF05D454}" dt="2023-09-22T07:43:04.340" v="23415"/>
          <ac:graphicFrameMkLst>
            <pc:docMk/>
            <pc:sldMk cId="1520453298" sldId="1173"/>
            <ac:graphicFrameMk id="3" creationId="{EB5E6BEF-7528-22F3-81D3-C88DBE43847E}"/>
          </ac:graphicFrameMkLst>
        </pc:graphicFrameChg>
      </pc:sldChg>
      <pc:sldChg chg="modSp add">
        <pc:chgData name="김명호" userId="e0d603aa-548e-418b-a070-918475337925" providerId="ADAL" clId="{EB451184-BA9A-4A5C-9B3F-495ADF05D454}" dt="2023-09-22T07:43:06.747" v="23416"/>
        <pc:sldMkLst>
          <pc:docMk/>
          <pc:sldMk cId="398178429" sldId="1174"/>
        </pc:sldMkLst>
        <pc:graphicFrameChg chg="mod">
          <ac:chgData name="김명호" userId="e0d603aa-548e-418b-a070-918475337925" providerId="ADAL" clId="{EB451184-BA9A-4A5C-9B3F-495ADF05D454}" dt="2023-09-22T07:43:06.747" v="23416"/>
          <ac:graphicFrameMkLst>
            <pc:docMk/>
            <pc:sldMk cId="398178429" sldId="1174"/>
            <ac:graphicFrameMk id="6" creationId="{924148D2-5097-2877-1A30-57054C4A5264}"/>
          </ac:graphicFrameMkLst>
        </pc:graphicFrameChg>
      </pc:sldChg>
      <pc:sldChg chg="modSp add">
        <pc:chgData name="김명호" userId="e0d603aa-548e-418b-a070-918475337925" providerId="ADAL" clId="{EB451184-BA9A-4A5C-9B3F-495ADF05D454}" dt="2023-09-22T07:43:12.907" v="23418"/>
        <pc:sldMkLst>
          <pc:docMk/>
          <pc:sldMk cId="3119948362" sldId="1175"/>
        </pc:sldMkLst>
        <pc:graphicFrameChg chg="mod">
          <ac:chgData name="김명호" userId="e0d603aa-548e-418b-a070-918475337925" providerId="ADAL" clId="{EB451184-BA9A-4A5C-9B3F-495ADF05D454}" dt="2023-09-22T07:43:12.907" v="23418"/>
          <ac:graphicFrameMkLst>
            <pc:docMk/>
            <pc:sldMk cId="3119948362" sldId="1175"/>
            <ac:graphicFrameMk id="6" creationId="{924148D2-5097-2877-1A30-57054C4A5264}"/>
          </ac:graphicFrameMkLst>
        </pc:graphicFrameChg>
      </pc:sldChg>
      <pc:sldChg chg="add del">
        <pc:chgData name="김명호" userId="e0d603aa-548e-418b-a070-918475337925" providerId="ADAL" clId="{EB451184-BA9A-4A5C-9B3F-495ADF05D454}" dt="2023-09-21T23:39:53.635" v="18276" actId="47"/>
        <pc:sldMkLst>
          <pc:docMk/>
          <pc:sldMk cId="322610652" sldId="1176"/>
        </pc:sldMkLst>
      </pc:sldChg>
      <pc:sldChg chg="addSp delSp modSp add mod">
        <pc:chgData name="김명호" userId="e0d603aa-548e-418b-a070-918475337925" providerId="ADAL" clId="{EB451184-BA9A-4A5C-9B3F-495ADF05D454}" dt="2023-09-22T07:35:26.876" v="22999"/>
        <pc:sldMkLst>
          <pc:docMk/>
          <pc:sldMk cId="1487641908" sldId="1176"/>
        </pc:sldMkLst>
        <pc:spChg chg="mod">
          <ac:chgData name="김명호" userId="e0d603aa-548e-418b-a070-918475337925" providerId="ADAL" clId="{EB451184-BA9A-4A5C-9B3F-495ADF05D454}" dt="2023-09-22T01:42:46.720" v="20640"/>
          <ac:spMkLst>
            <pc:docMk/>
            <pc:sldMk cId="1487641908" sldId="1176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1T23:57:32.101" v="18780"/>
          <ac:spMkLst>
            <pc:docMk/>
            <pc:sldMk cId="1487641908" sldId="1176"/>
            <ac:spMk id="9" creationId="{D468B52F-3106-5419-1D54-A35D7CC9CABB}"/>
          </ac:spMkLst>
        </pc:spChg>
        <pc:spChg chg="mod">
          <ac:chgData name="김명호" userId="e0d603aa-548e-418b-a070-918475337925" providerId="ADAL" clId="{EB451184-BA9A-4A5C-9B3F-495ADF05D454}" dt="2023-09-21T23:57:12.556" v="18778" actId="14100"/>
          <ac:spMkLst>
            <pc:docMk/>
            <pc:sldMk cId="1487641908" sldId="1176"/>
            <ac:spMk id="10" creationId="{14F878EE-D031-B862-A82B-49EBF6A805B4}"/>
          </ac:spMkLst>
        </pc:spChg>
        <pc:spChg chg="add mod">
          <ac:chgData name="김명호" userId="e0d603aa-548e-418b-a070-918475337925" providerId="ADAL" clId="{EB451184-BA9A-4A5C-9B3F-495ADF05D454}" dt="2023-09-22T01:42:48.715" v="20641" actId="1076"/>
          <ac:spMkLst>
            <pc:docMk/>
            <pc:sldMk cId="1487641908" sldId="1176"/>
            <ac:spMk id="11" creationId="{3B29C1AC-4949-C643-38F9-C8160A7E5F71}"/>
          </ac:spMkLst>
        </pc:spChg>
        <pc:spChg chg="add mod">
          <ac:chgData name="김명호" userId="e0d603aa-548e-418b-a070-918475337925" providerId="ADAL" clId="{EB451184-BA9A-4A5C-9B3F-495ADF05D454}" dt="2023-09-22T01:42:48.715" v="20641" actId="1076"/>
          <ac:spMkLst>
            <pc:docMk/>
            <pc:sldMk cId="1487641908" sldId="1176"/>
            <ac:spMk id="17" creationId="{CFF8E3A7-6EAB-4558-43D6-4C6EC0D85F76}"/>
          </ac:spMkLst>
        </pc:spChg>
        <pc:spChg chg="add mod">
          <ac:chgData name="김명호" userId="e0d603aa-548e-418b-a070-918475337925" providerId="ADAL" clId="{EB451184-BA9A-4A5C-9B3F-495ADF05D454}" dt="2023-09-22T01:42:48.715" v="20641" actId="1076"/>
          <ac:spMkLst>
            <pc:docMk/>
            <pc:sldMk cId="1487641908" sldId="1176"/>
            <ac:spMk id="18" creationId="{565C25EC-6F7F-049C-966F-4AFB9588B329}"/>
          </ac:spMkLst>
        </pc:spChg>
        <pc:spChg chg="add mod">
          <ac:chgData name="김명호" userId="e0d603aa-548e-418b-a070-918475337925" providerId="ADAL" clId="{EB451184-BA9A-4A5C-9B3F-495ADF05D454}" dt="2023-09-22T01:42:48.715" v="20641" actId="1076"/>
          <ac:spMkLst>
            <pc:docMk/>
            <pc:sldMk cId="1487641908" sldId="1176"/>
            <ac:spMk id="21" creationId="{08970275-3704-6937-C303-408C2B225192}"/>
          </ac:spMkLst>
        </pc:spChg>
        <pc:spChg chg="add del mod">
          <ac:chgData name="김명호" userId="e0d603aa-548e-418b-a070-918475337925" providerId="ADAL" clId="{EB451184-BA9A-4A5C-9B3F-495ADF05D454}" dt="2023-09-22T00:03:29.958" v="19296" actId="478"/>
          <ac:spMkLst>
            <pc:docMk/>
            <pc:sldMk cId="1487641908" sldId="1176"/>
            <ac:spMk id="22" creationId="{6571F099-C9E9-C276-23A3-C30AB4B4A372}"/>
          </ac:spMkLst>
        </pc:spChg>
        <pc:spChg chg="add mod">
          <ac:chgData name="김명호" userId="e0d603aa-548e-418b-a070-918475337925" providerId="ADAL" clId="{EB451184-BA9A-4A5C-9B3F-495ADF05D454}" dt="2023-09-22T01:42:48.715" v="20641" actId="1076"/>
          <ac:spMkLst>
            <pc:docMk/>
            <pc:sldMk cId="1487641908" sldId="1176"/>
            <ac:spMk id="23" creationId="{F7DA951B-940C-F026-F943-A0392E72780A}"/>
          </ac:spMkLst>
        </pc:spChg>
        <pc:spChg chg="add mod">
          <ac:chgData name="김명호" userId="e0d603aa-548e-418b-a070-918475337925" providerId="ADAL" clId="{EB451184-BA9A-4A5C-9B3F-495ADF05D454}" dt="2023-09-22T01:42:10.314" v="20488" actId="14100"/>
          <ac:spMkLst>
            <pc:docMk/>
            <pc:sldMk cId="1487641908" sldId="1176"/>
            <ac:spMk id="27" creationId="{6256AA1A-E371-67A7-5821-B8BD45D54D0E}"/>
          </ac:spMkLst>
        </pc:spChg>
        <pc:graphicFrameChg chg="mod modGraphic">
          <ac:chgData name="김명호" userId="e0d603aa-548e-418b-a070-918475337925" providerId="ADAL" clId="{EB451184-BA9A-4A5C-9B3F-495ADF05D454}" dt="2023-09-22T07:35:26.876" v="22999"/>
          <ac:graphicFrameMkLst>
            <pc:docMk/>
            <pc:sldMk cId="1487641908" sldId="1176"/>
            <ac:graphicFrameMk id="3" creationId="{EB5E6BEF-7528-22F3-81D3-C88DBE43847E}"/>
          </ac:graphicFrameMkLst>
        </pc:graphicFrameChg>
        <pc:picChg chg="add del mod ord modCrop">
          <ac:chgData name="김명호" userId="e0d603aa-548e-418b-a070-918475337925" providerId="ADAL" clId="{EB451184-BA9A-4A5C-9B3F-495ADF05D454}" dt="2023-09-21T23:56:55.035" v="18772" actId="478"/>
          <ac:picMkLst>
            <pc:docMk/>
            <pc:sldMk cId="1487641908" sldId="1176"/>
            <ac:picMk id="5" creationId="{4B9AFEFB-0939-2865-4A9F-662A0D890CE2}"/>
          </ac:picMkLst>
        </pc:picChg>
        <pc:picChg chg="add mod ord modCrop">
          <ac:chgData name="김명호" userId="e0d603aa-548e-418b-a070-918475337925" providerId="ADAL" clId="{EB451184-BA9A-4A5C-9B3F-495ADF05D454}" dt="2023-09-21T23:57:01.165" v="18775" actId="167"/>
          <ac:picMkLst>
            <pc:docMk/>
            <pc:sldMk cId="1487641908" sldId="1176"/>
            <ac:picMk id="8" creationId="{821F3E81-3781-94F8-06CC-7B6C4AC52D06}"/>
          </ac:picMkLst>
        </pc:picChg>
        <pc:picChg chg="add del mod modCrop">
          <ac:chgData name="김명호" userId="e0d603aa-548e-418b-a070-918475337925" providerId="ADAL" clId="{EB451184-BA9A-4A5C-9B3F-495ADF05D454}" dt="2023-09-22T00:00:24.282" v="19151" actId="478"/>
          <ac:picMkLst>
            <pc:docMk/>
            <pc:sldMk cId="1487641908" sldId="1176"/>
            <ac:picMk id="12" creationId="{659A17F4-D5BF-3B1E-7BEE-18FEE716F38A}"/>
          </ac:picMkLst>
        </pc:picChg>
        <pc:picChg chg="del">
          <ac:chgData name="김명호" userId="e0d603aa-548e-418b-a070-918475337925" providerId="ADAL" clId="{EB451184-BA9A-4A5C-9B3F-495ADF05D454}" dt="2023-09-21T23:49:03.453" v="18291" actId="478"/>
          <ac:picMkLst>
            <pc:docMk/>
            <pc:sldMk cId="1487641908" sldId="1176"/>
            <ac:picMk id="15" creationId="{4037265C-B357-0255-D971-EA827DF1198C}"/>
          </ac:picMkLst>
        </pc:picChg>
        <pc:picChg chg="add mod modCrop">
          <ac:chgData name="김명호" userId="e0d603aa-548e-418b-a070-918475337925" providerId="ADAL" clId="{EB451184-BA9A-4A5C-9B3F-495ADF05D454}" dt="2023-09-22T01:42:48.715" v="20641" actId="1076"/>
          <ac:picMkLst>
            <pc:docMk/>
            <pc:sldMk cId="1487641908" sldId="1176"/>
            <ac:picMk id="16" creationId="{AEA79D9F-8206-36B3-EA05-46E108462175}"/>
          </ac:picMkLst>
        </pc:picChg>
        <pc:picChg chg="add mod modCrop">
          <ac:chgData name="김명호" userId="e0d603aa-548e-418b-a070-918475337925" providerId="ADAL" clId="{EB451184-BA9A-4A5C-9B3F-495ADF05D454}" dt="2023-09-22T01:42:48.715" v="20641" actId="1076"/>
          <ac:picMkLst>
            <pc:docMk/>
            <pc:sldMk cId="1487641908" sldId="1176"/>
            <ac:picMk id="20" creationId="{D194B10B-EBD8-34E8-ABBF-2D0CA548CF74}"/>
          </ac:picMkLst>
        </pc:picChg>
        <pc:picChg chg="add mod modCrop">
          <ac:chgData name="김명호" userId="e0d603aa-548e-418b-a070-918475337925" providerId="ADAL" clId="{EB451184-BA9A-4A5C-9B3F-495ADF05D454}" dt="2023-09-22T01:42:00.203" v="20485" actId="1076"/>
          <ac:picMkLst>
            <pc:docMk/>
            <pc:sldMk cId="1487641908" sldId="1176"/>
            <ac:picMk id="26" creationId="{8E3BEC8E-5FE3-7D9C-F7E0-12A1F1DF0178}"/>
          </ac:picMkLst>
        </pc:picChg>
        <pc:cxnChg chg="mod">
          <ac:chgData name="김명호" userId="e0d603aa-548e-418b-a070-918475337925" providerId="ADAL" clId="{EB451184-BA9A-4A5C-9B3F-495ADF05D454}" dt="2023-09-21T23:57:15.635" v="18779" actId="1076"/>
          <ac:cxnSpMkLst>
            <pc:docMk/>
            <pc:sldMk cId="1487641908" sldId="1176"/>
            <ac:cxnSpMk id="13" creationId="{331DDFAF-E372-E3B3-6B05-B0D7F3785A4E}"/>
          </ac:cxnSpMkLst>
        </pc:cxnChg>
        <pc:cxnChg chg="add mod">
          <ac:chgData name="김명호" userId="e0d603aa-548e-418b-a070-918475337925" providerId="ADAL" clId="{EB451184-BA9A-4A5C-9B3F-495ADF05D454}" dt="2023-09-22T01:42:48.715" v="20641" actId="1076"/>
          <ac:cxnSpMkLst>
            <pc:docMk/>
            <pc:sldMk cId="1487641908" sldId="1176"/>
            <ac:cxnSpMk id="19" creationId="{FBFA7EAC-95EE-22E2-D88E-AD4FC154C26D}"/>
          </ac:cxnSpMkLst>
        </pc:cxnChg>
        <pc:cxnChg chg="add mod">
          <ac:chgData name="김명호" userId="e0d603aa-548e-418b-a070-918475337925" providerId="ADAL" clId="{EB451184-BA9A-4A5C-9B3F-495ADF05D454}" dt="2023-09-22T01:42:48.715" v="20641" actId="1076"/>
          <ac:cxnSpMkLst>
            <pc:docMk/>
            <pc:sldMk cId="1487641908" sldId="1176"/>
            <ac:cxnSpMk id="24" creationId="{BFB4F41F-142F-B01F-62CB-7E86DFD957AE}"/>
          </ac:cxnSpMkLst>
        </pc:cxnChg>
        <pc:cxnChg chg="add mod">
          <ac:chgData name="김명호" userId="e0d603aa-548e-418b-a070-918475337925" providerId="ADAL" clId="{EB451184-BA9A-4A5C-9B3F-495ADF05D454}" dt="2023-09-22T01:42:12.531" v="20489" actId="1076"/>
          <ac:cxnSpMkLst>
            <pc:docMk/>
            <pc:sldMk cId="1487641908" sldId="1176"/>
            <ac:cxnSpMk id="28" creationId="{A6A16C62-E60D-54F6-2807-1D80EF78F664}"/>
          </ac:cxnSpMkLst>
        </pc:cxnChg>
      </pc:sldChg>
      <pc:sldChg chg="add del">
        <pc:chgData name="김명호" userId="e0d603aa-548e-418b-a070-918475337925" providerId="ADAL" clId="{EB451184-BA9A-4A5C-9B3F-495ADF05D454}" dt="2023-09-21T23:39:55.750" v="18277" actId="47"/>
        <pc:sldMkLst>
          <pc:docMk/>
          <pc:sldMk cId="3946919185" sldId="1177"/>
        </pc:sldMkLst>
      </pc:sldChg>
      <pc:sldChg chg="addSp delSp modSp add mod">
        <pc:chgData name="김명호" userId="e0d603aa-548e-418b-a070-918475337925" providerId="ADAL" clId="{EB451184-BA9A-4A5C-9B3F-495ADF05D454}" dt="2023-09-22T07:36:07.822" v="23036"/>
        <pc:sldMkLst>
          <pc:docMk/>
          <pc:sldMk cId="4161560037" sldId="1177"/>
        </pc:sldMkLst>
        <pc:spChg chg="mod">
          <ac:chgData name="김명호" userId="e0d603aa-548e-418b-a070-918475337925" providerId="ADAL" clId="{EB451184-BA9A-4A5C-9B3F-495ADF05D454}" dt="2023-09-22T00:04:17.500" v="19332" actId="6549"/>
          <ac:spMkLst>
            <pc:docMk/>
            <pc:sldMk cId="4161560037" sldId="1177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1T23:52:06.650" v="18471"/>
          <ac:spMkLst>
            <pc:docMk/>
            <pc:sldMk cId="4161560037" sldId="1177"/>
            <ac:spMk id="9" creationId="{95A69C67-D16D-5470-124E-7EB6CF25872A}"/>
          </ac:spMkLst>
        </pc:spChg>
        <pc:spChg chg="mod">
          <ac:chgData name="김명호" userId="e0d603aa-548e-418b-a070-918475337925" providerId="ADAL" clId="{EB451184-BA9A-4A5C-9B3F-495ADF05D454}" dt="2023-09-21T23:51:37.909" v="18443" actId="14100"/>
          <ac:spMkLst>
            <pc:docMk/>
            <pc:sldMk cId="4161560037" sldId="1177"/>
            <ac:spMk id="10" creationId="{14F878EE-D031-B862-A82B-49EBF6A805B4}"/>
          </ac:spMkLst>
        </pc:spChg>
        <pc:spChg chg="mod">
          <ac:chgData name="김명호" userId="e0d603aa-548e-418b-a070-918475337925" providerId="ADAL" clId="{EB451184-BA9A-4A5C-9B3F-495ADF05D454}" dt="2023-09-22T00:04:13.409" v="19331"/>
          <ac:spMkLst>
            <pc:docMk/>
            <pc:sldMk cId="4161560037" sldId="1177"/>
            <ac:spMk id="11" creationId="{5E523184-D6D5-1AA9-DB39-DD6A7889272B}"/>
          </ac:spMkLst>
        </pc:spChg>
        <pc:grpChg chg="add mod">
          <ac:chgData name="김명호" userId="e0d603aa-548e-418b-a070-918475337925" providerId="ADAL" clId="{EB451184-BA9A-4A5C-9B3F-495ADF05D454}" dt="2023-09-22T01:35:41.893" v="20338" actId="1076"/>
          <ac:grpSpMkLst>
            <pc:docMk/>
            <pc:sldMk cId="4161560037" sldId="1177"/>
            <ac:grpSpMk id="8" creationId="{4B15E2F9-7F47-72BE-5882-CE163167D1C7}"/>
          </ac:grpSpMkLst>
        </pc:grpChg>
        <pc:graphicFrameChg chg="mod">
          <ac:chgData name="김명호" userId="e0d603aa-548e-418b-a070-918475337925" providerId="ADAL" clId="{EB451184-BA9A-4A5C-9B3F-495ADF05D454}" dt="2023-09-22T07:36:07.822" v="23036"/>
          <ac:graphicFrameMkLst>
            <pc:docMk/>
            <pc:sldMk cId="4161560037" sldId="1177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1T23:51:21.125" v="18438" actId="478"/>
          <ac:picMkLst>
            <pc:docMk/>
            <pc:sldMk cId="4161560037" sldId="1177"/>
            <ac:picMk id="5" creationId="{4B9AFEFB-0939-2865-4A9F-662A0D890CE2}"/>
          </ac:picMkLst>
        </pc:picChg>
        <pc:picChg chg="add mod ord modCrop">
          <ac:chgData name="김명호" userId="e0d603aa-548e-418b-a070-918475337925" providerId="ADAL" clId="{EB451184-BA9A-4A5C-9B3F-495ADF05D454}" dt="2023-09-21T23:51:22.582" v="18439" actId="167"/>
          <ac:picMkLst>
            <pc:docMk/>
            <pc:sldMk cId="4161560037" sldId="1177"/>
            <ac:picMk id="6" creationId="{D4D4CC15-99BB-A12A-543F-9C3E4D87F8AE}"/>
          </ac:picMkLst>
        </pc:picChg>
        <pc:cxnChg chg="mod">
          <ac:chgData name="김명호" userId="e0d603aa-548e-418b-a070-918475337925" providerId="ADAL" clId="{EB451184-BA9A-4A5C-9B3F-495ADF05D454}" dt="2023-09-21T23:51:26.732" v="18440" actId="1076"/>
          <ac:cxnSpMkLst>
            <pc:docMk/>
            <pc:sldMk cId="4161560037" sldId="1177"/>
            <ac:cxnSpMk id="13" creationId="{331DDFAF-E372-E3B3-6B05-B0D7F3785A4E}"/>
          </ac:cxnSpMkLst>
        </pc:cxnChg>
      </pc:sldChg>
      <pc:sldChg chg="addSp modSp add mod">
        <pc:chgData name="김명호" userId="e0d603aa-548e-418b-a070-918475337925" providerId="ADAL" clId="{EB451184-BA9A-4A5C-9B3F-495ADF05D454}" dt="2023-09-22T07:35:59.035" v="23034"/>
        <pc:sldMkLst>
          <pc:docMk/>
          <pc:sldMk cId="1179632296" sldId="1178"/>
        </pc:sldMkLst>
        <pc:spChg chg="mod">
          <ac:chgData name="김명호" userId="e0d603aa-548e-418b-a070-918475337925" providerId="ADAL" clId="{EB451184-BA9A-4A5C-9B3F-495ADF05D454}" dt="2023-09-22T06:54:29.967" v="21922"/>
          <ac:spMkLst>
            <pc:docMk/>
            <pc:sldMk cId="1179632296" sldId="1178"/>
            <ac:spMk id="6" creationId="{7DB58975-294D-4410-3424-EB2AEB728E0B}"/>
          </ac:spMkLst>
        </pc:spChg>
        <pc:spChg chg="mod">
          <ac:chgData name="김명호" userId="e0d603aa-548e-418b-a070-918475337925" providerId="ADAL" clId="{EB451184-BA9A-4A5C-9B3F-495ADF05D454}" dt="2023-09-22T06:54:43.776" v="21928" actId="6549"/>
          <ac:spMkLst>
            <pc:docMk/>
            <pc:sldMk cId="1179632296" sldId="1178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2T06:54:41.998" v="21927"/>
          <ac:spMkLst>
            <pc:docMk/>
            <pc:sldMk cId="1179632296" sldId="1178"/>
            <ac:spMk id="8" creationId="{925D5353-95AA-7066-CFC3-A79F6C4BB8E6}"/>
          </ac:spMkLst>
        </pc:spChg>
        <pc:grpChg chg="add mod">
          <ac:chgData name="김명호" userId="e0d603aa-548e-418b-a070-918475337925" providerId="ADAL" clId="{EB451184-BA9A-4A5C-9B3F-495ADF05D454}" dt="2023-09-22T06:54:47.444" v="21929" actId="1076"/>
          <ac:grpSpMkLst>
            <pc:docMk/>
            <pc:sldMk cId="1179632296" sldId="1178"/>
            <ac:grpSpMk id="4" creationId="{5835FEFE-39F5-9A90-1045-CB364B4A0594}"/>
          </ac:grpSpMkLst>
        </pc:grpChg>
        <pc:graphicFrameChg chg="mod modGraphic">
          <ac:chgData name="김명호" userId="e0d603aa-548e-418b-a070-918475337925" providerId="ADAL" clId="{EB451184-BA9A-4A5C-9B3F-495ADF05D454}" dt="2023-09-22T07:35:59.035" v="23034"/>
          <ac:graphicFrameMkLst>
            <pc:docMk/>
            <pc:sldMk cId="1179632296" sldId="1178"/>
            <ac:graphicFrameMk id="3" creationId="{EB5E6BEF-7528-22F3-81D3-C88DBE43847E}"/>
          </ac:graphicFrameMkLst>
        </pc:graphicFrameChg>
      </pc:sldChg>
      <pc:sldChg chg="addSp delSp modSp add mod">
        <pc:chgData name="김명호" userId="e0d603aa-548e-418b-a070-918475337925" providerId="ADAL" clId="{EB451184-BA9A-4A5C-9B3F-495ADF05D454}" dt="2023-09-22T07:35:30.807" v="23000"/>
        <pc:sldMkLst>
          <pc:docMk/>
          <pc:sldMk cId="4068891760" sldId="1179"/>
        </pc:sldMkLst>
        <pc:spChg chg="add mod">
          <ac:chgData name="김명호" userId="e0d603aa-548e-418b-a070-918475337925" providerId="ADAL" clId="{EB451184-BA9A-4A5C-9B3F-495ADF05D454}" dt="2023-09-22T00:13:38.692" v="19416" actId="14100"/>
          <ac:spMkLst>
            <pc:docMk/>
            <pc:sldMk cId="4068891760" sldId="1179"/>
            <ac:spMk id="5" creationId="{7DC9611B-C1A6-0A08-510F-663B1D8FA474}"/>
          </ac:spMkLst>
        </pc:spChg>
        <pc:spChg chg="mod">
          <ac:chgData name="김명호" userId="e0d603aa-548e-418b-a070-918475337925" providerId="ADAL" clId="{EB451184-BA9A-4A5C-9B3F-495ADF05D454}" dt="2023-09-22T00:06:53.792" v="19412" actId="20577"/>
          <ac:spMkLst>
            <pc:docMk/>
            <pc:sldMk cId="4068891760" sldId="1179"/>
            <ac:spMk id="7" creationId="{0C81DD60-D84B-4D3C-8F3E-7D0E22E11300}"/>
          </ac:spMkLst>
        </pc:spChg>
        <pc:spChg chg="del">
          <ac:chgData name="김명호" userId="e0d603aa-548e-418b-a070-918475337925" providerId="ADAL" clId="{EB451184-BA9A-4A5C-9B3F-495ADF05D454}" dt="2023-09-22T00:15:13.966" v="19425" actId="478"/>
          <ac:spMkLst>
            <pc:docMk/>
            <pc:sldMk cId="4068891760" sldId="1179"/>
            <ac:spMk id="9" creationId="{D468B52F-3106-5419-1D54-A35D7CC9CABB}"/>
          </ac:spMkLst>
        </pc:spChg>
        <pc:spChg chg="del">
          <ac:chgData name="김명호" userId="e0d603aa-548e-418b-a070-918475337925" providerId="ADAL" clId="{EB451184-BA9A-4A5C-9B3F-495ADF05D454}" dt="2023-09-22T00:05:21.600" v="19362" actId="478"/>
          <ac:spMkLst>
            <pc:docMk/>
            <pc:sldMk cId="4068891760" sldId="1179"/>
            <ac:spMk id="10" creationId="{14F878EE-D031-B862-A82B-49EBF6A805B4}"/>
          </ac:spMkLst>
        </pc:spChg>
        <pc:spChg chg="del">
          <ac:chgData name="김명호" userId="e0d603aa-548e-418b-a070-918475337925" providerId="ADAL" clId="{EB451184-BA9A-4A5C-9B3F-495ADF05D454}" dt="2023-09-22T00:05:19.722" v="19361" actId="478"/>
          <ac:spMkLst>
            <pc:docMk/>
            <pc:sldMk cId="4068891760" sldId="1179"/>
            <ac:spMk id="11" creationId="{3B29C1AC-4949-C643-38F9-C8160A7E5F71}"/>
          </ac:spMkLst>
        </pc:spChg>
        <pc:spChg chg="del">
          <ac:chgData name="김명호" userId="e0d603aa-548e-418b-a070-918475337925" providerId="ADAL" clId="{EB451184-BA9A-4A5C-9B3F-495ADF05D454}" dt="2023-09-22T00:05:19.722" v="19361" actId="478"/>
          <ac:spMkLst>
            <pc:docMk/>
            <pc:sldMk cId="4068891760" sldId="1179"/>
            <ac:spMk id="17" creationId="{CFF8E3A7-6EAB-4558-43D6-4C6EC0D85F76}"/>
          </ac:spMkLst>
        </pc:spChg>
        <pc:spChg chg="del">
          <ac:chgData name="김명호" userId="e0d603aa-548e-418b-a070-918475337925" providerId="ADAL" clId="{EB451184-BA9A-4A5C-9B3F-495ADF05D454}" dt="2023-09-22T00:05:19.722" v="19361" actId="478"/>
          <ac:spMkLst>
            <pc:docMk/>
            <pc:sldMk cId="4068891760" sldId="1179"/>
            <ac:spMk id="18" creationId="{565C25EC-6F7F-049C-966F-4AFB9588B329}"/>
          </ac:spMkLst>
        </pc:spChg>
        <pc:spChg chg="del">
          <ac:chgData name="김명호" userId="e0d603aa-548e-418b-a070-918475337925" providerId="ADAL" clId="{EB451184-BA9A-4A5C-9B3F-495ADF05D454}" dt="2023-09-22T00:05:19.722" v="19361" actId="478"/>
          <ac:spMkLst>
            <pc:docMk/>
            <pc:sldMk cId="4068891760" sldId="1179"/>
            <ac:spMk id="21" creationId="{08970275-3704-6937-C303-408C2B225192}"/>
          </ac:spMkLst>
        </pc:spChg>
        <pc:spChg chg="del">
          <ac:chgData name="김명호" userId="e0d603aa-548e-418b-a070-918475337925" providerId="ADAL" clId="{EB451184-BA9A-4A5C-9B3F-495ADF05D454}" dt="2023-09-22T00:05:19.722" v="19361" actId="478"/>
          <ac:spMkLst>
            <pc:docMk/>
            <pc:sldMk cId="4068891760" sldId="1179"/>
            <ac:spMk id="23" creationId="{F7DA951B-940C-F026-F943-A0392E72780A}"/>
          </ac:spMkLst>
        </pc:spChg>
        <pc:graphicFrameChg chg="mod modGraphic">
          <ac:chgData name="김명호" userId="e0d603aa-548e-418b-a070-918475337925" providerId="ADAL" clId="{EB451184-BA9A-4A5C-9B3F-495ADF05D454}" dt="2023-09-22T07:35:30.807" v="23000"/>
          <ac:graphicFrameMkLst>
            <pc:docMk/>
            <pc:sldMk cId="4068891760" sldId="1179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B451184-BA9A-4A5C-9B3F-495ADF05D454}" dt="2023-09-22T00:13:24.738" v="19413" actId="167"/>
          <ac:picMkLst>
            <pc:docMk/>
            <pc:sldMk cId="4068891760" sldId="1179"/>
            <ac:picMk id="4" creationId="{0D08CD40-285F-424C-5B77-61C6B996C54C}"/>
          </ac:picMkLst>
        </pc:picChg>
        <pc:picChg chg="del">
          <ac:chgData name="김명호" userId="e0d603aa-548e-418b-a070-918475337925" providerId="ADAL" clId="{EB451184-BA9A-4A5C-9B3F-495ADF05D454}" dt="2023-09-22T00:05:27.341" v="19363" actId="478"/>
          <ac:picMkLst>
            <pc:docMk/>
            <pc:sldMk cId="4068891760" sldId="1179"/>
            <ac:picMk id="8" creationId="{821F3E81-3781-94F8-06CC-7B6C4AC52D06}"/>
          </ac:picMkLst>
        </pc:picChg>
        <pc:picChg chg="del">
          <ac:chgData name="김명호" userId="e0d603aa-548e-418b-a070-918475337925" providerId="ADAL" clId="{EB451184-BA9A-4A5C-9B3F-495ADF05D454}" dt="2023-09-22T00:05:19.722" v="19361" actId="478"/>
          <ac:picMkLst>
            <pc:docMk/>
            <pc:sldMk cId="4068891760" sldId="1179"/>
            <ac:picMk id="16" creationId="{AEA79D9F-8206-36B3-EA05-46E108462175}"/>
          </ac:picMkLst>
        </pc:picChg>
        <pc:picChg chg="del">
          <ac:chgData name="김명호" userId="e0d603aa-548e-418b-a070-918475337925" providerId="ADAL" clId="{EB451184-BA9A-4A5C-9B3F-495ADF05D454}" dt="2023-09-22T00:05:19.722" v="19361" actId="478"/>
          <ac:picMkLst>
            <pc:docMk/>
            <pc:sldMk cId="4068891760" sldId="1179"/>
            <ac:picMk id="20" creationId="{D194B10B-EBD8-34E8-ABBF-2D0CA548CF74}"/>
          </ac:picMkLst>
        </pc:picChg>
        <pc:cxnChg chg="add mod">
          <ac:chgData name="김명호" userId="e0d603aa-548e-418b-a070-918475337925" providerId="ADAL" clId="{EB451184-BA9A-4A5C-9B3F-495ADF05D454}" dt="2023-09-22T00:13:43.786" v="19420" actId="1037"/>
          <ac:cxnSpMkLst>
            <pc:docMk/>
            <pc:sldMk cId="4068891760" sldId="1179"/>
            <ac:cxnSpMk id="6" creationId="{3B0EDE15-46F9-4887-2E16-68DD06046558}"/>
          </ac:cxnSpMkLst>
        </pc:cxnChg>
        <pc:cxnChg chg="del">
          <ac:chgData name="김명호" userId="e0d603aa-548e-418b-a070-918475337925" providerId="ADAL" clId="{EB451184-BA9A-4A5C-9B3F-495ADF05D454}" dt="2023-09-22T00:05:21.600" v="19362" actId="478"/>
          <ac:cxnSpMkLst>
            <pc:docMk/>
            <pc:sldMk cId="4068891760" sldId="1179"/>
            <ac:cxnSpMk id="13" creationId="{331DDFAF-E372-E3B3-6B05-B0D7F3785A4E}"/>
          </ac:cxnSpMkLst>
        </pc:cxnChg>
        <pc:cxnChg chg="del">
          <ac:chgData name="김명호" userId="e0d603aa-548e-418b-a070-918475337925" providerId="ADAL" clId="{EB451184-BA9A-4A5C-9B3F-495ADF05D454}" dt="2023-09-22T00:05:19.722" v="19361" actId="478"/>
          <ac:cxnSpMkLst>
            <pc:docMk/>
            <pc:sldMk cId="4068891760" sldId="1179"/>
            <ac:cxnSpMk id="19" creationId="{FBFA7EAC-95EE-22E2-D88E-AD4FC154C26D}"/>
          </ac:cxnSpMkLst>
        </pc:cxnChg>
        <pc:cxnChg chg="del">
          <ac:chgData name="김명호" userId="e0d603aa-548e-418b-a070-918475337925" providerId="ADAL" clId="{EB451184-BA9A-4A5C-9B3F-495ADF05D454}" dt="2023-09-22T00:05:19.722" v="19361" actId="478"/>
          <ac:cxnSpMkLst>
            <pc:docMk/>
            <pc:sldMk cId="4068891760" sldId="1179"/>
            <ac:cxnSpMk id="24" creationId="{BFB4F41F-142F-B01F-62CB-7E86DFD957AE}"/>
          </ac:cxnSpMkLst>
        </pc:cxnChg>
      </pc:sldChg>
      <pc:sldChg chg="add del">
        <pc:chgData name="김명호" userId="e0d603aa-548e-418b-a070-918475337925" providerId="ADAL" clId="{EB451184-BA9A-4A5C-9B3F-495ADF05D454}" dt="2023-09-22T00:15:06.269" v="19422"/>
        <pc:sldMkLst>
          <pc:docMk/>
          <pc:sldMk cId="1062149113" sldId="1180"/>
        </pc:sldMkLst>
      </pc:sldChg>
      <pc:sldChg chg="addSp delSp modSp add mod">
        <pc:chgData name="김명호" userId="e0d603aa-548e-418b-a070-918475337925" providerId="ADAL" clId="{EB451184-BA9A-4A5C-9B3F-495ADF05D454}" dt="2023-09-22T07:35:40.494" v="23003"/>
        <pc:sldMkLst>
          <pc:docMk/>
          <pc:sldMk cId="4096287963" sldId="1180"/>
        </pc:sldMkLst>
        <pc:spChg chg="mod">
          <ac:chgData name="김명호" userId="e0d603aa-548e-418b-a070-918475337925" providerId="ADAL" clId="{EB451184-BA9A-4A5C-9B3F-495ADF05D454}" dt="2023-09-22T00:16:24.403" v="19440" actId="14100"/>
          <ac:spMkLst>
            <pc:docMk/>
            <pc:sldMk cId="4096287963" sldId="1180"/>
            <ac:spMk id="5" creationId="{7DC9611B-C1A6-0A08-510F-663B1D8FA474}"/>
          </ac:spMkLst>
        </pc:spChg>
        <pc:spChg chg="mod">
          <ac:chgData name="김명호" userId="e0d603aa-548e-418b-a070-918475337925" providerId="ADAL" clId="{EB451184-BA9A-4A5C-9B3F-495ADF05D454}" dt="2023-09-22T00:16:53.548" v="19457"/>
          <ac:spMkLst>
            <pc:docMk/>
            <pc:sldMk cId="4096287963" sldId="1180"/>
            <ac:spMk id="7" creationId="{0C81DD60-D84B-4D3C-8F3E-7D0E22E11300}"/>
          </ac:spMkLst>
        </pc:spChg>
        <pc:spChg chg="del">
          <ac:chgData name="김명호" userId="e0d603aa-548e-418b-a070-918475337925" providerId="ADAL" clId="{EB451184-BA9A-4A5C-9B3F-495ADF05D454}" dt="2023-09-22T00:15:12.159" v="19424" actId="478"/>
          <ac:spMkLst>
            <pc:docMk/>
            <pc:sldMk cId="4096287963" sldId="1180"/>
            <ac:spMk id="9" creationId="{D468B52F-3106-5419-1D54-A35D7CC9CABB}"/>
          </ac:spMkLst>
        </pc:spChg>
        <pc:spChg chg="mod">
          <ac:chgData name="김명호" userId="e0d603aa-548e-418b-a070-918475337925" providerId="ADAL" clId="{EB451184-BA9A-4A5C-9B3F-495ADF05D454}" dt="2023-09-22T00:17:41.136" v="19458"/>
          <ac:spMkLst>
            <pc:docMk/>
            <pc:sldMk cId="4096287963" sldId="1180"/>
            <ac:spMk id="12" creationId="{F43929FB-29B4-02A4-BB69-7903C7D4B7F2}"/>
          </ac:spMkLst>
        </pc:spChg>
        <pc:spChg chg="mod">
          <ac:chgData name="김명호" userId="e0d603aa-548e-418b-a070-918475337925" providerId="ADAL" clId="{EB451184-BA9A-4A5C-9B3F-495ADF05D454}" dt="2023-09-22T00:18:05.228" v="19484"/>
          <ac:spMkLst>
            <pc:docMk/>
            <pc:sldMk cId="4096287963" sldId="1180"/>
            <ac:spMk id="13" creationId="{7ACE85CC-9795-511A-FF73-191864F15137}"/>
          </ac:spMkLst>
        </pc:spChg>
        <pc:grpChg chg="add mod">
          <ac:chgData name="김명호" userId="e0d603aa-548e-418b-a070-918475337925" providerId="ADAL" clId="{EB451184-BA9A-4A5C-9B3F-495ADF05D454}" dt="2023-09-22T00:17:41.136" v="19458"/>
          <ac:grpSpMkLst>
            <pc:docMk/>
            <pc:sldMk cId="4096287963" sldId="1180"/>
            <ac:grpSpMk id="11" creationId="{79610BE2-16C3-8ED6-E1C5-EA1F4EFE1B19}"/>
          </ac:grpSpMkLst>
        </pc:grpChg>
        <pc:graphicFrameChg chg="mod">
          <ac:chgData name="김명호" userId="e0d603aa-548e-418b-a070-918475337925" providerId="ADAL" clId="{EB451184-BA9A-4A5C-9B3F-495ADF05D454}" dt="2023-09-22T07:35:40.494" v="23003"/>
          <ac:graphicFrameMkLst>
            <pc:docMk/>
            <pc:sldMk cId="4096287963" sldId="1180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2T00:15:54.339" v="19432" actId="478"/>
          <ac:picMkLst>
            <pc:docMk/>
            <pc:sldMk cId="4096287963" sldId="1180"/>
            <ac:picMk id="4" creationId="{0D08CD40-285F-424C-5B77-61C6B996C54C}"/>
          </ac:picMkLst>
        </pc:picChg>
        <pc:picChg chg="add mod ord modCrop">
          <ac:chgData name="김명호" userId="e0d603aa-548e-418b-a070-918475337925" providerId="ADAL" clId="{EB451184-BA9A-4A5C-9B3F-495ADF05D454}" dt="2023-09-22T00:15:56.027" v="19433" actId="167"/>
          <ac:picMkLst>
            <pc:docMk/>
            <pc:sldMk cId="4096287963" sldId="1180"/>
            <ac:picMk id="10" creationId="{FEFE0059-27FC-4606-ECFB-4F30FE651556}"/>
          </ac:picMkLst>
        </pc:picChg>
        <pc:cxnChg chg="mod">
          <ac:chgData name="김명호" userId="e0d603aa-548e-418b-a070-918475337925" providerId="ADAL" clId="{EB451184-BA9A-4A5C-9B3F-495ADF05D454}" dt="2023-09-22T00:16:21.955" v="19439" actId="1076"/>
          <ac:cxnSpMkLst>
            <pc:docMk/>
            <pc:sldMk cId="4096287963" sldId="1180"/>
            <ac:cxnSpMk id="6" creationId="{3B0EDE15-46F9-4887-2E16-68DD06046558}"/>
          </ac:cxnSpMkLst>
        </pc:cxnChg>
      </pc:sldChg>
      <pc:sldChg chg="delSp modSp add mod">
        <pc:chgData name="김명호" userId="e0d603aa-548e-418b-a070-918475337925" providerId="ADAL" clId="{EB451184-BA9A-4A5C-9B3F-495ADF05D454}" dt="2023-09-22T07:35:45.767" v="23004"/>
        <pc:sldMkLst>
          <pc:docMk/>
          <pc:sldMk cId="122310330" sldId="1181"/>
        </pc:sldMkLst>
        <pc:spChg chg="mod">
          <ac:chgData name="김명호" userId="e0d603aa-548e-418b-a070-918475337925" providerId="ADAL" clId="{EB451184-BA9A-4A5C-9B3F-495ADF05D454}" dt="2023-09-22T00:19:06.370" v="19487" actId="14100"/>
          <ac:spMkLst>
            <pc:docMk/>
            <pc:sldMk cId="122310330" sldId="1181"/>
            <ac:spMk id="5" creationId="{7DC9611B-C1A6-0A08-510F-663B1D8FA474}"/>
          </ac:spMkLst>
        </pc:spChg>
        <pc:spChg chg="mod">
          <ac:chgData name="김명호" userId="e0d603aa-548e-418b-a070-918475337925" providerId="ADAL" clId="{EB451184-BA9A-4A5C-9B3F-495ADF05D454}" dt="2023-09-22T00:19:31.564" v="19566"/>
          <ac:spMkLst>
            <pc:docMk/>
            <pc:sldMk cId="122310330" sldId="1181"/>
            <ac:spMk id="7" creationId="{0C81DD60-D84B-4D3C-8F3E-7D0E22E11300}"/>
          </ac:spMkLst>
        </pc:spChg>
        <pc:grpChg chg="del">
          <ac:chgData name="김명호" userId="e0d603aa-548e-418b-a070-918475337925" providerId="ADAL" clId="{EB451184-BA9A-4A5C-9B3F-495ADF05D454}" dt="2023-09-22T00:19:24.340" v="19550" actId="478"/>
          <ac:grpSpMkLst>
            <pc:docMk/>
            <pc:sldMk cId="122310330" sldId="1181"/>
            <ac:grpSpMk id="11" creationId="{79610BE2-16C3-8ED6-E1C5-EA1F4EFE1B19}"/>
          </ac:grpSpMkLst>
        </pc:grpChg>
        <pc:graphicFrameChg chg="mod modGraphic">
          <ac:chgData name="김명호" userId="e0d603aa-548e-418b-a070-918475337925" providerId="ADAL" clId="{EB451184-BA9A-4A5C-9B3F-495ADF05D454}" dt="2023-09-22T07:35:45.767" v="23004"/>
          <ac:graphicFrameMkLst>
            <pc:docMk/>
            <pc:sldMk cId="122310330" sldId="1181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2T00:19:08.531" v="19488" actId="1076"/>
          <ac:cxnSpMkLst>
            <pc:docMk/>
            <pc:sldMk cId="122310330" sldId="1181"/>
            <ac:cxnSpMk id="6" creationId="{3B0EDE15-46F9-4887-2E16-68DD06046558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5:37.182" v="23002"/>
        <pc:sldMkLst>
          <pc:docMk/>
          <pc:sldMk cId="1972890853" sldId="1182"/>
        </pc:sldMkLst>
        <pc:spChg chg="mod">
          <ac:chgData name="김명호" userId="e0d603aa-548e-418b-a070-918475337925" providerId="ADAL" clId="{EB451184-BA9A-4A5C-9B3F-495ADF05D454}" dt="2023-09-22T00:44:10.193" v="19612" actId="14100"/>
          <ac:spMkLst>
            <pc:docMk/>
            <pc:sldMk cId="1972890853" sldId="1182"/>
            <ac:spMk id="5" creationId="{7DC9611B-C1A6-0A08-510F-663B1D8FA474}"/>
          </ac:spMkLst>
        </pc:spChg>
        <pc:spChg chg="mod">
          <ac:chgData name="김명호" userId="e0d603aa-548e-418b-a070-918475337925" providerId="ADAL" clId="{EB451184-BA9A-4A5C-9B3F-495ADF05D454}" dt="2023-09-22T00:54:31.376" v="19874"/>
          <ac:spMkLst>
            <pc:docMk/>
            <pc:sldMk cId="1972890853" sldId="1182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2T00:54:18.094" v="19791" actId="1076"/>
          <ac:spMkLst>
            <pc:docMk/>
            <pc:sldMk cId="1972890853" sldId="1182"/>
            <ac:spMk id="8" creationId="{2832E630-2795-793C-3357-3E92EF82A83B}"/>
          </ac:spMkLst>
        </pc:spChg>
        <pc:spChg chg="add mod">
          <ac:chgData name="김명호" userId="e0d603aa-548e-418b-a070-918475337925" providerId="ADAL" clId="{EB451184-BA9A-4A5C-9B3F-495ADF05D454}" dt="2023-09-22T00:54:18.094" v="19791" actId="1076"/>
          <ac:spMkLst>
            <pc:docMk/>
            <pc:sldMk cId="1972890853" sldId="1182"/>
            <ac:spMk id="10" creationId="{A162EF14-D8F5-C1A6-32FD-78971E0A9D43}"/>
          </ac:spMkLst>
        </pc:spChg>
        <pc:spChg chg="add mod">
          <ac:chgData name="김명호" userId="e0d603aa-548e-418b-a070-918475337925" providerId="ADAL" clId="{EB451184-BA9A-4A5C-9B3F-495ADF05D454}" dt="2023-09-22T00:54:18.094" v="19791" actId="1076"/>
          <ac:spMkLst>
            <pc:docMk/>
            <pc:sldMk cId="1972890853" sldId="1182"/>
            <ac:spMk id="11" creationId="{34BCD57B-5124-70B1-7799-C89ECE2A0A25}"/>
          </ac:spMkLst>
        </pc:spChg>
        <pc:spChg chg="add mod">
          <ac:chgData name="김명호" userId="e0d603aa-548e-418b-a070-918475337925" providerId="ADAL" clId="{EB451184-BA9A-4A5C-9B3F-495ADF05D454}" dt="2023-09-22T00:54:18.094" v="19791" actId="1076"/>
          <ac:spMkLst>
            <pc:docMk/>
            <pc:sldMk cId="1972890853" sldId="1182"/>
            <ac:spMk id="12" creationId="{B37E5F1E-D6EE-D1AE-060D-D30D36FD117E}"/>
          </ac:spMkLst>
        </pc:spChg>
        <pc:spChg chg="add mod">
          <ac:chgData name="김명호" userId="e0d603aa-548e-418b-a070-918475337925" providerId="ADAL" clId="{EB451184-BA9A-4A5C-9B3F-495ADF05D454}" dt="2023-09-22T00:54:18.094" v="19791" actId="1076"/>
          <ac:spMkLst>
            <pc:docMk/>
            <pc:sldMk cId="1972890853" sldId="1182"/>
            <ac:spMk id="13" creationId="{1E0C5D80-0279-A5B0-003E-7F49F9062AB3}"/>
          </ac:spMkLst>
        </pc:spChg>
        <pc:spChg chg="add mod">
          <ac:chgData name="김명호" userId="e0d603aa-548e-418b-a070-918475337925" providerId="ADAL" clId="{EB451184-BA9A-4A5C-9B3F-495ADF05D454}" dt="2023-09-22T00:54:18.094" v="19791" actId="1076"/>
          <ac:spMkLst>
            <pc:docMk/>
            <pc:sldMk cId="1972890853" sldId="1182"/>
            <ac:spMk id="14" creationId="{4E99E98F-363D-1B1A-7B72-82220B4E96A1}"/>
          </ac:spMkLst>
        </pc:spChg>
        <pc:spChg chg="add mod">
          <ac:chgData name="김명호" userId="e0d603aa-548e-418b-a070-918475337925" providerId="ADAL" clId="{EB451184-BA9A-4A5C-9B3F-495ADF05D454}" dt="2023-09-22T00:54:18.094" v="19791" actId="1076"/>
          <ac:spMkLst>
            <pc:docMk/>
            <pc:sldMk cId="1972890853" sldId="1182"/>
            <ac:spMk id="15" creationId="{540B1D87-15C9-B130-9B10-F31D227EF461}"/>
          </ac:spMkLst>
        </pc:spChg>
        <pc:spChg chg="add del mod">
          <ac:chgData name="김명호" userId="e0d603aa-548e-418b-a070-918475337925" providerId="ADAL" clId="{EB451184-BA9A-4A5C-9B3F-495ADF05D454}" dt="2023-09-22T00:52:58.653" v="19774" actId="478"/>
          <ac:spMkLst>
            <pc:docMk/>
            <pc:sldMk cId="1972890853" sldId="1182"/>
            <ac:spMk id="17" creationId="{32DB71F9-51AD-D635-4B0D-E6A9BA1F0D5A}"/>
          </ac:spMkLst>
        </pc:spChg>
        <pc:spChg chg="add del mod">
          <ac:chgData name="김명호" userId="e0d603aa-548e-418b-a070-918475337925" providerId="ADAL" clId="{EB451184-BA9A-4A5C-9B3F-495ADF05D454}" dt="2023-09-22T00:52:58.653" v="19774" actId="478"/>
          <ac:spMkLst>
            <pc:docMk/>
            <pc:sldMk cId="1972890853" sldId="1182"/>
            <ac:spMk id="18" creationId="{39C4E2F0-9DBE-CBDB-E62A-399CBE5FD416}"/>
          </ac:spMkLst>
        </pc:spChg>
        <pc:spChg chg="add del mod">
          <ac:chgData name="김명호" userId="e0d603aa-548e-418b-a070-918475337925" providerId="ADAL" clId="{EB451184-BA9A-4A5C-9B3F-495ADF05D454}" dt="2023-09-22T00:52:58.653" v="19774" actId="478"/>
          <ac:spMkLst>
            <pc:docMk/>
            <pc:sldMk cId="1972890853" sldId="1182"/>
            <ac:spMk id="19" creationId="{B35D2008-66A1-64C7-14E8-81AEC6371E36}"/>
          </ac:spMkLst>
        </pc:spChg>
        <pc:spChg chg="add del mod">
          <ac:chgData name="김명호" userId="e0d603aa-548e-418b-a070-918475337925" providerId="ADAL" clId="{EB451184-BA9A-4A5C-9B3F-495ADF05D454}" dt="2023-09-22T00:52:58.653" v="19774" actId="478"/>
          <ac:spMkLst>
            <pc:docMk/>
            <pc:sldMk cId="1972890853" sldId="1182"/>
            <ac:spMk id="20" creationId="{10B5D17F-7F48-E0A8-8929-86769DAFAB4C}"/>
          </ac:spMkLst>
        </pc:spChg>
        <pc:spChg chg="add del mod">
          <ac:chgData name="김명호" userId="e0d603aa-548e-418b-a070-918475337925" providerId="ADAL" clId="{EB451184-BA9A-4A5C-9B3F-495ADF05D454}" dt="2023-09-22T00:52:58.653" v="19774" actId="478"/>
          <ac:spMkLst>
            <pc:docMk/>
            <pc:sldMk cId="1972890853" sldId="1182"/>
            <ac:spMk id="21" creationId="{0127C97C-5421-AE70-70FF-4A4610508C2B}"/>
          </ac:spMkLst>
        </pc:spChg>
        <pc:spChg chg="add mod">
          <ac:chgData name="김명호" userId="e0d603aa-548e-418b-a070-918475337925" providerId="ADAL" clId="{EB451184-BA9A-4A5C-9B3F-495ADF05D454}" dt="2023-09-22T00:54:18.094" v="19791" actId="1076"/>
          <ac:spMkLst>
            <pc:docMk/>
            <pc:sldMk cId="1972890853" sldId="1182"/>
            <ac:spMk id="22" creationId="{C1A13D04-6FD2-A7CB-D332-D49B3EDC324E}"/>
          </ac:spMkLst>
        </pc:spChg>
        <pc:spChg chg="add mod">
          <ac:chgData name="김명호" userId="e0d603aa-548e-418b-a070-918475337925" providerId="ADAL" clId="{EB451184-BA9A-4A5C-9B3F-495ADF05D454}" dt="2023-09-22T00:54:18.094" v="19791" actId="1076"/>
          <ac:spMkLst>
            <pc:docMk/>
            <pc:sldMk cId="1972890853" sldId="1182"/>
            <ac:spMk id="23" creationId="{73998FA6-CE9D-D0FB-A321-BC5E52097FAA}"/>
          </ac:spMkLst>
        </pc:spChg>
        <pc:spChg chg="add mod">
          <ac:chgData name="김명호" userId="e0d603aa-548e-418b-a070-918475337925" providerId="ADAL" clId="{EB451184-BA9A-4A5C-9B3F-495ADF05D454}" dt="2023-09-22T01:33:34.774" v="20326" actId="14100"/>
          <ac:spMkLst>
            <pc:docMk/>
            <pc:sldMk cId="1972890853" sldId="1182"/>
            <ac:spMk id="24" creationId="{CABBE244-9847-786B-B305-1293AD26D7AB}"/>
          </ac:spMkLst>
        </pc:spChg>
        <pc:spChg chg="add mod">
          <ac:chgData name="김명호" userId="e0d603aa-548e-418b-a070-918475337925" providerId="ADAL" clId="{EB451184-BA9A-4A5C-9B3F-495ADF05D454}" dt="2023-09-22T01:33:42.254" v="20329" actId="14100"/>
          <ac:spMkLst>
            <pc:docMk/>
            <pc:sldMk cId="1972890853" sldId="1182"/>
            <ac:spMk id="26" creationId="{F09D59E2-5798-8DF9-41F7-04A72B248EA8}"/>
          </ac:spMkLst>
        </pc:spChg>
        <pc:graphicFrameChg chg="mod modGraphic">
          <ac:chgData name="김명호" userId="e0d603aa-548e-418b-a070-918475337925" providerId="ADAL" clId="{EB451184-BA9A-4A5C-9B3F-495ADF05D454}" dt="2023-09-22T07:35:37.182" v="23002"/>
          <ac:graphicFrameMkLst>
            <pc:docMk/>
            <pc:sldMk cId="1972890853" sldId="1182"/>
            <ac:graphicFrameMk id="3" creationId="{EB5E6BEF-7528-22F3-81D3-C88DBE43847E}"/>
          </ac:graphicFrameMkLst>
        </pc:graphicFrameChg>
        <pc:picChg chg="mod">
          <ac:chgData name="김명호" userId="e0d603aa-548e-418b-a070-918475337925" providerId="ADAL" clId="{EB451184-BA9A-4A5C-9B3F-495ADF05D454}" dt="2023-09-22T00:43:55.011" v="19596" actId="1076"/>
          <ac:picMkLst>
            <pc:docMk/>
            <pc:sldMk cId="1972890853" sldId="1182"/>
            <ac:picMk id="4" creationId="{0D08CD40-285F-424C-5B77-61C6B996C54C}"/>
          </ac:picMkLst>
        </pc:picChg>
        <pc:picChg chg="add mod modCrop">
          <ac:chgData name="김명호" userId="e0d603aa-548e-418b-a070-918475337925" providerId="ADAL" clId="{EB451184-BA9A-4A5C-9B3F-495ADF05D454}" dt="2023-09-22T00:54:18.094" v="19791" actId="1076"/>
          <ac:picMkLst>
            <pc:docMk/>
            <pc:sldMk cId="1972890853" sldId="1182"/>
            <ac:picMk id="9" creationId="{5F3C64D1-8FC5-C5A2-DAC4-7998F178C62C}"/>
          </ac:picMkLst>
        </pc:picChg>
        <pc:picChg chg="add mod modCrop">
          <ac:chgData name="김명호" userId="e0d603aa-548e-418b-a070-918475337925" providerId="ADAL" clId="{EB451184-BA9A-4A5C-9B3F-495ADF05D454}" dt="2023-09-22T00:54:18.094" v="19791" actId="1076"/>
          <ac:picMkLst>
            <pc:docMk/>
            <pc:sldMk cId="1972890853" sldId="1182"/>
            <ac:picMk id="16" creationId="{B1724844-63DA-456B-9489-EC78FCF36E94}"/>
          </ac:picMkLst>
        </pc:picChg>
        <pc:cxnChg chg="mod">
          <ac:chgData name="김명호" userId="e0d603aa-548e-418b-a070-918475337925" providerId="ADAL" clId="{EB451184-BA9A-4A5C-9B3F-495ADF05D454}" dt="2023-09-22T00:44:12.049" v="19613" actId="1076"/>
          <ac:cxnSpMkLst>
            <pc:docMk/>
            <pc:sldMk cId="1972890853" sldId="1182"/>
            <ac:cxnSpMk id="6" creationId="{3B0EDE15-46F9-4887-2E16-68DD06046558}"/>
          </ac:cxnSpMkLst>
        </pc:cxnChg>
        <pc:cxnChg chg="add mod">
          <ac:chgData name="김명호" userId="e0d603aa-548e-418b-a070-918475337925" providerId="ADAL" clId="{EB451184-BA9A-4A5C-9B3F-495ADF05D454}" dt="2023-09-22T01:33:31.031" v="20325" actId="1037"/>
          <ac:cxnSpMkLst>
            <pc:docMk/>
            <pc:sldMk cId="1972890853" sldId="1182"/>
            <ac:cxnSpMk id="25" creationId="{CF8CB4B0-0949-A052-186E-74DCD583FB33}"/>
          </ac:cxnSpMkLst>
        </pc:cxnChg>
        <pc:cxnChg chg="add mod">
          <ac:chgData name="김명호" userId="e0d603aa-548e-418b-a070-918475337925" providerId="ADAL" clId="{EB451184-BA9A-4A5C-9B3F-495ADF05D454}" dt="2023-09-22T01:33:39.551" v="20328" actId="1076"/>
          <ac:cxnSpMkLst>
            <pc:docMk/>
            <pc:sldMk cId="1972890853" sldId="1182"/>
            <ac:cxnSpMk id="27" creationId="{85D59296-029C-363C-1344-1612CA274D5D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5:33.934" v="23001"/>
        <pc:sldMkLst>
          <pc:docMk/>
          <pc:sldMk cId="4074949468" sldId="1183"/>
        </pc:sldMkLst>
        <pc:spChg chg="mod">
          <ac:chgData name="김명호" userId="e0d603aa-548e-418b-a070-918475337925" providerId="ADAL" clId="{EB451184-BA9A-4A5C-9B3F-495ADF05D454}" dt="2023-09-22T01:26:30.256" v="19988" actId="1038"/>
          <ac:spMkLst>
            <pc:docMk/>
            <pc:sldMk cId="4074949468" sldId="1183"/>
            <ac:spMk id="5" creationId="{7DC9611B-C1A6-0A08-510F-663B1D8FA474}"/>
          </ac:spMkLst>
        </pc:spChg>
        <pc:spChg chg="mod">
          <ac:chgData name="김명호" userId="e0d603aa-548e-418b-a070-918475337925" providerId="ADAL" clId="{EB451184-BA9A-4A5C-9B3F-495ADF05D454}" dt="2023-09-22T01:28:12.477" v="20058" actId="20577"/>
          <ac:spMkLst>
            <pc:docMk/>
            <pc:sldMk cId="4074949468" sldId="1183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2T01:27:40.865" v="20021" actId="14100"/>
          <ac:spMkLst>
            <pc:docMk/>
            <pc:sldMk cId="4074949468" sldId="1183"/>
            <ac:spMk id="10" creationId="{D8D00476-8B5B-1A4E-8B74-79E8038BACDD}"/>
          </ac:spMkLst>
        </pc:spChg>
        <pc:graphicFrameChg chg="mod">
          <ac:chgData name="김명호" userId="e0d603aa-548e-418b-a070-918475337925" providerId="ADAL" clId="{EB451184-BA9A-4A5C-9B3F-495ADF05D454}" dt="2023-09-22T07:35:33.934" v="23001"/>
          <ac:graphicFrameMkLst>
            <pc:docMk/>
            <pc:sldMk cId="4074949468" sldId="1183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2T01:25:47.411" v="19876" actId="478"/>
          <ac:picMkLst>
            <pc:docMk/>
            <pc:sldMk cId="4074949468" sldId="1183"/>
            <ac:picMk id="4" creationId="{0D08CD40-285F-424C-5B77-61C6B996C54C}"/>
          </ac:picMkLst>
        </pc:picChg>
        <pc:picChg chg="add mod ord modCrop">
          <ac:chgData name="김명호" userId="e0d603aa-548e-418b-a070-918475337925" providerId="ADAL" clId="{EB451184-BA9A-4A5C-9B3F-495ADF05D454}" dt="2023-09-22T01:26:05.137" v="19883" actId="167"/>
          <ac:picMkLst>
            <pc:docMk/>
            <pc:sldMk cId="4074949468" sldId="1183"/>
            <ac:picMk id="9" creationId="{BE2AAF80-C7B4-E79B-367F-5C8607C1F528}"/>
          </ac:picMkLst>
        </pc:picChg>
        <pc:cxnChg chg="mod">
          <ac:chgData name="김명호" userId="e0d603aa-548e-418b-a070-918475337925" providerId="ADAL" clId="{EB451184-BA9A-4A5C-9B3F-495ADF05D454}" dt="2023-09-22T01:26:34.913" v="19989" actId="1076"/>
          <ac:cxnSpMkLst>
            <pc:docMk/>
            <pc:sldMk cId="4074949468" sldId="1183"/>
            <ac:cxnSpMk id="6" creationId="{3B0EDE15-46F9-4887-2E16-68DD06046558}"/>
          </ac:cxnSpMkLst>
        </pc:cxnChg>
        <pc:cxnChg chg="add mod">
          <ac:chgData name="김명호" userId="e0d603aa-548e-418b-a070-918475337925" providerId="ADAL" clId="{EB451184-BA9A-4A5C-9B3F-495ADF05D454}" dt="2023-09-22T01:27:38.051" v="20011" actId="1076"/>
          <ac:cxnSpMkLst>
            <pc:docMk/>
            <pc:sldMk cId="4074949468" sldId="1183"/>
            <ac:cxnSpMk id="11" creationId="{70D35529-E335-E6D2-280B-18185760D64D}"/>
          </ac:cxnSpMkLst>
        </pc:cxnChg>
      </pc:sldChg>
      <pc:sldChg chg="addSp modSp add mod">
        <pc:chgData name="김명호" userId="e0d603aa-548e-418b-a070-918475337925" providerId="ADAL" clId="{EB451184-BA9A-4A5C-9B3F-495ADF05D454}" dt="2023-09-22T07:36:04.043" v="23035"/>
        <pc:sldMkLst>
          <pc:docMk/>
          <pc:sldMk cId="300186909" sldId="1184"/>
        </pc:sldMkLst>
        <pc:spChg chg="add mod">
          <ac:chgData name="김명호" userId="e0d603aa-548e-418b-a070-918475337925" providerId="ADAL" clId="{EB451184-BA9A-4A5C-9B3F-495ADF05D454}" dt="2023-09-22T01:32:36.309" v="20298"/>
          <ac:spMkLst>
            <pc:docMk/>
            <pc:sldMk cId="300186909" sldId="1184"/>
            <ac:spMk id="4" creationId="{EB80017D-FF87-9EF6-D03F-DE8870C67407}"/>
          </ac:spMkLst>
        </pc:spChg>
        <pc:spChg chg="mod">
          <ac:chgData name="김명호" userId="e0d603aa-548e-418b-a070-918475337925" providerId="ADAL" clId="{EB451184-BA9A-4A5C-9B3F-495ADF05D454}" dt="2023-09-22T01:32:21.624" v="20297"/>
          <ac:spMkLst>
            <pc:docMk/>
            <pc:sldMk cId="300186909" sldId="1184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2T01:33:08.759" v="20321" actId="1076"/>
          <ac:spMkLst>
            <pc:docMk/>
            <pc:sldMk cId="300186909" sldId="1184"/>
            <ac:spMk id="8" creationId="{DC2A4F63-5D69-7ED1-74DC-234C8F94A08E}"/>
          </ac:spMkLst>
        </pc:spChg>
        <pc:spChg chg="add mod">
          <ac:chgData name="김명호" userId="e0d603aa-548e-418b-a070-918475337925" providerId="ADAL" clId="{EB451184-BA9A-4A5C-9B3F-495ADF05D454}" dt="2023-09-22T01:34:01.238" v="20337" actId="1038"/>
          <ac:spMkLst>
            <pc:docMk/>
            <pc:sldMk cId="300186909" sldId="1184"/>
            <ac:spMk id="9" creationId="{8C3E4936-9DBA-2980-CD47-737FB71825A8}"/>
          </ac:spMkLst>
        </pc:spChg>
        <pc:graphicFrameChg chg="mod modGraphic">
          <ac:chgData name="김명호" userId="e0d603aa-548e-418b-a070-918475337925" providerId="ADAL" clId="{EB451184-BA9A-4A5C-9B3F-495ADF05D454}" dt="2023-09-22T07:36:04.043" v="23035"/>
          <ac:graphicFrameMkLst>
            <pc:docMk/>
            <pc:sldMk cId="300186909" sldId="1184"/>
            <ac:graphicFrameMk id="3" creationId="{EB5E6BEF-7528-22F3-81D3-C88DBE43847E}"/>
          </ac:graphicFrameMkLst>
        </pc:graphicFrameChg>
        <pc:picChg chg="add mod modCrop">
          <ac:chgData name="김명호" userId="e0d603aa-548e-418b-a070-918475337925" providerId="ADAL" clId="{EB451184-BA9A-4A5C-9B3F-495ADF05D454}" dt="2023-09-22T01:32:55.488" v="20315" actId="1035"/>
          <ac:picMkLst>
            <pc:docMk/>
            <pc:sldMk cId="300186909" sldId="1184"/>
            <ac:picMk id="6" creationId="{CC51FAE9-403D-6BEF-DAB1-06534E2CC859}"/>
          </ac:picMkLst>
        </pc:picChg>
        <pc:cxnChg chg="add mod">
          <ac:chgData name="김명호" userId="e0d603aa-548e-418b-a070-918475337925" providerId="ADAL" clId="{EB451184-BA9A-4A5C-9B3F-495ADF05D454}" dt="2023-09-22T01:34:01.238" v="20337" actId="1038"/>
          <ac:cxnSpMkLst>
            <pc:docMk/>
            <pc:sldMk cId="300186909" sldId="1184"/>
            <ac:cxnSpMk id="11" creationId="{C2CD6D8C-6A82-0923-4203-948DDDE621A9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6:15.332" v="23052"/>
        <pc:sldMkLst>
          <pc:docMk/>
          <pc:sldMk cId="751343494" sldId="1185"/>
        </pc:sldMkLst>
        <pc:spChg chg="mod">
          <ac:chgData name="김명호" userId="e0d603aa-548e-418b-a070-918475337925" providerId="ADAL" clId="{EB451184-BA9A-4A5C-9B3F-495ADF05D454}" dt="2023-09-22T01:39:12.452" v="20479"/>
          <ac:spMkLst>
            <pc:docMk/>
            <pc:sldMk cId="751343494" sldId="1185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2T01:38:27.924" v="20477" actId="1076"/>
          <ac:spMkLst>
            <pc:docMk/>
            <pc:sldMk cId="751343494" sldId="1185"/>
            <ac:spMk id="10" creationId="{14F878EE-D031-B862-A82B-49EBF6A805B4}"/>
          </ac:spMkLst>
        </pc:spChg>
        <pc:grpChg chg="del">
          <ac:chgData name="김명호" userId="e0d603aa-548e-418b-a070-918475337925" providerId="ADAL" clId="{EB451184-BA9A-4A5C-9B3F-495ADF05D454}" dt="2023-09-22T01:38:30.111" v="20478" actId="478"/>
          <ac:grpSpMkLst>
            <pc:docMk/>
            <pc:sldMk cId="751343494" sldId="1185"/>
            <ac:grpSpMk id="8" creationId="{4B15E2F9-7F47-72BE-5882-CE163167D1C7}"/>
          </ac:grpSpMkLst>
        </pc:grpChg>
        <pc:graphicFrameChg chg="mod modGraphic">
          <ac:chgData name="김명호" userId="e0d603aa-548e-418b-a070-918475337925" providerId="ADAL" clId="{EB451184-BA9A-4A5C-9B3F-495ADF05D454}" dt="2023-09-22T07:36:15.332" v="23052"/>
          <ac:graphicFrameMkLst>
            <pc:docMk/>
            <pc:sldMk cId="751343494" sldId="1185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B451184-BA9A-4A5C-9B3F-495ADF05D454}" dt="2023-09-22T01:38:22.287" v="20476" actId="167"/>
          <ac:picMkLst>
            <pc:docMk/>
            <pc:sldMk cId="751343494" sldId="1185"/>
            <ac:picMk id="5" creationId="{3E6DB130-32F3-30FD-54A2-B0BF7857CAE4}"/>
          </ac:picMkLst>
        </pc:picChg>
        <pc:picChg chg="del">
          <ac:chgData name="김명호" userId="e0d603aa-548e-418b-a070-918475337925" providerId="ADAL" clId="{EB451184-BA9A-4A5C-9B3F-495ADF05D454}" dt="2023-09-22T01:38:13.444" v="20471" actId="478"/>
          <ac:picMkLst>
            <pc:docMk/>
            <pc:sldMk cId="751343494" sldId="1185"/>
            <ac:picMk id="6" creationId="{D4D4CC15-99BB-A12A-543F-9C3E4D87F8AE}"/>
          </ac:picMkLst>
        </pc:picChg>
        <pc:cxnChg chg="mod">
          <ac:chgData name="김명호" userId="e0d603aa-548e-418b-a070-918475337925" providerId="ADAL" clId="{EB451184-BA9A-4A5C-9B3F-495ADF05D454}" dt="2023-09-22T01:38:27.924" v="20477" actId="1076"/>
          <ac:cxnSpMkLst>
            <pc:docMk/>
            <pc:sldMk cId="751343494" sldId="1185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7:45.707" v="23131"/>
        <pc:sldMkLst>
          <pc:docMk/>
          <pc:sldMk cId="1239789670" sldId="1186"/>
        </pc:sldMkLst>
        <pc:spChg chg="mod">
          <ac:chgData name="김명호" userId="e0d603aa-548e-418b-a070-918475337925" providerId="ADAL" clId="{EB451184-BA9A-4A5C-9B3F-495ADF05D454}" dt="2023-09-22T07:08:29.929" v="22105" actId="13926"/>
          <ac:spMkLst>
            <pc:docMk/>
            <pc:sldMk cId="1239789670" sldId="1186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2T01:49:26.064" v="20899" actId="14100"/>
          <ac:spMkLst>
            <pc:docMk/>
            <pc:sldMk cId="1239789670" sldId="1186"/>
            <ac:spMk id="10" creationId="{14F878EE-D031-B862-A82B-49EBF6A805B4}"/>
          </ac:spMkLst>
        </pc:spChg>
        <pc:graphicFrameChg chg="mod modGraphic">
          <ac:chgData name="김명호" userId="e0d603aa-548e-418b-a070-918475337925" providerId="ADAL" clId="{EB451184-BA9A-4A5C-9B3F-495ADF05D454}" dt="2023-09-22T07:37:45.707" v="23131"/>
          <ac:graphicFrameMkLst>
            <pc:docMk/>
            <pc:sldMk cId="1239789670" sldId="1186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B451184-BA9A-4A5C-9B3F-495ADF05D454}" dt="2023-09-22T01:46:54.510" v="20655" actId="167"/>
          <ac:picMkLst>
            <pc:docMk/>
            <pc:sldMk cId="1239789670" sldId="1186"/>
            <ac:picMk id="5" creationId="{2FAF0276-99FF-073A-516B-E1BE9D6AF8C4}"/>
          </ac:picMkLst>
        </pc:picChg>
        <pc:picChg chg="del">
          <ac:chgData name="김명호" userId="e0d603aa-548e-418b-a070-918475337925" providerId="ADAL" clId="{EB451184-BA9A-4A5C-9B3F-495ADF05D454}" dt="2023-09-22T01:46:24.970" v="20643" actId="478"/>
          <ac:picMkLst>
            <pc:docMk/>
            <pc:sldMk cId="1239789670" sldId="1186"/>
            <ac:picMk id="9" creationId="{3FCDFA35-A976-45D7-38CA-A5F8139FDE59}"/>
          </ac:picMkLst>
        </pc:picChg>
        <pc:picChg chg="del">
          <ac:chgData name="김명호" userId="e0d603aa-548e-418b-a070-918475337925" providerId="ADAL" clId="{EB451184-BA9A-4A5C-9B3F-495ADF05D454}" dt="2023-09-22T01:46:52.741" v="20654" actId="478"/>
          <ac:picMkLst>
            <pc:docMk/>
            <pc:sldMk cId="1239789670" sldId="1186"/>
            <ac:picMk id="11" creationId="{A31E6352-DFD1-1CD6-DD63-E132456BD017}"/>
          </ac:picMkLst>
        </pc:picChg>
        <pc:cxnChg chg="del mod">
          <ac:chgData name="김명호" userId="e0d603aa-548e-418b-a070-918475337925" providerId="ADAL" clId="{EB451184-BA9A-4A5C-9B3F-495ADF05D454}" dt="2023-09-22T01:46:25.994" v="20644" actId="478"/>
          <ac:cxnSpMkLst>
            <pc:docMk/>
            <pc:sldMk cId="1239789670" sldId="1186"/>
            <ac:cxnSpMk id="12" creationId="{85374C27-4D7D-DA5D-03B4-1101339BA62A}"/>
          </ac:cxnSpMkLst>
        </pc:cxnChg>
        <pc:cxnChg chg="mod">
          <ac:chgData name="김명호" userId="e0d603aa-548e-418b-a070-918475337925" providerId="ADAL" clId="{EB451184-BA9A-4A5C-9B3F-495ADF05D454}" dt="2023-09-22T01:49:28.048" v="20900" actId="1076"/>
          <ac:cxnSpMkLst>
            <pc:docMk/>
            <pc:sldMk cId="1239789670" sldId="1186"/>
            <ac:cxnSpMk id="13" creationId="{331DDFAF-E372-E3B3-6B05-B0D7F3785A4E}"/>
          </ac:cxnSpMkLst>
        </pc:cxnChg>
      </pc:sldChg>
      <pc:sldChg chg="modSp add mod">
        <pc:chgData name="김명호" userId="e0d603aa-548e-418b-a070-918475337925" providerId="ADAL" clId="{EB451184-BA9A-4A5C-9B3F-495ADF05D454}" dt="2023-09-22T07:37:48.408" v="23132"/>
        <pc:sldMkLst>
          <pc:docMk/>
          <pc:sldMk cId="245378461" sldId="1187"/>
        </pc:sldMkLst>
        <pc:spChg chg="mod">
          <ac:chgData name="김명호" userId="e0d603aa-548e-418b-a070-918475337925" providerId="ADAL" clId="{EB451184-BA9A-4A5C-9B3F-495ADF05D454}" dt="2023-09-22T06:32:21.889" v="21886" actId="13926"/>
          <ac:spMkLst>
            <pc:docMk/>
            <pc:sldMk cId="245378461" sldId="1187"/>
            <ac:spMk id="7" creationId="{0C81DD60-D84B-4D3C-8F3E-7D0E22E11300}"/>
          </ac:spMkLst>
        </pc:spChg>
        <pc:graphicFrameChg chg="mod">
          <ac:chgData name="김명호" userId="e0d603aa-548e-418b-a070-918475337925" providerId="ADAL" clId="{EB451184-BA9A-4A5C-9B3F-495ADF05D454}" dt="2023-09-22T07:37:48.408" v="23132"/>
          <ac:graphicFrameMkLst>
            <pc:docMk/>
            <pc:sldMk cId="245378461" sldId="1187"/>
            <ac:graphicFrameMk id="3" creationId="{EB5E6BEF-7528-22F3-81D3-C88DBE43847E}"/>
          </ac:graphicFrameMkLst>
        </pc:graphicFrameChg>
      </pc:sldChg>
      <pc:sldChg chg="addSp delSp modSp add mod">
        <pc:chgData name="김명호" userId="e0d603aa-548e-418b-a070-918475337925" providerId="ADAL" clId="{EB451184-BA9A-4A5C-9B3F-495ADF05D454}" dt="2023-09-22T07:35:02.213" v="22977"/>
        <pc:sldMkLst>
          <pc:docMk/>
          <pc:sldMk cId="2231798850" sldId="1188"/>
        </pc:sldMkLst>
        <pc:spChg chg="mod">
          <ac:chgData name="김명호" userId="e0d603aa-548e-418b-a070-918475337925" providerId="ADAL" clId="{EB451184-BA9A-4A5C-9B3F-495ADF05D454}" dt="2023-09-22T01:57:06.832" v="21545" actId="20577"/>
          <ac:spMkLst>
            <pc:docMk/>
            <pc:sldMk cId="2231798850" sldId="1188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2T01:55:16.639" v="21277"/>
          <ac:spMkLst>
            <pc:docMk/>
            <pc:sldMk cId="2231798850" sldId="1188"/>
            <ac:spMk id="8" creationId="{7A6DE97E-50A9-82C0-961D-C4FCBDC6462A}"/>
          </ac:spMkLst>
        </pc:spChg>
        <pc:spChg chg="mod">
          <ac:chgData name="김명호" userId="e0d603aa-548e-418b-a070-918475337925" providerId="ADAL" clId="{EB451184-BA9A-4A5C-9B3F-495ADF05D454}" dt="2023-09-22T01:57:26.806" v="21564" actId="20577"/>
          <ac:spMkLst>
            <pc:docMk/>
            <pc:sldMk cId="2231798850" sldId="1188"/>
            <ac:spMk id="9" creationId="{4E12E39A-6938-FF75-0EBC-0EE323B279A9}"/>
          </ac:spMkLst>
        </pc:spChg>
        <pc:spChg chg="mod">
          <ac:chgData name="김명호" userId="e0d603aa-548e-418b-a070-918475337925" providerId="ADAL" clId="{EB451184-BA9A-4A5C-9B3F-495ADF05D454}" dt="2023-09-22T01:54:20.558" v="21192" actId="693"/>
          <ac:spMkLst>
            <pc:docMk/>
            <pc:sldMk cId="2231798850" sldId="1188"/>
            <ac:spMk id="10" creationId="{14F878EE-D031-B862-A82B-49EBF6A805B4}"/>
          </ac:spMkLst>
        </pc:spChg>
        <pc:grpChg chg="add mod">
          <ac:chgData name="김명호" userId="e0d603aa-548e-418b-a070-918475337925" providerId="ADAL" clId="{EB451184-BA9A-4A5C-9B3F-495ADF05D454}" dt="2023-09-22T01:57:13.237" v="21546" actId="1076"/>
          <ac:grpSpMkLst>
            <pc:docMk/>
            <pc:sldMk cId="2231798850" sldId="1188"/>
            <ac:grpSpMk id="6" creationId="{8551816A-CF96-76A3-F8E5-7B0D273DC59B}"/>
          </ac:grpSpMkLst>
        </pc:grpChg>
        <pc:graphicFrameChg chg="mod modGraphic">
          <ac:chgData name="김명호" userId="e0d603aa-548e-418b-a070-918475337925" providerId="ADAL" clId="{EB451184-BA9A-4A5C-9B3F-495ADF05D454}" dt="2023-09-22T07:35:02.213" v="22977"/>
          <ac:graphicFrameMkLst>
            <pc:docMk/>
            <pc:sldMk cId="2231798850" sldId="1188"/>
            <ac:graphicFrameMk id="3" creationId="{EB5E6BEF-7528-22F3-81D3-C88DBE43847E}"/>
          </ac:graphicFrameMkLst>
        </pc:graphicFrameChg>
        <pc:picChg chg="add mod ord">
          <ac:chgData name="김명호" userId="e0d603aa-548e-418b-a070-918475337925" providerId="ADAL" clId="{EB451184-BA9A-4A5C-9B3F-495ADF05D454}" dt="2023-09-22T01:54:04.287" v="21177" actId="167"/>
          <ac:picMkLst>
            <pc:docMk/>
            <pc:sldMk cId="2231798850" sldId="1188"/>
            <ac:picMk id="5" creationId="{89FB344D-8CD1-7789-8C75-546237E8811A}"/>
          </ac:picMkLst>
        </pc:picChg>
        <pc:picChg chg="del">
          <ac:chgData name="김명호" userId="e0d603aa-548e-418b-a070-918475337925" providerId="ADAL" clId="{EB451184-BA9A-4A5C-9B3F-495ADF05D454}" dt="2023-09-22T01:53:14.784" v="21175" actId="478"/>
          <ac:picMkLst>
            <pc:docMk/>
            <pc:sldMk cId="2231798850" sldId="1188"/>
            <ac:picMk id="14" creationId="{7F039603-C849-0863-8484-D62FD52EEC14}"/>
          </ac:picMkLst>
        </pc:picChg>
        <pc:cxnChg chg="mod">
          <ac:chgData name="김명호" userId="e0d603aa-548e-418b-a070-918475337925" providerId="ADAL" clId="{EB451184-BA9A-4A5C-9B3F-495ADF05D454}" dt="2023-09-22T01:54:08.342" v="21178" actId="1076"/>
          <ac:cxnSpMkLst>
            <pc:docMk/>
            <pc:sldMk cId="2231798850" sldId="1188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2:20.229" v="22530" actId="20577"/>
        <pc:sldMkLst>
          <pc:docMk/>
          <pc:sldMk cId="312591085" sldId="1189"/>
        </pc:sldMkLst>
        <pc:spChg chg="add mod">
          <ac:chgData name="김명호" userId="e0d603aa-548e-418b-a070-918475337925" providerId="ADAL" clId="{EB451184-BA9A-4A5C-9B3F-495ADF05D454}" dt="2023-09-22T02:15:19.978" v="21593"/>
          <ac:spMkLst>
            <pc:docMk/>
            <pc:sldMk cId="312591085" sldId="1189"/>
            <ac:spMk id="5" creationId="{5C92D40A-D02B-45BD-F5AD-61C5AF56286D}"/>
          </ac:spMkLst>
        </pc:spChg>
        <pc:spChg chg="add mod">
          <ac:chgData name="김명호" userId="e0d603aa-548e-418b-a070-918475337925" providerId="ADAL" clId="{EB451184-BA9A-4A5C-9B3F-495ADF05D454}" dt="2023-09-22T07:31:54.454" v="22452" actId="14100"/>
          <ac:spMkLst>
            <pc:docMk/>
            <pc:sldMk cId="312591085" sldId="1189"/>
            <ac:spMk id="6" creationId="{9820E39C-22A4-45BC-009B-128B4AD90EC9}"/>
          </ac:spMkLst>
        </pc:spChg>
        <pc:spChg chg="mod">
          <ac:chgData name="김명호" userId="e0d603aa-548e-418b-a070-918475337925" providerId="ADAL" clId="{EB451184-BA9A-4A5C-9B3F-495ADF05D454}" dt="2023-09-22T07:31:20.095" v="22450" actId="6549"/>
          <ac:spMkLst>
            <pc:docMk/>
            <pc:sldMk cId="312591085" sldId="1189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2T02:15:50.943" v="21595"/>
          <ac:spMkLst>
            <pc:docMk/>
            <pc:sldMk cId="312591085" sldId="1189"/>
            <ac:spMk id="9" creationId="{D6585D6D-2A98-7FD5-FF22-42BF0CAA925D}"/>
          </ac:spMkLst>
        </pc:spChg>
        <pc:spChg chg="mod">
          <ac:chgData name="김명호" userId="e0d603aa-548e-418b-a070-918475337925" providerId="ADAL" clId="{EB451184-BA9A-4A5C-9B3F-495ADF05D454}" dt="2023-09-22T02:19:04.158" v="21677" actId="21"/>
          <ac:spMkLst>
            <pc:docMk/>
            <pc:sldMk cId="312591085" sldId="1189"/>
            <ac:spMk id="10" creationId="{E1BCA795-0A2C-B84B-2E5B-D468EA3C1766}"/>
          </ac:spMkLst>
        </pc:spChg>
        <pc:spChg chg="del">
          <ac:chgData name="김명호" userId="e0d603aa-548e-418b-a070-918475337925" providerId="ADAL" clId="{EB451184-BA9A-4A5C-9B3F-495ADF05D454}" dt="2023-09-22T02:15:10.952" v="21591" actId="478"/>
          <ac:spMkLst>
            <pc:docMk/>
            <pc:sldMk cId="312591085" sldId="1189"/>
            <ac:spMk id="11" creationId="{2381AF93-8AEC-3226-5FF8-8CD395B3EDCC}"/>
          </ac:spMkLst>
        </pc:spChg>
        <pc:spChg chg="add del mod">
          <ac:chgData name="김명호" userId="e0d603aa-548e-418b-a070-918475337925" providerId="ADAL" clId="{EB451184-BA9A-4A5C-9B3F-495ADF05D454}" dt="2023-09-22T02:17:49.638" v="21607" actId="478"/>
          <ac:spMkLst>
            <pc:docMk/>
            <pc:sldMk cId="312591085" sldId="1189"/>
            <ac:spMk id="14" creationId="{67E2117F-1BE6-1F90-85F6-6784175822B6}"/>
          </ac:spMkLst>
        </pc:spChg>
        <pc:spChg chg="add del mod">
          <ac:chgData name="김명호" userId="e0d603aa-548e-418b-a070-918475337925" providerId="ADAL" clId="{EB451184-BA9A-4A5C-9B3F-495ADF05D454}" dt="2023-09-22T02:16:42.952" v="21604"/>
          <ac:spMkLst>
            <pc:docMk/>
            <pc:sldMk cId="312591085" sldId="1189"/>
            <ac:spMk id="16" creationId="{05ADE70B-CD2D-FF95-9104-2BCD9DAF3B40}"/>
          </ac:spMkLst>
        </pc:spChg>
        <pc:spChg chg="add mod">
          <ac:chgData name="김명호" userId="e0d603aa-548e-418b-a070-918475337925" providerId="ADAL" clId="{EB451184-BA9A-4A5C-9B3F-495ADF05D454}" dt="2023-09-22T07:32:01.032" v="22455" actId="1076"/>
          <ac:spMkLst>
            <pc:docMk/>
            <pc:sldMk cId="312591085" sldId="1189"/>
            <ac:spMk id="18" creationId="{EE5C51AB-56D9-F85A-7B1C-BFF656FFE5DF}"/>
          </ac:spMkLst>
        </pc:spChg>
        <pc:grpChg chg="mod">
          <ac:chgData name="김명호" userId="e0d603aa-548e-418b-a070-918475337925" providerId="ADAL" clId="{EB451184-BA9A-4A5C-9B3F-495ADF05D454}" dt="2023-09-22T02:15:58.389" v="21597" actId="1076"/>
          <ac:grpSpMkLst>
            <pc:docMk/>
            <pc:sldMk cId="312591085" sldId="1189"/>
            <ac:grpSpMk id="8" creationId="{E26C8A19-2745-8C77-5F58-7511DE5E7AC3}"/>
          </ac:grpSpMkLst>
        </pc:grpChg>
        <pc:graphicFrameChg chg="mod modGraphic">
          <ac:chgData name="김명호" userId="e0d603aa-548e-418b-a070-918475337925" providerId="ADAL" clId="{EB451184-BA9A-4A5C-9B3F-495ADF05D454}" dt="2023-09-22T07:32:20.229" v="22530" actId="20577"/>
          <ac:graphicFrameMkLst>
            <pc:docMk/>
            <pc:sldMk cId="312591085" sldId="1189"/>
            <ac:graphicFrameMk id="3" creationId="{EB5E6BEF-7528-22F3-81D3-C88DBE43847E}"/>
          </ac:graphicFrameMkLst>
        </pc:graphicFrameChg>
        <pc:picChg chg="add mod ord">
          <ac:chgData name="김명호" userId="e0d603aa-548e-418b-a070-918475337925" providerId="ADAL" clId="{EB451184-BA9A-4A5C-9B3F-495ADF05D454}" dt="2023-09-22T02:15:07.832" v="21590" actId="167"/>
          <ac:picMkLst>
            <pc:docMk/>
            <pc:sldMk cId="312591085" sldId="1189"/>
            <ac:picMk id="4" creationId="{15E98B5F-2F29-819A-2C2C-BE38884EB12D}"/>
          </ac:picMkLst>
        </pc:picChg>
        <pc:picChg chg="del">
          <ac:chgData name="김명호" userId="e0d603aa-548e-418b-a070-918475337925" providerId="ADAL" clId="{EB451184-BA9A-4A5C-9B3F-495ADF05D454}" dt="2023-09-22T02:15:05.662" v="21588" actId="478"/>
          <ac:picMkLst>
            <pc:docMk/>
            <pc:sldMk cId="312591085" sldId="1189"/>
            <ac:picMk id="12" creationId="{CFA8F93E-5662-13E5-FEF4-2CE2FA40CBCD}"/>
          </ac:picMkLst>
        </pc:picChg>
        <pc:cxnChg chg="add mod">
          <ac:chgData name="김명호" userId="e0d603aa-548e-418b-a070-918475337925" providerId="ADAL" clId="{EB451184-BA9A-4A5C-9B3F-495ADF05D454}" dt="2023-09-22T07:31:56.614" v="22453" actId="1076"/>
          <ac:cxnSpMkLst>
            <pc:docMk/>
            <pc:sldMk cId="312591085" sldId="1189"/>
            <ac:cxnSpMk id="13" creationId="{6D0B0D3F-C5A6-B416-5251-1DC38FAD21E6}"/>
          </ac:cxnSpMkLst>
        </pc:cxnChg>
        <pc:cxnChg chg="add del mod">
          <ac:chgData name="김명호" userId="e0d603aa-548e-418b-a070-918475337925" providerId="ADAL" clId="{EB451184-BA9A-4A5C-9B3F-495ADF05D454}" dt="2023-09-22T02:17:49.638" v="21607" actId="478"/>
          <ac:cxnSpMkLst>
            <pc:docMk/>
            <pc:sldMk cId="312591085" sldId="1189"/>
            <ac:cxnSpMk id="15" creationId="{82862778-6F8D-4C3C-EEF9-4B80F22BCF06}"/>
          </ac:cxnSpMkLst>
        </pc:cxnChg>
        <pc:cxnChg chg="add del mod">
          <ac:chgData name="김명호" userId="e0d603aa-548e-418b-a070-918475337925" providerId="ADAL" clId="{EB451184-BA9A-4A5C-9B3F-495ADF05D454}" dt="2023-09-22T02:16:42.952" v="21604"/>
          <ac:cxnSpMkLst>
            <pc:docMk/>
            <pc:sldMk cId="312591085" sldId="1189"/>
            <ac:cxnSpMk id="17" creationId="{E29DA6EA-26E8-3BE0-1AC9-D7D379805896}"/>
          </ac:cxnSpMkLst>
        </pc:cxnChg>
        <pc:cxnChg chg="add mod">
          <ac:chgData name="김명호" userId="e0d603aa-548e-418b-a070-918475337925" providerId="ADAL" clId="{EB451184-BA9A-4A5C-9B3F-495ADF05D454}" dt="2023-09-22T07:32:01.032" v="22455" actId="1076"/>
          <ac:cxnSpMkLst>
            <pc:docMk/>
            <pc:sldMk cId="312591085" sldId="1189"/>
            <ac:cxnSpMk id="19" creationId="{B65BC62E-7EAA-0B63-0C1E-960748F15B55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2:37.739" v="22531"/>
        <pc:sldMkLst>
          <pc:docMk/>
          <pc:sldMk cId="1696748411" sldId="1190"/>
        </pc:sldMkLst>
        <pc:spChg chg="mod">
          <ac:chgData name="김명호" userId="e0d603aa-548e-418b-a070-918475337925" providerId="ADAL" clId="{EB451184-BA9A-4A5C-9B3F-495ADF05D454}" dt="2023-09-22T02:19:58.509" v="21830" actId="14100"/>
          <ac:spMkLst>
            <pc:docMk/>
            <pc:sldMk cId="1696748411" sldId="1190"/>
            <ac:spMk id="6" creationId="{9820E39C-22A4-45BC-009B-128B4AD90EC9}"/>
          </ac:spMkLst>
        </pc:spChg>
        <pc:spChg chg="mod">
          <ac:chgData name="김명호" userId="e0d603aa-548e-418b-a070-918475337925" providerId="ADAL" clId="{EB451184-BA9A-4A5C-9B3F-495ADF05D454}" dt="2023-09-22T02:19:47.686" v="21827"/>
          <ac:spMkLst>
            <pc:docMk/>
            <pc:sldMk cId="1696748411" sldId="1190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2T02:19:13.149" v="21679"/>
          <ac:spMkLst>
            <pc:docMk/>
            <pc:sldMk cId="1696748411" sldId="1190"/>
            <ac:spMk id="12" creationId="{3970878A-F4BA-98BD-8C83-A3E781DA8CB1}"/>
          </ac:spMkLst>
        </pc:spChg>
        <pc:spChg chg="del">
          <ac:chgData name="김명호" userId="e0d603aa-548e-418b-a070-918475337925" providerId="ADAL" clId="{EB451184-BA9A-4A5C-9B3F-495ADF05D454}" dt="2023-09-22T02:19:50.621" v="21828" actId="478"/>
          <ac:spMkLst>
            <pc:docMk/>
            <pc:sldMk cId="1696748411" sldId="1190"/>
            <ac:spMk id="14" creationId="{67E2117F-1BE6-1F90-85F6-6784175822B6}"/>
          </ac:spMkLst>
        </pc:spChg>
        <pc:spChg chg="mod">
          <ac:chgData name="김명호" userId="e0d603aa-548e-418b-a070-918475337925" providerId="ADAL" clId="{EB451184-BA9A-4A5C-9B3F-495ADF05D454}" dt="2023-09-22T02:19:23.462" v="21682" actId="20577"/>
          <ac:spMkLst>
            <pc:docMk/>
            <pc:sldMk cId="1696748411" sldId="1190"/>
            <ac:spMk id="16" creationId="{A731A857-24B2-2908-C90B-18597AC4A1EC}"/>
          </ac:spMkLst>
        </pc:spChg>
        <pc:grpChg chg="del">
          <ac:chgData name="김명호" userId="e0d603aa-548e-418b-a070-918475337925" providerId="ADAL" clId="{EB451184-BA9A-4A5C-9B3F-495ADF05D454}" dt="2023-09-22T02:19:12.893" v="21678" actId="478"/>
          <ac:grpSpMkLst>
            <pc:docMk/>
            <pc:sldMk cId="1696748411" sldId="1190"/>
            <ac:grpSpMk id="8" creationId="{E26C8A19-2745-8C77-5F58-7511DE5E7AC3}"/>
          </ac:grpSpMkLst>
        </pc:grpChg>
        <pc:grpChg chg="add mod">
          <ac:chgData name="김명호" userId="e0d603aa-548e-418b-a070-918475337925" providerId="ADAL" clId="{EB451184-BA9A-4A5C-9B3F-495ADF05D454}" dt="2023-09-22T02:19:13.149" v="21679"/>
          <ac:grpSpMkLst>
            <pc:docMk/>
            <pc:sldMk cId="1696748411" sldId="1190"/>
            <ac:grpSpMk id="11" creationId="{2F7BF16E-0900-B333-D402-223929BA6F3A}"/>
          </ac:grpSpMkLst>
        </pc:grpChg>
        <pc:graphicFrameChg chg="mod">
          <ac:chgData name="김명호" userId="e0d603aa-548e-418b-a070-918475337925" providerId="ADAL" clId="{EB451184-BA9A-4A5C-9B3F-495ADF05D454}" dt="2023-09-22T07:32:37.739" v="22531"/>
          <ac:graphicFrameMkLst>
            <pc:docMk/>
            <pc:sldMk cId="1696748411" sldId="1190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2T02:20:01.069" v="21831" actId="1076"/>
          <ac:cxnSpMkLst>
            <pc:docMk/>
            <pc:sldMk cId="1696748411" sldId="1190"/>
            <ac:cxnSpMk id="13" creationId="{6D0B0D3F-C5A6-B416-5251-1DC38FAD21E6}"/>
          </ac:cxnSpMkLst>
        </pc:cxnChg>
        <pc:cxnChg chg="del">
          <ac:chgData name="김명호" userId="e0d603aa-548e-418b-a070-918475337925" providerId="ADAL" clId="{EB451184-BA9A-4A5C-9B3F-495ADF05D454}" dt="2023-09-22T02:19:50.621" v="21828" actId="478"/>
          <ac:cxnSpMkLst>
            <pc:docMk/>
            <pc:sldMk cId="1696748411" sldId="1190"/>
            <ac:cxnSpMk id="15" creationId="{82862778-6F8D-4C3C-EEF9-4B80F22BCF06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5T02:11:14.525" v="24105" actId="20577"/>
        <pc:sldMkLst>
          <pc:docMk/>
          <pc:sldMk cId="3928681946" sldId="1191"/>
        </pc:sldMkLst>
        <pc:spChg chg="del">
          <ac:chgData name="김명호" userId="e0d603aa-548e-418b-a070-918475337925" providerId="ADAL" clId="{EB451184-BA9A-4A5C-9B3F-495ADF05D454}" dt="2023-09-25T01:59:39.499" v="23524" actId="478"/>
          <ac:spMkLst>
            <pc:docMk/>
            <pc:sldMk cId="3928681946" sldId="1191"/>
            <ac:spMk id="5" creationId="{5C92D40A-D02B-45BD-F5AD-61C5AF56286D}"/>
          </ac:spMkLst>
        </pc:spChg>
        <pc:spChg chg="mod">
          <ac:chgData name="김명호" userId="e0d603aa-548e-418b-a070-918475337925" providerId="ADAL" clId="{EB451184-BA9A-4A5C-9B3F-495ADF05D454}" dt="2023-09-25T01:58:04.211" v="23455" actId="1036"/>
          <ac:spMkLst>
            <pc:docMk/>
            <pc:sldMk cId="3928681946" sldId="1191"/>
            <ac:spMk id="6" creationId="{9820E39C-22A4-45BC-009B-128B4AD90EC9}"/>
          </ac:spMkLst>
        </pc:spChg>
        <pc:spChg chg="mod">
          <ac:chgData name="김명호" userId="e0d603aa-548e-418b-a070-918475337925" providerId="ADAL" clId="{EB451184-BA9A-4A5C-9B3F-495ADF05D454}" dt="2023-09-25T02:11:09.370" v="24092"/>
          <ac:spMkLst>
            <pc:docMk/>
            <pc:sldMk cId="3928681946" sldId="1191"/>
            <ac:spMk id="7" creationId="{0C81DD60-D84B-4D3C-8F3E-7D0E22E11300}"/>
          </ac:spMkLst>
        </pc:spChg>
        <pc:spChg chg="add del mod">
          <ac:chgData name="김명호" userId="e0d603aa-548e-418b-a070-918475337925" providerId="ADAL" clId="{EB451184-BA9A-4A5C-9B3F-495ADF05D454}" dt="2023-09-25T01:58:52.391" v="23459" actId="478"/>
          <ac:spMkLst>
            <pc:docMk/>
            <pc:sldMk cId="3928681946" sldId="1191"/>
            <ac:spMk id="10" creationId="{CE23F35D-25C3-2368-EF78-667481FC8FAD}"/>
          </ac:spMkLst>
        </pc:spChg>
        <pc:spChg chg="mod">
          <ac:chgData name="김명호" userId="e0d603aa-548e-418b-a070-918475337925" providerId="ADAL" clId="{EB451184-BA9A-4A5C-9B3F-495ADF05D454}" dt="2023-09-25T01:58:49.245" v="23457"/>
          <ac:spMkLst>
            <pc:docMk/>
            <pc:sldMk cId="3928681946" sldId="1191"/>
            <ac:spMk id="15" creationId="{F1C0F379-CD3F-5CF9-6666-9C3395B9AC70}"/>
          </ac:spMkLst>
        </pc:spChg>
        <pc:spChg chg="mod">
          <ac:chgData name="김명호" userId="e0d603aa-548e-418b-a070-918475337925" providerId="ADAL" clId="{EB451184-BA9A-4A5C-9B3F-495ADF05D454}" dt="2023-09-25T02:11:14.525" v="24105" actId="20577"/>
          <ac:spMkLst>
            <pc:docMk/>
            <pc:sldMk cId="3928681946" sldId="1191"/>
            <ac:spMk id="17" creationId="{2863B725-6395-8AFC-3B4A-09BD5776AA09}"/>
          </ac:spMkLst>
        </pc:spChg>
        <pc:grpChg chg="del">
          <ac:chgData name="김명호" userId="e0d603aa-548e-418b-a070-918475337925" providerId="ADAL" clId="{EB451184-BA9A-4A5C-9B3F-495ADF05D454}" dt="2023-09-25T01:58:48.386" v="23456" actId="478"/>
          <ac:grpSpMkLst>
            <pc:docMk/>
            <pc:sldMk cId="3928681946" sldId="1191"/>
            <ac:grpSpMk id="11" creationId="{2F7BF16E-0900-B333-D402-223929BA6F3A}"/>
          </ac:grpSpMkLst>
        </pc:grpChg>
        <pc:grpChg chg="add mod">
          <ac:chgData name="김명호" userId="e0d603aa-548e-418b-a070-918475337925" providerId="ADAL" clId="{EB451184-BA9A-4A5C-9B3F-495ADF05D454}" dt="2023-09-25T02:10:42.716" v="23976" actId="1076"/>
          <ac:grpSpMkLst>
            <pc:docMk/>
            <pc:sldMk cId="3928681946" sldId="1191"/>
            <ac:grpSpMk id="14" creationId="{470B1CA2-547A-67FA-F0E7-1C3C9BA5C722}"/>
          </ac:grpSpMkLst>
        </pc:grpChg>
        <pc:graphicFrameChg chg="mod modGraphic">
          <ac:chgData name="김명호" userId="e0d603aa-548e-418b-a070-918475337925" providerId="ADAL" clId="{EB451184-BA9A-4A5C-9B3F-495ADF05D454}" dt="2023-09-25T01:59:34.666" v="23523"/>
          <ac:graphicFrameMkLst>
            <pc:docMk/>
            <pc:sldMk cId="3928681946" sldId="1191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5T01:57:39.684" v="23429" actId="478"/>
          <ac:picMkLst>
            <pc:docMk/>
            <pc:sldMk cId="3928681946" sldId="1191"/>
            <ac:picMk id="4" creationId="{15E98B5F-2F29-819A-2C2C-BE38884EB12D}"/>
          </ac:picMkLst>
        </pc:picChg>
        <pc:picChg chg="add mod ord modCrop">
          <ac:chgData name="김명호" userId="e0d603aa-548e-418b-a070-918475337925" providerId="ADAL" clId="{EB451184-BA9A-4A5C-9B3F-495ADF05D454}" dt="2023-09-25T01:57:50.902" v="23433" actId="167"/>
          <ac:picMkLst>
            <pc:docMk/>
            <pc:sldMk cId="3928681946" sldId="1191"/>
            <ac:picMk id="9" creationId="{7E33BDFC-92FA-8EF0-7E21-B5245255B068}"/>
          </ac:picMkLst>
        </pc:picChg>
        <pc:cxnChg chg="mod">
          <ac:chgData name="김명호" userId="e0d603aa-548e-418b-a070-918475337925" providerId="ADAL" clId="{EB451184-BA9A-4A5C-9B3F-495ADF05D454}" dt="2023-09-25T01:58:04.211" v="23455" actId="1036"/>
          <ac:cxnSpMkLst>
            <pc:docMk/>
            <pc:sldMk cId="3928681946" sldId="1191"/>
            <ac:cxnSpMk id="13" creationId="{6D0B0D3F-C5A6-B416-5251-1DC38FAD21E6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5T02:04:42.902" v="23722"/>
        <pc:sldMkLst>
          <pc:docMk/>
          <pc:sldMk cId="486394068" sldId="1192"/>
        </pc:sldMkLst>
        <pc:spChg chg="mod">
          <ac:chgData name="김명호" userId="e0d603aa-548e-418b-a070-918475337925" providerId="ADAL" clId="{EB451184-BA9A-4A5C-9B3F-495ADF05D454}" dt="2023-09-25T02:01:49.592" v="23681" actId="14100"/>
          <ac:spMkLst>
            <pc:docMk/>
            <pc:sldMk cId="486394068" sldId="1192"/>
            <ac:spMk id="6" creationId="{9820E39C-22A4-45BC-009B-128B4AD90EC9}"/>
          </ac:spMkLst>
        </pc:spChg>
        <pc:spChg chg="mod">
          <ac:chgData name="김명호" userId="e0d603aa-548e-418b-a070-918475337925" providerId="ADAL" clId="{EB451184-BA9A-4A5C-9B3F-495ADF05D454}" dt="2023-09-25T02:01:02.788" v="23664" actId="20577"/>
          <ac:spMkLst>
            <pc:docMk/>
            <pc:sldMk cId="486394068" sldId="1192"/>
            <ac:spMk id="7" creationId="{0C81DD60-D84B-4D3C-8F3E-7D0E22E11300}"/>
          </ac:spMkLst>
        </pc:spChg>
        <pc:grpChg chg="del">
          <ac:chgData name="김명호" userId="e0d603aa-548e-418b-a070-918475337925" providerId="ADAL" clId="{EB451184-BA9A-4A5C-9B3F-495ADF05D454}" dt="2023-09-25T02:01:52.960" v="23682" actId="478"/>
          <ac:grpSpMkLst>
            <pc:docMk/>
            <pc:sldMk cId="486394068" sldId="1192"/>
            <ac:grpSpMk id="14" creationId="{470B1CA2-547A-67FA-F0E7-1C3C9BA5C722}"/>
          </ac:grpSpMkLst>
        </pc:grpChg>
        <pc:graphicFrameChg chg="mod modGraphic">
          <ac:chgData name="김명호" userId="e0d603aa-548e-418b-a070-918475337925" providerId="ADAL" clId="{EB451184-BA9A-4A5C-9B3F-495ADF05D454}" dt="2023-09-25T02:04:42.902" v="23722"/>
          <ac:graphicFrameMkLst>
            <pc:docMk/>
            <pc:sldMk cId="486394068" sldId="1192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B451184-BA9A-4A5C-9B3F-495ADF05D454}" dt="2023-09-25T02:01:43.491" v="23673" actId="167"/>
          <ac:picMkLst>
            <pc:docMk/>
            <pc:sldMk cId="486394068" sldId="1192"/>
            <ac:picMk id="5" creationId="{D559C2E1-FF02-0924-5576-7CB1CB242DD6}"/>
          </ac:picMkLst>
        </pc:picChg>
        <pc:picChg chg="del">
          <ac:chgData name="김명호" userId="e0d603aa-548e-418b-a070-918475337925" providerId="ADAL" clId="{EB451184-BA9A-4A5C-9B3F-495ADF05D454}" dt="2023-09-25T02:01:39.616" v="23671" actId="478"/>
          <ac:picMkLst>
            <pc:docMk/>
            <pc:sldMk cId="486394068" sldId="1192"/>
            <ac:picMk id="9" creationId="{7E33BDFC-92FA-8EF0-7E21-B5245255B068}"/>
          </ac:picMkLst>
        </pc:picChg>
        <pc:cxnChg chg="mod">
          <ac:chgData name="김명호" userId="e0d603aa-548e-418b-a070-918475337925" providerId="ADAL" clId="{EB451184-BA9A-4A5C-9B3F-495ADF05D454}" dt="2023-09-25T02:01:47.216" v="23674" actId="1076"/>
          <ac:cxnSpMkLst>
            <pc:docMk/>
            <pc:sldMk cId="486394068" sldId="1192"/>
            <ac:cxnSpMk id="13" creationId="{6D0B0D3F-C5A6-B416-5251-1DC38FAD21E6}"/>
          </ac:cxnSpMkLst>
        </pc:cxnChg>
      </pc:sldChg>
      <pc:sldChg chg="addSp modSp add mod">
        <pc:chgData name="김명호" userId="e0d603aa-548e-418b-a070-918475337925" providerId="ADAL" clId="{EB451184-BA9A-4A5C-9B3F-495ADF05D454}" dt="2023-09-25T02:04:45.945" v="23723"/>
        <pc:sldMkLst>
          <pc:docMk/>
          <pc:sldMk cId="2791645169" sldId="1193"/>
        </pc:sldMkLst>
        <pc:spChg chg="add mod">
          <ac:chgData name="김명호" userId="e0d603aa-548e-418b-a070-918475337925" providerId="ADAL" clId="{EB451184-BA9A-4A5C-9B3F-495ADF05D454}" dt="2023-09-25T02:03:28.739" v="23688" actId="1076"/>
          <ac:spMkLst>
            <pc:docMk/>
            <pc:sldMk cId="2791645169" sldId="1193"/>
            <ac:spMk id="4" creationId="{0F8DCCAF-214C-DADA-6D0F-B1A0FB58C8C7}"/>
          </ac:spMkLst>
        </pc:spChg>
        <pc:spChg chg="mod">
          <ac:chgData name="김명호" userId="e0d603aa-548e-418b-a070-918475337925" providerId="ADAL" clId="{EB451184-BA9A-4A5C-9B3F-495ADF05D454}" dt="2023-09-25T02:03:11.345" v="23685" actId="14100"/>
          <ac:spMkLst>
            <pc:docMk/>
            <pc:sldMk cId="2791645169" sldId="1193"/>
            <ac:spMk id="6" creationId="{9820E39C-22A4-45BC-009B-128B4AD90EC9}"/>
          </ac:spMkLst>
        </pc:spChg>
        <pc:spChg chg="mod">
          <ac:chgData name="김명호" userId="e0d603aa-548e-418b-a070-918475337925" providerId="ADAL" clId="{EB451184-BA9A-4A5C-9B3F-495ADF05D454}" dt="2023-09-25T02:03:56.282" v="23689"/>
          <ac:spMkLst>
            <pc:docMk/>
            <pc:sldMk cId="2791645169" sldId="1193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5T02:04:30.027" v="23691"/>
          <ac:spMkLst>
            <pc:docMk/>
            <pc:sldMk cId="2791645169" sldId="1193"/>
            <ac:spMk id="9" creationId="{EC27F809-8985-5E59-59B5-75FD654662FA}"/>
          </ac:spMkLst>
        </pc:spChg>
        <pc:graphicFrameChg chg="mod">
          <ac:chgData name="김명호" userId="e0d603aa-548e-418b-a070-918475337925" providerId="ADAL" clId="{EB451184-BA9A-4A5C-9B3F-495ADF05D454}" dt="2023-09-25T02:04:45.945" v="23723"/>
          <ac:graphicFrameMkLst>
            <pc:docMk/>
            <pc:sldMk cId="2791645169" sldId="1193"/>
            <ac:graphicFrameMk id="3" creationId="{EB5E6BEF-7528-22F3-81D3-C88DBE43847E}"/>
          </ac:graphicFrameMkLst>
        </pc:graphicFrameChg>
        <pc:cxnChg chg="add mod">
          <ac:chgData name="김명호" userId="e0d603aa-548e-418b-a070-918475337925" providerId="ADAL" clId="{EB451184-BA9A-4A5C-9B3F-495ADF05D454}" dt="2023-09-25T02:03:28.739" v="23688" actId="1076"/>
          <ac:cxnSpMkLst>
            <pc:docMk/>
            <pc:sldMk cId="2791645169" sldId="1193"/>
            <ac:cxnSpMk id="8" creationId="{44C2A8BD-6744-C297-1A66-347B206DA355}"/>
          </ac:cxnSpMkLst>
        </pc:cxnChg>
        <pc:cxnChg chg="mod">
          <ac:chgData name="김명호" userId="e0d603aa-548e-418b-a070-918475337925" providerId="ADAL" clId="{EB451184-BA9A-4A5C-9B3F-495ADF05D454}" dt="2023-09-25T02:03:13.856" v="23686" actId="1076"/>
          <ac:cxnSpMkLst>
            <pc:docMk/>
            <pc:sldMk cId="2791645169" sldId="1193"/>
            <ac:cxnSpMk id="13" creationId="{6D0B0D3F-C5A6-B416-5251-1DC38FAD21E6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5T02:08:05.787" v="23850"/>
        <pc:sldMkLst>
          <pc:docMk/>
          <pc:sldMk cId="3155236758" sldId="1194"/>
        </pc:sldMkLst>
        <pc:spChg chg="mod">
          <ac:chgData name="김명호" userId="e0d603aa-548e-418b-a070-918475337925" providerId="ADAL" clId="{EB451184-BA9A-4A5C-9B3F-495ADF05D454}" dt="2023-09-25T02:06:28.359" v="23759" actId="14100"/>
          <ac:spMkLst>
            <pc:docMk/>
            <pc:sldMk cId="3155236758" sldId="1194"/>
            <ac:spMk id="4" creationId="{0F8DCCAF-214C-DADA-6D0F-B1A0FB58C8C7}"/>
          </ac:spMkLst>
        </pc:spChg>
        <pc:spChg chg="del">
          <ac:chgData name="김명호" userId="e0d603aa-548e-418b-a070-918475337925" providerId="ADAL" clId="{EB451184-BA9A-4A5C-9B3F-495ADF05D454}" dt="2023-09-25T02:06:13.327" v="23733" actId="478"/>
          <ac:spMkLst>
            <pc:docMk/>
            <pc:sldMk cId="3155236758" sldId="1194"/>
            <ac:spMk id="6" creationId="{9820E39C-22A4-45BC-009B-128B4AD90EC9}"/>
          </ac:spMkLst>
        </pc:spChg>
        <pc:spChg chg="mod">
          <ac:chgData name="김명호" userId="e0d603aa-548e-418b-a070-918475337925" providerId="ADAL" clId="{EB451184-BA9A-4A5C-9B3F-495ADF05D454}" dt="2023-09-25T02:07:24.928" v="23846"/>
          <ac:spMkLst>
            <pc:docMk/>
            <pc:sldMk cId="3155236758" sldId="1194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5T02:07:27.139" v="23847"/>
          <ac:spMkLst>
            <pc:docMk/>
            <pc:sldMk cId="3155236758" sldId="1194"/>
            <ac:spMk id="14" creationId="{2E32EA19-76EC-25B0-2B4F-BBA2166E06A8}"/>
          </ac:spMkLst>
        </pc:spChg>
        <pc:spChg chg="mod">
          <ac:chgData name="김명호" userId="e0d603aa-548e-418b-a070-918475337925" providerId="ADAL" clId="{EB451184-BA9A-4A5C-9B3F-495ADF05D454}" dt="2023-09-25T02:08:05.787" v="23850"/>
          <ac:spMkLst>
            <pc:docMk/>
            <pc:sldMk cId="3155236758" sldId="1194"/>
            <ac:spMk id="15" creationId="{C0F5A287-4D13-9738-1CDA-DC8D444AA299}"/>
          </ac:spMkLst>
        </pc:spChg>
        <pc:grpChg chg="add mod">
          <ac:chgData name="김명호" userId="e0d603aa-548e-418b-a070-918475337925" providerId="ADAL" clId="{EB451184-BA9A-4A5C-9B3F-495ADF05D454}" dt="2023-09-25T02:07:27.139" v="23847"/>
          <ac:grpSpMkLst>
            <pc:docMk/>
            <pc:sldMk cId="3155236758" sldId="1194"/>
            <ac:grpSpMk id="12" creationId="{ECA93EB5-9668-E5C3-4B78-9D57BA9EDDDE}"/>
          </ac:grpSpMkLst>
        </pc:grpChg>
        <pc:graphicFrameChg chg="mod modGraphic">
          <ac:chgData name="김명호" userId="e0d603aa-548e-418b-a070-918475337925" providerId="ADAL" clId="{EB451184-BA9A-4A5C-9B3F-495ADF05D454}" dt="2023-09-25T02:06:41.063" v="23761" actId="20577"/>
          <ac:graphicFrameMkLst>
            <pc:docMk/>
            <pc:sldMk cId="3155236758" sldId="1194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5T02:06:11.862" v="23732" actId="478"/>
          <ac:picMkLst>
            <pc:docMk/>
            <pc:sldMk cId="3155236758" sldId="1194"/>
            <ac:picMk id="5" creationId="{D559C2E1-FF02-0924-5576-7CB1CB242DD6}"/>
          </ac:picMkLst>
        </pc:picChg>
        <pc:picChg chg="add mod ord modCrop">
          <ac:chgData name="김명호" userId="e0d603aa-548e-418b-a070-918475337925" providerId="ADAL" clId="{EB451184-BA9A-4A5C-9B3F-495ADF05D454}" dt="2023-09-25T02:06:16.386" v="23735" actId="167"/>
          <ac:picMkLst>
            <pc:docMk/>
            <pc:sldMk cId="3155236758" sldId="1194"/>
            <ac:picMk id="11" creationId="{C8EC7FC0-6E81-FFCF-CE66-683D428C6A27}"/>
          </ac:picMkLst>
        </pc:picChg>
        <pc:cxnChg chg="mod">
          <ac:chgData name="김명호" userId="e0d603aa-548e-418b-a070-918475337925" providerId="ADAL" clId="{EB451184-BA9A-4A5C-9B3F-495ADF05D454}" dt="2023-09-25T02:06:23.375" v="23738" actId="1037"/>
          <ac:cxnSpMkLst>
            <pc:docMk/>
            <pc:sldMk cId="3155236758" sldId="1194"/>
            <ac:cxnSpMk id="8" creationId="{44C2A8BD-6744-C297-1A66-347B206DA355}"/>
          </ac:cxnSpMkLst>
        </pc:cxnChg>
        <pc:cxnChg chg="del">
          <ac:chgData name="김명호" userId="e0d603aa-548e-418b-a070-918475337925" providerId="ADAL" clId="{EB451184-BA9A-4A5C-9B3F-495ADF05D454}" dt="2023-09-25T02:06:13.327" v="23733" actId="478"/>
          <ac:cxnSpMkLst>
            <pc:docMk/>
            <pc:sldMk cId="3155236758" sldId="1194"/>
            <ac:cxnSpMk id="13" creationId="{6D0B0D3F-C5A6-B416-5251-1DC38FAD21E6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5T02:11:30.163" v="24111" actId="1076"/>
        <pc:sldMkLst>
          <pc:docMk/>
          <pc:sldMk cId="1141357868" sldId="1195"/>
        </pc:sldMkLst>
        <pc:spChg chg="mod">
          <ac:chgData name="김명호" userId="e0d603aa-548e-418b-a070-918475337925" providerId="ADAL" clId="{EB451184-BA9A-4A5C-9B3F-495ADF05D454}" dt="2023-09-25T02:09:42.532" v="23872" actId="14100"/>
          <ac:spMkLst>
            <pc:docMk/>
            <pc:sldMk cId="1141357868" sldId="1195"/>
            <ac:spMk id="4" creationId="{0F8DCCAF-214C-DADA-6D0F-B1A0FB58C8C7}"/>
          </ac:spMkLst>
        </pc:spChg>
        <pc:spChg chg="mod">
          <ac:chgData name="김명호" userId="e0d603aa-548e-418b-a070-918475337925" providerId="ADAL" clId="{EB451184-BA9A-4A5C-9B3F-495ADF05D454}" dt="2023-09-25T02:11:23" v="24109" actId="20577"/>
          <ac:spMkLst>
            <pc:docMk/>
            <pc:sldMk cId="1141357868" sldId="1195"/>
            <ac:spMk id="7" creationId="{0C81DD60-D84B-4D3C-8F3E-7D0E22E11300}"/>
          </ac:spMkLst>
        </pc:spChg>
        <pc:spChg chg="del">
          <ac:chgData name="김명호" userId="e0d603aa-548e-418b-a070-918475337925" providerId="ADAL" clId="{EB451184-BA9A-4A5C-9B3F-495ADF05D454}" dt="2023-09-25T02:10:04.735" v="23878" actId="478"/>
          <ac:spMkLst>
            <pc:docMk/>
            <pc:sldMk cId="1141357868" sldId="1195"/>
            <ac:spMk id="9" creationId="{EC27F809-8985-5E59-59B5-75FD654662FA}"/>
          </ac:spMkLst>
        </pc:spChg>
        <pc:spChg chg="add del mod">
          <ac:chgData name="김명호" userId="e0d603aa-548e-418b-a070-918475337925" providerId="ADAL" clId="{EB451184-BA9A-4A5C-9B3F-495ADF05D454}" dt="2023-09-25T02:09:59.606" v="23876" actId="478"/>
          <ac:spMkLst>
            <pc:docMk/>
            <pc:sldMk cId="1141357868" sldId="1195"/>
            <ac:spMk id="10" creationId="{3CB7ABC3-36FD-40AC-6F41-463D5C26FBC4}"/>
          </ac:spMkLst>
        </pc:spChg>
        <pc:spChg chg="mod">
          <ac:chgData name="김명호" userId="e0d603aa-548e-418b-a070-918475337925" providerId="ADAL" clId="{EB451184-BA9A-4A5C-9B3F-495ADF05D454}" dt="2023-09-25T02:09:57.163" v="23874"/>
          <ac:spMkLst>
            <pc:docMk/>
            <pc:sldMk cId="1141357868" sldId="1195"/>
            <ac:spMk id="16" creationId="{E4BFEA06-60B4-6F69-64E0-B945CEE82AF3}"/>
          </ac:spMkLst>
        </pc:spChg>
        <pc:spChg chg="mod">
          <ac:chgData name="김명호" userId="e0d603aa-548e-418b-a070-918475337925" providerId="ADAL" clId="{EB451184-BA9A-4A5C-9B3F-495ADF05D454}" dt="2023-09-25T02:11:27.479" v="24110"/>
          <ac:spMkLst>
            <pc:docMk/>
            <pc:sldMk cId="1141357868" sldId="1195"/>
            <ac:spMk id="17" creationId="{D1CE5DA1-8BD9-D81A-4BCF-2E4B490E6240}"/>
          </ac:spMkLst>
        </pc:spChg>
        <pc:grpChg chg="del">
          <ac:chgData name="김명호" userId="e0d603aa-548e-418b-a070-918475337925" providerId="ADAL" clId="{EB451184-BA9A-4A5C-9B3F-495ADF05D454}" dt="2023-09-25T02:09:56.349" v="23873" actId="478"/>
          <ac:grpSpMkLst>
            <pc:docMk/>
            <pc:sldMk cId="1141357868" sldId="1195"/>
            <ac:grpSpMk id="12" creationId="{ECA93EB5-9668-E5C3-4B78-9D57BA9EDDDE}"/>
          </ac:grpSpMkLst>
        </pc:grpChg>
        <pc:grpChg chg="add mod">
          <ac:chgData name="김명호" userId="e0d603aa-548e-418b-a070-918475337925" providerId="ADAL" clId="{EB451184-BA9A-4A5C-9B3F-495ADF05D454}" dt="2023-09-25T02:11:30.163" v="24111" actId="1076"/>
          <ac:grpSpMkLst>
            <pc:docMk/>
            <pc:sldMk cId="1141357868" sldId="1195"/>
            <ac:grpSpMk id="13" creationId="{F8C714B5-EA28-3896-6BA1-14A20C86A26B}"/>
          </ac:grpSpMkLst>
        </pc:grpChg>
        <pc:picChg chg="add mod ord modCrop">
          <ac:chgData name="김명호" userId="e0d603aa-548e-418b-a070-918475337925" providerId="ADAL" clId="{EB451184-BA9A-4A5C-9B3F-495ADF05D454}" dt="2023-09-25T02:09:34.807" v="23861" actId="167"/>
          <ac:picMkLst>
            <pc:docMk/>
            <pc:sldMk cId="1141357868" sldId="1195"/>
            <ac:picMk id="6" creationId="{27DE41AF-17AF-8F7D-4829-9FB658665565}"/>
          </ac:picMkLst>
        </pc:picChg>
        <pc:picChg chg="del">
          <ac:chgData name="김명호" userId="e0d603aa-548e-418b-a070-918475337925" providerId="ADAL" clId="{EB451184-BA9A-4A5C-9B3F-495ADF05D454}" dt="2023-09-25T02:09:29.468" v="23857" actId="478"/>
          <ac:picMkLst>
            <pc:docMk/>
            <pc:sldMk cId="1141357868" sldId="1195"/>
            <ac:picMk id="11" creationId="{C8EC7FC0-6E81-FFCF-CE66-683D428C6A27}"/>
          </ac:picMkLst>
        </pc:picChg>
        <pc:cxnChg chg="mod">
          <ac:chgData name="김명호" userId="e0d603aa-548e-418b-a070-918475337925" providerId="ADAL" clId="{EB451184-BA9A-4A5C-9B3F-495ADF05D454}" dt="2023-09-25T02:09:39.293" v="23862" actId="1076"/>
          <ac:cxnSpMkLst>
            <pc:docMk/>
            <pc:sldMk cId="1141357868" sldId="1195"/>
            <ac:cxnSpMk id="8" creationId="{44C2A8BD-6744-C297-1A66-347B206DA355}"/>
          </ac:cxnSpMkLst>
        </pc:cxnChg>
      </pc:sldChg>
      <pc:sldChg chg="modSp add mod">
        <pc:chgData name="김명호" userId="e0d603aa-548e-418b-a070-918475337925" providerId="ADAL" clId="{EB451184-BA9A-4A5C-9B3F-495ADF05D454}" dt="2023-09-25T02:14:19.140" v="24303"/>
        <pc:sldMkLst>
          <pc:docMk/>
          <pc:sldMk cId="3686340170" sldId="1196"/>
        </pc:sldMkLst>
        <pc:spChg chg="mod">
          <ac:chgData name="김명호" userId="e0d603aa-548e-418b-a070-918475337925" providerId="ADAL" clId="{EB451184-BA9A-4A5C-9B3F-495ADF05D454}" dt="2023-09-25T02:12:14.724" v="24125" actId="14100"/>
          <ac:spMkLst>
            <pc:docMk/>
            <pc:sldMk cId="3686340170" sldId="1196"/>
            <ac:spMk id="4" creationId="{0F8DCCAF-214C-DADA-6D0F-B1A0FB58C8C7}"/>
          </ac:spMkLst>
        </pc:spChg>
        <pc:spChg chg="mod">
          <ac:chgData name="김명호" userId="e0d603aa-548e-418b-a070-918475337925" providerId="ADAL" clId="{EB451184-BA9A-4A5C-9B3F-495ADF05D454}" dt="2023-09-25T02:14:19.140" v="24303"/>
          <ac:spMkLst>
            <pc:docMk/>
            <pc:sldMk cId="3686340170" sldId="1196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5T02:14:02.586" v="24210"/>
          <ac:spMkLst>
            <pc:docMk/>
            <pc:sldMk cId="3686340170" sldId="1196"/>
            <ac:spMk id="17" creationId="{D1CE5DA1-8BD9-D81A-4BCF-2E4B490E6240}"/>
          </ac:spMkLst>
        </pc:spChg>
        <pc:grpChg chg="mod">
          <ac:chgData name="김명호" userId="e0d603aa-548e-418b-a070-918475337925" providerId="ADAL" clId="{EB451184-BA9A-4A5C-9B3F-495ADF05D454}" dt="2023-09-25T02:14:05.676" v="24211" actId="1076"/>
          <ac:grpSpMkLst>
            <pc:docMk/>
            <pc:sldMk cId="3686340170" sldId="1196"/>
            <ac:grpSpMk id="13" creationId="{F8C714B5-EA28-3896-6BA1-14A20C86A26B}"/>
          </ac:grpSpMkLst>
        </pc:grpChg>
        <pc:cxnChg chg="mod">
          <ac:chgData name="김명호" userId="e0d603aa-548e-418b-a070-918475337925" providerId="ADAL" clId="{EB451184-BA9A-4A5C-9B3F-495ADF05D454}" dt="2023-09-25T02:12:09.727" v="24113" actId="1076"/>
          <ac:cxnSpMkLst>
            <pc:docMk/>
            <pc:sldMk cId="3686340170" sldId="1196"/>
            <ac:cxnSpMk id="8" creationId="{44C2A8BD-6744-C297-1A66-347B206DA355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5T02:21:03.088" v="24625"/>
        <pc:sldMkLst>
          <pc:docMk/>
          <pc:sldMk cId="3104916877" sldId="1197"/>
        </pc:sldMkLst>
        <pc:spChg chg="mod">
          <ac:chgData name="김명호" userId="e0d603aa-548e-418b-a070-918475337925" providerId="ADAL" clId="{EB451184-BA9A-4A5C-9B3F-495ADF05D454}" dt="2023-09-25T02:17:47.036" v="24533"/>
          <ac:spMkLst>
            <pc:docMk/>
            <pc:sldMk cId="3104916877" sldId="1197"/>
            <ac:spMk id="4" creationId="{B29C842E-FD35-555C-803F-4C01A8C6EA32}"/>
          </ac:spMkLst>
        </pc:spChg>
        <pc:spChg chg="del">
          <ac:chgData name="김명호" userId="e0d603aa-548e-418b-a070-918475337925" providerId="ADAL" clId="{EB451184-BA9A-4A5C-9B3F-495ADF05D454}" dt="2023-09-25T02:17:07.491" v="24407" actId="478"/>
          <ac:spMkLst>
            <pc:docMk/>
            <pc:sldMk cId="3104916877" sldId="1197"/>
            <ac:spMk id="12" creationId="{F6F14362-BB1F-9945-D2EA-0BEB0B3F2D13}"/>
          </ac:spMkLst>
        </pc:spChg>
        <pc:spChg chg="del">
          <ac:chgData name="김명호" userId="e0d603aa-548e-418b-a070-918475337925" providerId="ADAL" clId="{EB451184-BA9A-4A5C-9B3F-495ADF05D454}" dt="2023-09-25T02:17:07.491" v="24407" actId="478"/>
          <ac:spMkLst>
            <pc:docMk/>
            <pc:sldMk cId="3104916877" sldId="1197"/>
            <ac:spMk id="13" creationId="{D6C0E222-87F4-10AA-A90F-3A0A47C9D114}"/>
          </ac:spMkLst>
        </pc:spChg>
        <pc:spChg chg="add mod">
          <ac:chgData name="김명호" userId="e0d603aa-548e-418b-a070-918475337925" providerId="ADAL" clId="{EB451184-BA9A-4A5C-9B3F-495ADF05D454}" dt="2023-09-25T02:19:26.648" v="24571" actId="14100"/>
          <ac:spMkLst>
            <pc:docMk/>
            <pc:sldMk cId="3104916877" sldId="1197"/>
            <ac:spMk id="14" creationId="{1B1F5DD3-D183-FE6B-B300-BEA4FBBDCEFF}"/>
          </ac:spMkLst>
        </pc:spChg>
        <pc:spChg chg="add mod">
          <ac:chgData name="김명호" userId="e0d603aa-548e-418b-a070-918475337925" providerId="ADAL" clId="{EB451184-BA9A-4A5C-9B3F-495ADF05D454}" dt="2023-09-25T02:19:13.176" v="24568" actId="1037"/>
          <ac:spMkLst>
            <pc:docMk/>
            <pc:sldMk cId="3104916877" sldId="1197"/>
            <ac:spMk id="15" creationId="{FDAC9ED7-A496-A036-4F4A-EFC747C27B62}"/>
          </ac:spMkLst>
        </pc:spChg>
        <pc:spChg chg="add mod">
          <ac:chgData name="김명호" userId="e0d603aa-548e-418b-a070-918475337925" providerId="ADAL" clId="{EB451184-BA9A-4A5C-9B3F-495ADF05D454}" dt="2023-09-25T02:19:50.687" v="24594" actId="14100"/>
          <ac:spMkLst>
            <pc:docMk/>
            <pc:sldMk cId="3104916877" sldId="1197"/>
            <ac:spMk id="17" creationId="{3E2D4DB5-9410-D895-E5C1-BEAE3BB61D1F}"/>
          </ac:spMkLst>
        </pc:spChg>
        <pc:spChg chg="add mod">
          <ac:chgData name="김명호" userId="e0d603aa-548e-418b-a070-918475337925" providerId="ADAL" clId="{EB451184-BA9A-4A5C-9B3F-495ADF05D454}" dt="2023-09-25T02:19:30.560" v="24573" actId="20577"/>
          <ac:spMkLst>
            <pc:docMk/>
            <pc:sldMk cId="3104916877" sldId="1197"/>
            <ac:spMk id="20" creationId="{81DEB8E7-EA22-689A-642D-81453CC3CA34}"/>
          </ac:spMkLst>
        </pc:spChg>
        <pc:spChg chg="add mod">
          <ac:chgData name="김명호" userId="e0d603aa-548e-418b-a070-918475337925" providerId="ADAL" clId="{EB451184-BA9A-4A5C-9B3F-495ADF05D454}" dt="2023-09-25T02:19:17.048" v="24569" actId="1076"/>
          <ac:spMkLst>
            <pc:docMk/>
            <pc:sldMk cId="3104916877" sldId="1197"/>
            <ac:spMk id="21" creationId="{F84F2543-758B-ED80-23BB-A05DFBB2778D}"/>
          </ac:spMkLst>
        </pc:spChg>
        <pc:spChg chg="add mod">
          <ac:chgData name="김명호" userId="e0d603aa-548e-418b-a070-918475337925" providerId="ADAL" clId="{EB451184-BA9A-4A5C-9B3F-495ADF05D454}" dt="2023-09-25T02:19:55.111" v="24596" actId="1076"/>
          <ac:spMkLst>
            <pc:docMk/>
            <pc:sldMk cId="3104916877" sldId="1197"/>
            <ac:spMk id="22" creationId="{ED6CF06E-F9CA-6F96-47EB-3FFDC9D21038}"/>
          </ac:spMkLst>
        </pc:spChg>
        <pc:spChg chg="add del mod">
          <ac:chgData name="김명호" userId="e0d603aa-548e-418b-a070-918475337925" providerId="ADAL" clId="{EB451184-BA9A-4A5C-9B3F-495ADF05D454}" dt="2023-09-25T02:20:03.984" v="24600"/>
          <ac:spMkLst>
            <pc:docMk/>
            <pc:sldMk cId="3104916877" sldId="1197"/>
            <ac:spMk id="23" creationId="{E26F5E60-0A31-5A5D-F4D6-ABBD013A9549}"/>
          </ac:spMkLst>
        </pc:spChg>
        <pc:spChg chg="add del mod">
          <ac:chgData name="김명호" userId="e0d603aa-548e-418b-a070-918475337925" providerId="ADAL" clId="{EB451184-BA9A-4A5C-9B3F-495ADF05D454}" dt="2023-09-25T02:20:03.984" v="24600"/>
          <ac:spMkLst>
            <pc:docMk/>
            <pc:sldMk cId="3104916877" sldId="1197"/>
            <ac:spMk id="24" creationId="{24E48679-147F-9A3F-3C71-BD6726E18C8C}"/>
          </ac:spMkLst>
        </pc:spChg>
        <pc:spChg chg="add del mod">
          <ac:chgData name="김명호" userId="e0d603aa-548e-418b-a070-918475337925" providerId="ADAL" clId="{EB451184-BA9A-4A5C-9B3F-495ADF05D454}" dt="2023-09-25T02:20:03.984" v="24600"/>
          <ac:spMkLst>
            <pc:docMk/>
            <pc:sldMk cId="3104916877" sldId="1197"/>
            <ac:spMk id="25" creationId="{1778D039-8DF8-864C-09FF-9085E5771BDB}"/>
          </ac:spMkLst>
        </pc:spChg>
        <pc:spChg chg="add del mod">
          <ac:chgData name="김명호" userId="e0d603aa-548e-418b-a070-918475337925" providerId="ADAL" clId="{EB451184-BA9A-4A5C-9B3F-495ADF05D454}" dt="2023-09-25T02:20:03.984" v="24600"/>
          <ac:spMkLst>
            <pc:docMk/>
            <pc:sldMk cId="3104916877" sldId="1197"/>
            <ac:spMk id="26" creationId="{71DA1AA4-E9C2-1959-0393-9E9490E89BAA}"/>
          </ac:spMkLst>
        </pc:spChg>
        <pc:spChg chg="add del mod">
          <ac:chgData name="김명호" userId="e0d603aa-548e-418b-a070-918475337925" providerId="ADAL" clId="{EB451184-BA9A-4A5C-9B3F-495ADF05D454}" dt="2023-09-25T02:20:03.984" v="24600"/>
          <ac:spMkLst>
            <pc:docMk/>
            <pc:sldMk cId="3104916877" sldId="1197"/>
            <ac:spMk id="27" creationId="{C8718188-CCA1-DF34-2773-6CDA7811076A}"/>
          </ac:spMkLst>
        </pc:spChg>
        <pc:spChg chg="add del mod">
          <ac:chgData name="김명호" userId="e0d603aa-548e-418b-a070-918475337925" providerId="ADAL" clId="{EB451184-BA9A-4A5C-9B3F-495ADF05D454}" dt="2023-09-25T02:20:03.984" v="24600"/>
          <ac:spMkLst>
            <pc:docMk/>
            <pc:sldMk cId="3104916877" sldId="1197"/>
            <ac:spMk id="28" creationId="{193ABE4F-33E4-63E3-88F0-B137D9C02136}"/>
          </ac:spMkLst>
        </pc:spChg>
        <pc:spChg chg="add mod">
          <ac:chgData name="김명호" userId="e0d603aa-548e-418b-a070-918475337925" providerId="ADAL" clId="{EB451184-BA9A-4A5C-9B3F-495ADF05D454}" dt="2023-09-25T02:20:59.314" v="24621"/>
          <ac:spMkLst>
            <pc:docMk/>
            <pc:sldMk cId="3104916877" sldId="1197"/>
            <ac:spMk id="29" creationId="{04981FAE-1AA2-689D-11AC-249971C45B9D}"/>
          </ac:spMkLst>
        </pc:spChg>
        <pc:spChg chg="add mod">
          <ac:chgData name="김명호" userId="e0d603aa-548e-418b-a070-918475337925" providerId="ADAL" clId="{EB451184-BA9A-4A5C-9B3F-495ADF05D454}" dt="2023-09-25T02:20:20.625" v="24605" actId="208"/>
          <ac:spMkLst>
            <pc:docMk/>
            <pc:sldMk cId="3104916877" sldId="1197"/>
            <ac:spMk id="30" creationId="{4ADD00F4-A7F0-9C2C-D842-2B0A2ED5B773}"/>
          </ac:spMkLst>
        </pc:spChg>
        <pc:spChg chg="add mod">
          <ac:chgData name="김명호" userId="e0d603aa-548e-418b-a070-918475337925" providerId="ADAL" clId="{EB451184-BA9A-4A5C-9B3F-495ADF05D454}" dt="2023-09-25T02:20:58.351" v="24619"/>
          <ac:spMkLst>
            <pc:docMk/>
            <pc:sldMk cId="3104916877" sldId="1197"/>
            <ac:spMk id="31" creationId="{D9D6CB86-B7D9-80EB-D631-B411EDB735C2}"/>
          </ac:spMkLst>
        </pc:spChg>
        <pc:spChg chg="add mod">
          <ac:chgData name="김명호" userId="e0d603aa-548e-418b-a070-918475337925" providerId="ADAL" clId="{EB451184-BA9A-4A5C-9B3F-495ADF05D454}" dt="2023-09-25T02:21:01.072" v="24623"/>
          <ac:spMkLst>
            <pc:docMk/>
            <pc:sldMk cId="3104916877" sldId="1197"/>
            <ac:spMk id="32" creationId="{B85A81C3-CB1D-82B5-0219-17B00D961727}"/>
          </ac:spMkLst>
        </pc:spChg>
        <pc:spChg chg="add mod">
          <ac:chgData name="김명호" userId="e0d603aa-548e-418b-a070-918475337925" providerId="ADAL" clId="{EB451184-BA9A-4A5C-9B3F-495ADF05D454}" dt="2023-09-25T02:20:24.371" v="24606" actId="207"/>
          <ac:spMkLst>
            <pc:docMk/>
            <pc:sldMk cId="3104916877" sldId="1197"/>
            <ac:spMk id="33" creationId="{EEB71ADC-0C92-413D-DDBB-50EB55BF8F28}"/>
          </ac:spMkLst>
        </pc:spChg>
        <pc:spChg chg="add mod">
          <ac:chgData name="김명호" userId="e0d603aa-548e-418b-a070-918475337925" providerId="ADAL" clId="{EB451184-BA9A-4A5C-9B3F-495ADF05D454}" dt="2023-09-25T02:21:03.088" v="24625"/>
          <ac:spMkLst>
            <pc:docMk/>
            <pc:sldMk cId="3104916877" sldId="1197"/>
            <ac:spMk id="34" creationId="{16A67C9B-AB56-0EBD-851F-1FB7FF7CED13}"/>
          </ac:spMkLst>
        </pc:spChg>
        <pc:spChg chg="del">
          <ac:chgData name="김명호" userId="e0d603aa-548e-418b-a070-918475337925" providerId="ADAL" clId="{EB451184-BA9A-4A5C-9B3F-495ADF05D454}" dt="2023-09-25T02:17:07.491" v="24407" actId="478"/>
          <ac:spMkLst>
            <pc:docMk/>
            <pc:sldMk cId="3104916877" sldId="1197"/>
            <ac:spMk id="37" creationId="{301B3A3B-0735-3F56-2036-FFB38C189DB3}"/>
          </ac:spMkLst>
        </pc:spChg>
        <pc:spChg chg="del">
          <ac:chgData name="김명호" userId="e0d603aa-548e-418b-a070-918475337925" providerId="ADAL" clId="{EB451184-BA9A-4A5C-9B3F-495ADF05D454}" dt="2023-09-25T02:17:07.491" v="24407" actId="478"/>
          <ac:spMkLst>
            <pc:docMk/>
            <pc:sldMk cId="3104916877" sldId="1197"/>
            <ac:spMk id="40" creationId="{315A90B0-6A81-0163-61D1-E9D2C6A17C15}"/>
          </ac:spMkLst>
        </pc:spChg>
        <pc:graphicFrameChg chg="mod modGraphic">
          <ac:chgData name="김명호" userId="e0d603aa-548e-418b-a070-918475337925" providerId="ADAL" clId="{EB451184-BA9A-4A5C-9B3F-495ADF05D454}" dt="2023-09-25T02:20:46.664" v="24613" actId="14100"/>
          <ac:graphicFrameMkLst>
            <pc:docMk/>
            <pc:sldMk cId="3104916877" sldId="1197"/>
            <ac:graphicFrameMk id="5" creationId="{5033399F-56ED-E6CA-4D76-BA2525DB94E2}"/>
          </ac:graphicFrameMkLst>
        </pc:graphicFrameChg>
        <pc:picChg chg="add mod">
          <ac:chgData name="김명호" userId="e0d603aa-548e-418b-a070-918475337925" providerId="ADAL" clId="{EB451184-BA9A-4A5C-9B3F-495ADF05D454}" dt="2023-09-25T02:20:03.448" v="24599" actId="1076"/>
          <ac:picMkLst>
            <pc:docMk/>
            <pc:sldMk cId="3104916877" sldId="1197"/>
            <ac:picMk id="2" creationId="{14CF80CD-BE63-C43E-A677-52F3CDEE7176}"/>
          </ac:picMkLst>
        </pc:picChg>
        <pc:picChg chg="add del mod">
          <ac:chgData name="김명호" userId="e0d603aa-548e-418b-a070-918475337925" providerId="ADAL" clId="{EB451184-BA9A-4A5C-9B3F-495ADF05D454}" dt="2023-09-25T02:17:24.073" v="24414" actId="478"/>
          <ac:picMkLst>
            <pc:docMk/>
            <pc:sldMk cId="3104916877" sldId="1197"/>
            <ac:picMk id="7" creationId="{D93AFC40-D832-1FEA-B25C-94E5BB984BE1}"/>
          </ac:picMkLst>
        </pc:picChg>
        <pc:picChg chg="del">
          <ac:chgData name="김명호" userId="e0d603aa-548e-418b-a070-918475337925" providerId="ADAL" clId="{EB451184-BA9A-4A5C-9B3F-495ADF05D454}" dt="2023-09-25T02:17:07.491" v="24407" actId="478"/>
          <ac:picMkLst>
            <pc:docMk/>
            <pc:sldMk cId="3104916877" sldId="1197"/>
            <ac:picMk id="9" creationId="{690A2775-6AE7-0211-5DBC-8D0EDB77103D}"/>
          </ac:picMkLst>
        </pc:picChg>
        <pc:picChg chg="del">
          <ac:chgData name="김명호" userId="e0d603aa-548e-418b-a070-918475337925" providerId="ADAL" clId="{EB451184-BA9A-4A5C-9B3F-495ADF05D454}" dt="2023-09-25T02:17:07.491" v="24407" actId="478"/>
          <ac:picMkLst>
            <pc:docMk/>
            <pc:sldMk cId="3104916877" sldId="1197"/>
            <ac:picMk id="10" creationId="{855537FD-B791-1E21-8748-F75AF0B6B8CD}"/>
          </ac:picMkLst>
        </pc:picChg>
        <pc:picChg chg="add mod">
          <ac:chgData name="김명호" userId="e0d603aa-548e-418b-a070-918475337925" providerId="ADAL" clId="{EB451184-BA9A-4A5C-9B3F-495ADF05D454}" dt="2023-09-25T02:17:31.112" v="24418" actId="1076"/>
          <ac:picMkLst>
            <pc:docMk/>
            <pc:sldMk cId="3104916877" sldId="1197"/>
            <ac:picMk id="11" creationId="{BCC4D215-64F5-5AAC-7364-58C0324D3645}"/>
          </ac:picMkLst>
        </pc:picChg>
        <pc:picChg chg="del">
          <ac:chgData name="김명호" userId="e0d603aa-548e-418b-a070-918475337925" providerId="ADAL" clId="{EB451184-BA9A-4A5C-9B3F-495ADF05D454}" dt="2023-09-25T02:17:07.491" v="24407" actId="478"/>
          <ac:picMkLst>
            <pc:docMk/>
            <pc:sldMk cId="3104916877" sldId="1197"/>
            <ac:picMk id="18" creationId="{3F670E9C-F0F8-C8C1-6DC5-25112D1D108C}"/>
          </ac:picMkLst>
        </pc:picChg>
        <pc:picChg chg="del">
          <ac:chgData name="김명호" userId="e0d603aa-548e-418b-a070-918475337925" providerId="ADAL" clId="{EB451184-BA9A-4A5C-9B3F-495ADF05D454}" dt="2023-09-25T02:17:07.491" v="24407" actId="478"/>
          <ac:picMkLst>
            <pc:docMk/>
            <pc:sldMk cId="3104916877" sldId="1197"/>
            <ac:picMk id="35" creationId="{85E517A0-9B99-22E5-C98C-0C870910F05F}"/>
          </ac:picMkLst>
        </pc:picChg>
        <pc:picChg chg="del">
          <ac:chgData name="김명호" userId="e0d603aa-548e-418b-a070-918475337925" providerId="ADAL" clId="{EB451184-BA9A-4A5C-9B3F-495ADF05D454}" dt="2023-09-25T02:17:07.491" v="24407" actId="478"/>
          <ac:picMkLst>
            <pc:docMk/>
            <pc:sldMk cId="3104916877" sldId="1197"/>
            <ac:picMk id="36" creationId="{D9EA1B98-1773-707A-82F5-1927D48DBA6E}"/>
          </ac:picMkLst>
        </pc:picChg>
        <pc:picChg chg="del">
          <ac:chgData name="김명호" userId="e0d603aa-548e-418b-a070-918475337925" providerId="ADAL" clId="{EB451184-BA9A-4A5C-9B3F-495ADF05D454}" dt="2023-09-25T02:17:07.491" v="24407" actId="478"/>
          <ac:picMkLst>
            <pc:docMk/>
            <pc:sldMk cId="3104916877" sldId="1197"/>
            <ac:picMk id="38" creationId="{B965794D-0CF1-BBBE-E922-AAAC35A5E26C}"/>
          </ac:picMkLst>
        </pc:picChg>
        <pc:cxnChg chg="del mod">
          <ac:chgData name="김명호" userId="e0d603aa-548e-418b-a070-918475337925" providerId="ADAL" clId="{EB451184-BA9A-4A5C-9B3F-495ADF05D454}" dt="2023-09-25T02:17:07.491" v="24407" actId="478"/>
          <ac:cxnSpMkLst>
            <pc:docMk/>
            <pc:sldMk cId="3104916877" sldId="1197"/>
            <ac:cxnSpMk id="16" creationId="{0BAEFE31-5332-0869-4A9B-E8C4DBCA4E6A}"/>
          </ac:cxnSpMkLst>
        </pc:cxnChg>
        <pc:cxnChg chg="del mod">
          <ac:chgData name="김명호" userId="e0d603aa-548e-418b-a070-918475337925" providerId="ADAL" clId="{EB451184-BA9A-4A5C-9B3F-495ADF05D454}" dt="2023-09-25T02:17:07.491" v="24407" actId="478"/>
          <ac:cxnSpMkLst>
            <pc:docMk/>
            <pc:sldMk cId="3104916877" sldId="1197"/>
            <ac:cxnSpMk id="39" creationId="{72AA94BC-CFBD-DD69-7ABA-B5EC9CCE7BFA}"/>
          </ac:cxnSpMkLst>
        </pc:cxnChg>
      </pc:sldChg>
      <pc:sldChg chg="add del">
        <pc:chgData name="김명호" userId="e0d603aa-548e-418b-a070-918475337925" providerId="ADAL" clId="{EB451184-BA9A-4A5C-9B3F-495ADF05D454}" dt="2023-09-25T02:15:49.692" v="24305" actId="47"/>
        <pc:sldMkLst>
          <pc:docMk/>
          <pc:sldMk cId="4210890867" sldId="1197"/>
        </pc:sldMkLst>
      </pc:sldChg>
      <pc:sldChg chg="addSp modSp add mod">
        <pc:chgData name="김명호" userId="e0d603aa-548e-418b-a070-918475337925" providerId="ADAL" clId="{EB451184-BA9A-4A5C-9B3F-495ADF05D454}" dt="2023-09-25T04:23:21.920" v="25573"/>
        <pc:sldMkLst>
          <pc:docMk/>
          <pc:sldMk cId="2208764183" sldId="1198"/>
        </pc:sldMkLst>
        <pc:spChg chg="mod">
          <ac:chgData name="김명호" userId="e0d603aa-548e-418b-a070-918475337925" providerId="ADAL" clId="{EB451184-BA9A-4A5C-9B3F-495ADF05D454}" dt="2023-09-25T02:23:34.086" v="24633" actId="14100"/>
          <ac:spMkLst>
            <pc:docMk/>
            <pc:sldMk cId="2208764183" sldId="1198"/>
            <ac:spMk id="4" creationId="{0F8DCCAF-214C-DADA-6D0F-B1A0FB58C8C7}"/>
          </ac:spMkLst>
        </pc:spChg>
        <pc:spChg chg="add mod">
          <ac:chgData name="김명호" userId="e0d603aa-548e-418b-a070-918475337925" providerId="ADAL" clId="{EB451184-BA9A-4A5C-9B3F-495ADF05D454}" dt="2023-09-25T04:05:18.772" v="24777"/>
          <ac:spMkLst>
            <pc:docMk/>
            <pc:sldMk cId="2208764183" sldId="1198"/>
            <ac:spMk id="5" creationId="{8D75D057-7973-0C15-4901-9DEC625389A5}"/>
          </ac:spMkLst>
        </pc:spChg>
        <pc:spChg chg="mod">
          <ac:chgData name="김명호" userId="e0d603aa-548e-418b-a070-918475337925" providerId="ADAL" clId="{EB451184-BA9A-4A5C-9B3F-495ADF05D454}" dt="2023-09-25T04:23:21.920" v="25573"/>
          <ac:spMkLst>
            <pc:docMk/>
            <pc:sldMk cId="2208764183" sldId="1198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5T02:22:54.566" v="24631"/>
          <ac:spMkLst>
            <pc:docMk/>
            <pc:sldMk cId="2208764183" sldId="1198"/>
            <ac:spMk id="17" creationId="{D1CE5DA1-8BD9-D81A-4BCF-2E4B490E6240}"/>
          </ac:spMkLst>
        </pc:spChg>
        <pc:grpChg chg="mod">
          <ac:chgData name="김명호" userId="e0d603aa-548e-418b-a070-918475337925" providerId="ADAL" clId="{EB451184-BA9A-4A5C-9B3F-495ADF05D454}" dt="2023-09-25T04:23:09.288" v="25494" actId="1076"/>
          <ac:grpSpMkLst>
            <pc:docMk/>
            <pc:sldMk cId="2208764183" sldId="1198"/>
            <ac:grpSpMk id="13" creationId="{F8C714B5-EA28-3896-6BA1-14A20C86A26B}"/>
          </ac:grpSpMkLst>
        </pc:grpChg>
        <pc:graphicFrameChg chg="mod">
          <ac:chgData name="김명호" userId="e0d603aa-548e-418b-a070-918475337925" providerId="ADAL" clId="{EB451184-BA9A-4A5C-9B3F-495ADF05D454}" dt="2023-09-25T02:22:11.641" v="24628"/>
          <ac:graphicFrameMkLst>
            <pc:docMk/>
            <pc:sldMk cId="2208764183" sldId="1198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5T02:23:37.022" v="24635" actId="1076"/>
          <ac:cxnSpMkLst>
            <pc:docMk/>
            <pc:sldMk cId="2208764183" sldId="1198"/>
            <ac:cxnSpMk id="8" creationId="{44C2A8BD-6744-C297-1A66-347B206DA355}"/>
          </ac:cxnSpMkLst>
        </pc:cxnChg>
      </pc:sldChg>
      <pc:sldChg chg="addSp delSp modSp add mod ord">
        <pc:chgData name="김명호" userId="e0d603aa-548e-418b-a070-918475337925" providerId="ADAL" clId="{EB451184-BA9A-4A5C-9B3F-495ADF05D454}" dt="2023-09-25T04:08:14.906" v="25128" actId="478"/>
        <pc:sldMkLst>
          <pc:docMk/>
          <pc:sldMk cId="525485834" sldId="1199"/>
        </pc:sldMkLst>
        <pc:spChg chg="mod">
          <ac:chgData name="김명호" userId="e0d603aa-548e-418b-a070-918475337925" providerId="ADAL" clId="{EB451184-BA9A-4A5C-9B3F-495ADF05D454}" dt="2023-09-25T04:06:19.538" v="24782" actId="14100"/>
          <ac:spMkLst>
            <pc:docMk/>
            <pc:sldMk cId="525485834" sldId="1199"/>
            <ac:spMk id="4" creationId="{0F8DCCAF-214C-DADA-6D0F-B1A0FB58C8C7}"/>
          </ac:spMkLst>
        </pc:spChg>
        <pc:spChg chg="add mod">
          <ac:chgData name="김명호" userId="e0d603aa-548e-418b-a070-918475337925" providerId="ADAL" clId="{EB451184-BA9A-4A5C-9B3F-495ADF05D454}" dt="2023-09-25T04:05:15.277" v="24776"/>
          <ac:spMkLst>
            <pc:docMk/>
            <pc:sldMk cId="525485834" sldId="1199"/>
            <ac:spMk id="5" creationId="{60C05955-09DC-AAB2-8803-2B1310781AEA}"/>
          </ac:spMkLst>
        </pc:spChg>
        <pc:spChg chg="mod">
          <ac:chgData name="김명호" userId="e0d603aa-548e-418b-a070-918475337925" providerId="ADAL" clId="{EB451184-BA9A-4A5C-9B3F-495ADF05D454}" dt="2023-09-25T04:08:14.237" v="25127"/>
          <ac:spMkLst>
            <pc:docMk/>
            <pc:sldMk cId="525485834" sldId="1199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5T04:06:34.181" v="24795" actId="1036"/>
          <ac:spMkLst>
            <pc:docMk/>
            <pc:sldMk cId="525485834" sldId="1199"/>
            <ac:spMk id="9" creationId="{A3FEBFD4-1B52-1437-2345-ACF50875AC7A}"/>
          </ac:spMkLst>
        </pc:spChg>
        <pc:spChg chg="mod">
          <ac:chgData name="김명호" userId="e0d603aa-548e-418b-a070-918475337925" providerId="ADAL" clId="{EB451184-BA9A-4A5C-9B3F-495ADF05D454}" dt="2023-09-25T04:04:33.682" v="24775"/>
          <ac:spMkLst>
            <pc:docMk/>
            <pc:sldMk cId="525485834" sldId="1199"/>
            <ac:spMk id="17" creationId="{D1CE5DA1-8BD9-D81A-4BCF-2E4B490E6240}"/>
          </ac:spMkLst>
        </pc:spChg>
        <pc:grpChg chg="del mod">
          <ac:chgData name="김명호" userId="e0d603aa-548e-418b-a070-918475337925" providerId="ADAL" clId="{EB451184-BA9A-4A5C-9B3F-495ADF05D454}" dt="2023-09-25T04:08:14.906" v="25128" actId="478"/>
          <ac:grpSpMkLst>
            <pc:docMk/>
            <pc:sldMk cId="525485834" sldId="1199"/>
            <ac:grpSpMk id="13" creationId="{F8C714B5-EA28-3896-6BA1-14A20C86A26B}"/>
          </ac:grpSpMkLst>
        </pc:grpChg>
        <pc:graphicFrameChg chg="mod modGraphic">
          <ac:chgData name="김명호" userId="e0d603aa-548e-418b-a070-918475337925" providerId="ADAL" clId="{EB451184-BA9A-4A5C-9B3F-495ADF05D454}" dt="2023-09-25T04:06:52.250" v="24801" actId="20577"/>
          <ac:graphicFrameMkLst>
            <pc:docMk/>
            <pc:sldMk cId="525485834" sldId="1199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5T04:05:40.011" v="24779" actId="1076"/>
          <ac:cxnSpMkLst>
            <pc:docMk/>
            <pc:sldMk cId="525485834" sldId="1199"/>
            <ac:cxnSpMk id="8" creationId="{44C2A8BD-6744-C297-1A66-347B206DA355}"/>
          </ac:cxnSpMkLst>
        </pc:cxnChg>
        <pc:cxnChg chg="add mod">
          <ac:chgData name="김명호" userId="e0d603aa-548e-418b-a070-918475337925" providerId="ADAL" clId="{EB451184-BA9A-4A5C-9B3F-495ADF05D454}" dt="2023-09-25T04:06:34.181" v="24795" actId="1036"/>
          <ac:cxnSpMkLst>
            <pc:docMk/>
            <pc:sldMk cId="525485834" sldId="1199"/>
            <ac:cxnSpMk id="10" creationId="{2364D701-AC54-92CF-3175-EDD46DD88BBB}"/>
          </ac:cxnSpMkLst>
        </pc:cxnChg>
      </pc:sldChg>
      <pc:sldChg chg="modSp add mod">
        <pc:chgData name="김명호" userId="e0d603aa-548e-418b-a070-918475337925" providerId="ADAL" clId="{EB451184-BA9A-4A5C-9B3F-495ADF05D454}" dt="2023-09-26T04:21:25.619" v="27164" actId="20577"/>
        <pc:sldMkLst>
          <pc:docMk/>
          <pc:sldMk cId="2623743297" sldId="1200"/>
        </pc:sldMkLst>
        <pc:spChg chg="mod">
          <ac:chgData name="김명호" userId="e0d603aa-548e-418b-a070-918475337925" providerId="ADAL" clId="{EB451184-BA9A-4A5C-9B3F-495ADF05D454}" dt="2023-09-25T04:23:27.180" v="25575"/>
          <ac:spMkLst>
            <pc:docMk/>
            <pc:sldMk cId="2623743297" sldId="1200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5T04:24:56.397" v="25833"/>
          <ac:spMkLst>
            <pc:docMk/>
            <pc:sldMk cId="2623743297" sldId="1200"/>
            <ac:spMk id="17" creationId="{D1CE5DA1-8BD9-D81A-4BCF-2E4B490E6240}"/>
          </ac:spMkLst>
        </pc:spChg>
        <pc:grpChg chg="mod">
          <ac:chgData name="김명호" userId="e0d603aa-548e-418b-a070-918475337925" providerId="ADAL" clId="{EB451184-BA9A-4A5C-9B3F-495ADF05D454}" dt="2023-09-25T04:23:29.601" v="25576" actId="1076"/>
          <ac:grpSpMkLst>
            <pc:docMk/>
            <pc:sldMk cId="2623743297" sldId="1200"/>
            <ac:grpSpMk id="13" creationId="{F8C714B5-EA28-3896-6BA1-14A20C86A26B}"/>
          </ac:grpSpMkLst>
        </pc:grpChg>
        <pc:graphicFrameChg chg="mod modGraphic">
          <ac:chgData name="김명호" userId="e0d603aa-548e-418b-a070-918475337925" providerId="ADAL" clId="{EB451184-BA9A-4A5C-9B3F-495ADF05D454}" dt="2023-09-26T04:21:25.619" v="27164" actId="20577"/>
          <ac:graphicFrameMkLst>
            <pc:docMk/>
            <pc:sldMk cId="2623743297" sldId="1200"/>
            <ac:graphicFrameMk id="3" creationId="{EB5E6BEF-7528-22F3-81D3-C88DBE43847E}"/>
          </ac:graphicFrameMkLst>
        </pc:graphicFrameChg>
      </pc:sldChg>
      <pc:sldChg chg="addSp delSp modSp add mod">
        <pc:chgData name="김명호" userId="e0d603aa-548e-418b-a070-918475337925" providerId="ADAL" clId="{EB451184-BA9A-4A5C-9B3F-495ADF05D454}" dt="2023-09-25T04:11:27.241" v="25184"/>
        <pc:sldMkLst>
          <pc:docMk/>
          <pc:sldMk cId="3519454422" sldId="1201"/>
        </pc:sldMkLst>
        <pc:spChg chg="del">
          <ac:chgData name="김명호" userId="e0d603aa-548e-418b-a070-918475337925" providerId="ADAL" clId="{EB451184-BA9A-4A5C-9B3F-495ADF05D454}" dt="2023-09-25T04:09:07.571" v="25130" actId="478"/>
          <ac:spMkLst>
            <pc:docMk/>
            <pc:sldMk cId="3519454422" sldId="1201"/>
            <ac:spMk id="4" creationId="{0F8DCCAF-214C-DADA-6D0F-B1A0FB58C8C7}"/>
          </ac:spMkLst>
        </pc:spChg>
        <pc:spChg chg="mod">
          <ac:chgData name="김명호" userId="e0d603aa-548e-418b-a070-918475337925" providerId="ADAL" clId="{EB451184-BA9A-4A5C-9B3F-495ADF05D454}" dt="2023-09-25T04:10:37.689" v="25180"/>
          <ac:spMkLst>
            <pc:docMk/>
            <pc:sldMk cId="3519454422" sldId="1201"/>
            <ac:spMk id="7" creationId="{0C81DD60-D84B-4D3C-8F3E-7D0E22E11300}"/>
          </ac:spMkLst>
        </pc:spChg>
        <pc:spChg chg="add del mod">
          <ac:chgData name="김명호" userId="e0d603aa-548e-418b-a070-918475337925" providerId="ADAL" clId="{EB451184-BA9A-4A5C-9B3F-495ADF05D454}" dt="2023-09-25T04:09:37.227" v="25142" actId="21"/>
          <ac:spMkLst>
            <pc:docMk/>
            <pc:sldMk cId="3519454422" sldId="1201"/>
            <ac:spMk id="9" creationId="{A3FEBFD4-1B52-1437-2345-ACF50875AC7A}"/>
          </ac:spMkLst>
        </pc:spChg>
        <pc:spChg chg="add mod">
          <ac:chgData name="김명호" userId="e0d603aa-548e-418b-a070-918475337925" providerId="ADAL" clId="{EB451184-BA9A-4A5C-9B3F-495ADF05D454}" dt="2023-09-25T04:09:40.697" v="25144" actId="1076"/>
          <ac:spMkLst>
            <pc:docMk/>
            <pc:sldMk cId="3519454422" sldId="1201"/>
            <ac:spMk id="11" creationId="{A0AE78EB-FB94-BE96-5275-10D5396D620D}"/>
          </ac:spMkLst>
        </pc:spChg>
        <pc:spChg chg="add mod">
          <ac:chgData name="김명호" userId="e0d603aa-548e-418b-a070-918475337925" providerId="ADAL" clId="{EB451184-BA9A-4A5C-9B3F-495ADF05D454}" dt="2023-09-25T04:09:59.007" v="25167" actId="14100"/>
          <ac:spMkLst>
            <pc:docMk/>
            <pc:sldMk cId="3519454422" sldId="1201"/>
            <ac:spMk id="13" creationId="{641D9DB0-3B21-0A90-C48C-9309F6F2F3E2}"/>
          </ac:spMkLst>
        </pc:spChg>
        <pc:spChg chg="mod">
          <ac:chgData name="김명호" userId="e0d603aa-548e-418b-a070-918475337925" providerId="ADAL" clId="{EB451184-BA9A-4A5C-9B3F-495ADF05D454}" dt="2023-09-25T04:10:40.628" v="25181"/>
          <ac:spMkLst>
            <pc:docMk/>
            <pc:sldMk cId="3519454422" sldId="1201"/>
            <ac:spMk id="21" creationId="{6F180525-2189-7EE5-9FFB-1FEA2E8F0F25}"/>
          </ac:spMkLst>
        </pc:spChg>
        <pc:spChg chg="mod">
          <ac:chgData name="김명호" userId="e0d603aa-548e-418b-a070-918475337925" providerId="ADAL" clId="{EB451184-BA9A-4A5C-9B3F-495ADF05D454}" dt="2023-09-25T04:11:27.241" v="25184"/>
          <ac:spMkLst>
            <pc:docMk/>
            <pc:sldMk cId="3519454422" sldId="1201"/>
            <ac:spMk id="22" creationId="{DD004A41-592A-8C52-A316-F4E0511E2CC7}"/>
          </ac:spMkLst>
        </pc:spChg>
        <pc:grpChg chg="add mod">
          <ac:chgData name="김명호" userId="e0d603aa-548e-418b-a070-918475337925" providerId="ADAL" clId="{EB451184-BA9A-4A5C-9B3F-495ADF05D454}" dt="2023-09-25T04:10:40.628" v="25181"/>
          <ac:grpSpMkLst>
            <pc:docMk/>
            <pc:sldMk cId="3519454422" sldId="1201"/>
            <ac:grpSpMk id="20" creationId="{3C8C1686-476B-1096-5A0B-D24E385EF336}"/>
          </ac:grpSpMkLst>
        </pc:grpChg>
        <pc:graphicFrameChg chg="mod">
          <ac:chgData name="김명호" userId="e0d603aa-548e-418b-a070-918475337925" providerId="ADAL" clId="{EB451184-BA9A-4A5C-9B3F-495ADF05D454}" dt="2023-09-25T04:10:28.145" v="25179"/>
          <ac:graphicFrameMkLst>
            <pc:docMk/>
            <pc:sldMk cId="3519454422" sldId="1201"/>
            <ac:graphicFrameMk id="3" creationId="{EB5E6BEF-7528-22F3-81D3-C88DBE43847E}"/>
          </ac:graphicFrameMkLst>
        </pc:graphicFrameChg>
        <pc:picChg chg="mod">
          <ac:chgData name="김명호" userId="e0d603aa-548e-418b-a070-918475337925" providerId="ADAL" clId="{EB451184-BA9A-4A5C-9B3F-495ADF05D454}" dt="2023-09-25T04:09:26.537" v="25132" actId="1076"/>
          <ac:picMkLst>
            <pc:docMk/>
            <pc:sldMk cId="3519454422" sldId="1201"/>
            <ac:picMk id="6" creationId="{27DE41AF-17AF-8F7D-4829-9FB658665565}"/>
          </ac:picMkLst>
        </pc:picChg>
        <pc:cxnChg chg="del">
          <ac:chgData name="김명호" userId="e0d603aa-548e-418b-a070-918475337925" providerId="ADAL" clId="{EB451184-BA9A-4A5C-9B3F-495ADF05D454}" dt="2023-09-25T04:09:07.571" v="25130" actId="478"/>
          <ac:cxnSpMkLst>
            <pc:docMk/>
            <pc:sldMk cId="3519454422" sldId="1201"/>
            <ac:cxnSpMk id="8" creationId="{44C2A8BD-6744-C297-1A66-347B206DA355}"/>
          </ac:cxnSpMkLst>
        </pc:cxnChg>
        <pc:cxnChg chg="add del mod">
          <ac:chgData name="김명호" userId="e0d603aa-548e-418b-a070-918475337925" providerId="ADAL" clId="{EB451184-BA9A-4A5C-9B3F-495ADF05D454}" dt="2023-09-25T04:10:06.969" v="25171" actId="478"/>
          <ac:cxnSpMkLst>
            <pc:docMk/>
            <pc:sldMk cId="3519454422" sldId="1201"/>
            <ac:cxnSpMk id="10" creationId="{2364D701-AC54-92CF-3175-EDD46DD88BBB}"/>
          </ac:cxnSpMkLst>
        </pc:cxnChg>
        <pc:cxnChg chg="add del mod">
          <ac:chgData name="김명호" userId="e0d603aa-548e-418b-a070-918475337925" providerId="ADAL" clId="{EB451184-BA9A-4A5C-9B3F-495ADF05D454}" dt="2023-09-25T04:10:06.969" v="25171" actId="478"/>
          <ac:cxnSpMkLst>
            <pc:docMk/>
            <pc:sldMk cId="3519454422" sldId="1201"/>
            <ac:cxnSpMk id="12" creationId="{EAFCBD0C-CF65-E3E3-0EEA-328852BB0D09}"/>
          </ac:cxnSpMkLst>
        </pc:cxnChg>
        <pc:cxnChg chg="add del mod">
          <ac:chgData name="김명호" userId="e0d603aa-548e-418b-a070-918475337925" providerId="ADAL" clId="{EB451184-BA9A-4A5C-9B3F-495ADF05D454}" dt="2023-09-25T04:10:08.327" v="25172" actId="478"/>
          <ac:cxnSpMkLst>
            <pc:docMk/>
            <pc:sldMk cId="3519454422" sldId="1201"/>
            <ac:cxnSpMk id="14" creationId="{17A44177-A3B0-0133-00AB-988169C245AD}"/>
          </ac:cxnSpMkLst>
        </pc:cxnChg>
        <pc:cxnChg chg="add mod">
          <ac:chgData name="김명호" userId="e0d603aa-548e-418b-a070-918475337925" providerId="ADAL" clId="{EB451184-BA9A-4A5C-9B3F-495ADF05D454}" dt="2023-09-25T04:10:13.513" v="25174" actId="1076"/>
          <ac:cxnSpMkLst>
            <pc:docMk/>
            <pc:sldMk cId="3519454422" sldId="1201"/>
            <ac:cxnSpMk id="17" creationId="{DD5C2C59-CDF9-5F2C-F5F5-B5A79B49CACE}"/>
          </ac:cxnSpMkLst>
        </pc:cxnChg>
        <pc:cxnChg chg="add mod">
          <ac:chgData name="김명호" userId="e0d603aa-548e-418b-a070-918475337925" providerId="ADAL" clId="{EB451184-BA9A-4A5C-9B3F-495ADF05D454}" dt="2023-09-25T04:10:16.865" v="25176" actId="1076"/>
          <ac:cxnSpMkLst>
            <pc:docMk/>
            <pc:sldMk cId="3519454422" sldId="1201"/>
            <ac:cxnSpMk id="18" creationId="{31AD01E2-D497-D630-089C-3867861A7F8C}"/>
          </ac:cxnSpMkLst>
        </pc:cxnChg>
        <pc:cxnChg chg="add mod">
          <ac:chgData name="김명호" userId="e0d603aa-548e-418b-a070-918475337925" providerId="ADAL" clId="{EB451184-BA9A-4A5C-9B3F-495ADF05D454}" dt="2023-09-25T04:10:20.161" v="25178" actId="1076"/>
          <ac:cxnSpMkLst>
            <pc:docMk/>
            <pc:sldMk cId="3519454422" sldId="1201"/>
            <ac:cxnSpMk id="19" creationId="{DF0EAF28-699B-32EF-D850-0C1F8C33153C}"/>
          </ac:cxnSpMkLst>
        </pc:cxnChg>
      </pc:sldChg>
      <pc:sldChg chg="add del">
        <pc:chgData name="김명호" userId="e0d603aa-548e-418b-a070-918475337925" providerId="ADAL" clId="{EB451184-BA9A-4A5C-9B3F-495ADF05D454}" dt="2023-09-25T04:13:13.555" v="25186" actId="47"/>
        <pc:sldMkLst>
          <pc:docMk/>
          <pc:sldMk cId="748719072" sldId="1202"/>
        </pc:sldMkLst>
      </pc:sldChg>
      <pc:sldChg chg="addSp delSp modSp add mod">
        <pc:chgData name="김명호" userId="e0d603aa-548e-418b-a070-918475337925" providerId="ADAL" clId="{EB451184-BA9A-4A5C-9B3F-495ADF05D454}" dt="2023-09-25T04:17:05.902" v="25451" actId="478"/>
        <pc:sldMkLst>
          <pc:docMk/>
          <pc:sldMk cId="4167480621" sldId="1202"/>
        </pc:sldMkLst>
        <pc:spChg chg="del">
          <ac:chgData name="김명호" userId="e0d603aa-548e-418b-a070-918475337925" providerId="ADAL" clId="{EB451184-BA9A-4A5C-9B3F-495ADF05D454}" dt="2023-09-25T04:17:05.902" v="25451" actId="478"/>
          <ac:spMkLst>
            <pc:docMk/>
            <pc:sldMk cId="4167480621" sldId="1202"/>
            <ac:spMk id="5" creationId="{60C05955-09DC-AAB2-8803-2B1310781AEA}"/>
          </ac:spMkLst>
        </pc:spChg>
        <pc:spChg chg="mod">
          <ac:chgData name="김명호" userId="e0d603aa-548e-418b-a070-918475337925" providerId="ADAL" clId="{EB451184-BA9A-4A5C-9B3F-495ADF05D454}" dt="2023-09-25T04:16:58.595" v="25450"/>
          <ac:spMkLst>
            <pc:docMk/>
            <pc:sldMk cId="4167480621" sldId="1202"/>
            <ac:spMk id="7" creationId="{0C81DD60-D84B-4D3C-8F3E-7D0E22E11300}"/>
          </ac:spMkLst>
        </pc:spChg>
        <pc:spChg chg="del">
          <ac:chgData name="김명호" userId="e0d603aa-548e-418b-a070-918475337925" providerId="ADAL" clId="{EB451184-BA9A-4A5C-9B3F-495ADF05D454}" dt="2023-09-25T04:14:09.938" v="25197" actId="478"/>
          <ac:spMkLst>
            <pc:docMk/>
            <pc:sldMk cId="4167480621" sldId="1202"/>
            <ac:spMk id="9" creationId="{A3FEBFD4-1B52-1437-2345-ACF50875AC7A}"/>
          </ac:spMkLst>
        </pc:spChg>
        <pc:spChg chg="mod">
          <ac:chgData name="김명호" userId="e0d603aa-548e-418b-a070-918475337925" providerId="ADAL" clId="{EB451184-BA9A-4A5C-9B3F-495ADF05D454}" dt="2023-09-25T04:14:14.734" v="25198" actId="1076"/>
          <ac:spMkLst>
            <pc:docMk/>
            <pc:sldMk cId="4167480621" sldId="1202"/>
            <ac:spMk id="11" creationId="{A0AE78EB-FB94-BE96-5275-10D5396D620D}"/>
          </ac:spMkLst>
        </pc:spChg>
        <pc:spChg chg="del">
          <ac:chgData name="김명호" userId="e0d603aa-548e-418b-a070-918475337925" providerId="ADAL" clId="{EB451184-BA9A-4A5C-9B3F-495ADF05D454}" dt="2023-09-25T04:14:07.310" v="25196" actId="478"/>
          <ac:spMkLst>
            <pc:docMk/>
            <pc:sldMk cId="4167480621" sldId="1202"/>
            <ac:spMk id="13" creationId="{641D9DB0-3B21-0A90-C48C-9309F6F2F3E2}"/>
          </ac:spMkLst>
        </pc:spChg>
        <pc:spChg chg="mod">
          <ac:chgData name="김명호" userId="e0d603aa-548e-418b-a070-918475337925" providerId="ADAL" clId="{EB451184-BA9A-4A5C-9B3F-495ADF05D454}" dt="2023-09-25T04:16:19.816" v="25344" actId="20577"/>
          <ac:spMkLst>
            <pc:docMk/>
            <pc:sldMk cId="4167480621" sldId="1202"/>
            <ac:spMk id="22" creationId="{DD004A41-592A-8C52-A316-F4E0511E2CC7}"/>
          </ac:spMkLst>
        </pc:spChg>
        <pc:graphicFrameChg chg="mod modGraphic">
          <ac:chgData name="김명호" userId="e0d603aa-548e-418b-a070-918475337925" providerId="ADAL" clId="{EB451184-BA9A-4A5C-9B3F-495ADF05D454}" dt="2023-09-25T04:15:34.496" v="25207" actId="20577"/>
          <ac:graphicFrameMkLst>
            <pc:docMk/>
            <pc:sldMk cId="4167480621" sldId="1202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5T04:13:53.854" v="25192" actId="478"/>
          <ac:picMkLst>
            <pc:docMk/>
            <pc:sldMk cId="4167480621" sldId="1202"/>
            <ac:picMk id="6" creationId="{27DE41AF-17AF-8F7D-4829-9FB658665565}"/>
          </ac:picMkLst>
        </pc:picChg>
        <pc:picChg chg="add mod ord modCrop">
          <ac:chgData name="김명호" userId="e0d603aa-548e-418b-a070-918475337925" providerId="ADAL" clId="{EB451184-BA9A-4A5C-9B3F-495ADF05D454}" dt="2023-09-25T04:14:04.976" v="25195" actId="167"/>
          <ac:picMkLst>
            <pc:docMk/>
            <pc:sldMk cId="4167480621" sldId="1202"/>
            <ac:picMk id="8" creationId="{5E8EFA02-D337-38AC-E9EE-BA1E5EB7C8C7}"/>
          </ac:picMkLst>
        </pc:picChg>
        <pc:cxnChg chg="del">
          <ac:chgData name="김명호" userId="e0d603aa-548e-418b-a070-918475337925" providerId="ADAL" clId="{EB451184-BA9A-4A5C-9B3F-495ADF05D454}" dt="2023-09-25T04:14:09.938" v="25197" actId="478"/>
          <ac:cxnSpMkLst>
            <pc:docMk/>
            <pc:sldMk cId="4167480621" sldId="1202"/>
            <ac:cxnSpMk id="17" creationId="{DD5C2C59-CDF9-5F2C-F5F5-B5A79B49CACE}"/>
          </ac:cxnSpMkLst>
        </pc:cxnChg>
        <pc:cxnChg chg="mod">
          <ac:chgData name="김명호" userId="e0d603aa-548e-418b-a070-918475337925" providerId="ADAL" clId="{EB451184-BA9A-4A5C-9B3F-495ADF05D454}" dt="2023-09-25T04:14:14.734" v="25198" actId="1076"/>
          <ac:cxnSpMkLst>
            <pc:docMk/>
            <pc:sldMk cId="4167480621" sldId="1202"/>
            <ac:cxnSpMk id="18" creationId="{31AD01E2-D497-D630-089C-3867861A7F8C}"/>
          </ac:cxnSpMkLst>
        </pc:cxnChg>
        <pc:cxnChg chg="del">
          <ac:chgData name="김명호" userId="e0d603aa-548e-418b-a070-918475337925" providerId="ADAL" clId="{EB451184-BA9A-4A5C-9B3F-495ADF05D454}" dt="2023-09-25T04:14:07.310" v="25196" actId="478"/>
          <ac:cxnSpMkLst>
            <pc:docMk/>
            <pc:sldMk cId="4167480621" sldId="1202"/>
            <ac:cxnSpMk id="19" creationId="{DF0EAF28-699B-32EF-D850-0C1F8C33153C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5T04:54:01.349" v="26101" actId="20577"/>
        <pc:sldMkLst>
          <pc:docMk/>
          <pc:sldMk cId="2746945390" sldId="1203"/>
        </pc:sldMkLst>
        <pc:spChg chg="add del">
          <ac:chgData name="김명호" userId="e0d603aa-548e-418b-a070-918475337925" providerId="ADAL" clId="{EB451184-BA9A-4A5C-9B3F-495ADF05D454}" dt="2023-09-25T04:53:59.412" v="26100" actId="478"/>
          <ac:spMkLst>
            <pc:docMk/>
            <pc:sldMk cId="2746945390" sldId="1203"/>
            <ac:spMk id="5" creationId="{60C05955-09DC-AAB2-8803-2B1310781AEA}"/>
          </ac:spMkLst>
        </pc:spChg>
        <pc:spChg chg="mod">
          <ac:chgData name="김명호" userId="e0d603aa-548e-418b-a070-918475337925" providerId="ADAL" clId="{EB451184-BA9A-4A5C-9B3F-495ADF05D454}" dt="2023-09-25T04:20:15.657" v="25472"/>
          <ac:spMkLst>
            <pc:docMk/>
            <pc:sldMk cId="2746945390" sldId="1203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5T04:20:35.667" v="25478" actId="20577"/>
          <ac:spMkLst>
            <pc:docMk/>
            <pc:sldMk cId="2746945390" sldId="1203"/>
            <ac:spMk id="8" creationId="{B79FA2D8-7B88-7140-39C9-71A55C372C94}"/>
          </ac:spMkLst>
        </pc:spChg>
        <pc:spChg chg="del">
          <ac:chgData name="김명호" userId="e0d603aa-548e-418b-a070-918475337925" providerId="ADAL" clId="{EB451184-BA9A-4A5C-9B3F-495ADF05D454}" dt="2023-09-25T04:18:24.764" v="25454" actId="478"/>
          <ac:spMkLst>
            <pc:docMk/>
            <pc:sldMk cId="2746945390" sldId="1203"/>
            <ac:spMk id="9" creationId="{A3FEBFD4-1B52-1437-2345-ACF50875AC7A}"/>
          </ac:spMkLst>
        </pc:spChg>
        <pc:spChg chg="mod">
          <ac:chgData name="김명호" userId="e0d603aa-548e-418b-a070-918475337925" providerId="ADAL" clId="{EB451184-BA9A-4A5C-9B3F-495ADF05D454}" dt="2023-09-25T04:20:52.317" v="25491"/>
          <ac:spMkLst>
            <pc:docMk/>
            <pc:sldMk cId="2746945390" sldId="1203"/>
            <ac:spMk id="10" creationId="{F02FDE70-4900-ABCF-B3F6-A53DC40719BF}"/>
          </ac:spMkLst>
        </pc:spChg>
        <pc:spChg chg="mod">
          <ac:chgData name="김명호" userId="e0d603aa-548e-418b-a070-918475337925" providerId="ADAL" clId="{EB451184-BA9A-4A5C-9B3F-495ADF05D454}" dt="2023-09-25T04:18:37.004" v="25470" actId="1035"/>
          <ac:spMkLst>
            <pc:docMk/>
            <pc:sldMk cId="2746945390" sldId="1203"/>
            <ac:spMk id="11" creationId="{A0AE78EB-FB94-BE96-5275-10D5396D620D}"/>
          </ac:spMkLst>
        </pc:spChg>
        <pc:spChg chg="del">
          <ac:chgData name="김명호" userId="e0d603aa-548e-418b-a070-918475337925" providerId="ADAL" clId="{EB451184-BA9A-4A5C-9B3F-495ADF05D454}" dt="2023-09-25T04:18:23.377" v="25453" actId="478"/>
          <ac:spMkLst>
            <pc:docMk/>
            <pc:sldMk cId="2746945390" sldId="1203"/>
            <ac:spMk id="13" creationId="{641D9DB0-3B21-0A90-C48C-9309F6F2F3E2}"/>
          </ac:spMkLst>
        </pc:spChg>
        <pc:spChg chg="mod">
          <ac:chgData name="김명호" userId="e0d603aa-548e-418b-a070-918475337925" providerId="ADAL" clId="{EB451184-BA9A-4A5C-9B3F-495ADF05D454}" dt="2023-09-25T04:20:22.059" v="25474"/>
          <ac:spMkLst>
            <pc:docMk/>
            <pc:sldMk cId="2746945390" sldId="1203"/>
            <ac:spMk id="14" creationId="{3E98F2A9-7534-B175-D23A-F4323024E646}"/>
          </ac:spMkLst>
        </pc:spChg>
        <pc:spChg chg="mod">
          <ac:chgData name="김명호" userId="e0d603aa-548e-418b-a070-918475337925" providerId="ADAL" clId="{EB451184-BA9A-4A5C-9B3F-495ADF05D454}" dt="2023-09-25T04:20:22.059" v="25474"/>
          <ac:spMkLst>
            <pc:docMk/>
            <pc:sldMk cId="2746945390" sldId="1203"/>
            <ac:spMk id="15" creationId="{110B8F5A-E5F5-B190-1B50-4F6BE2B50317}"/>
          </ac:spMkLst>
        </pc:spChg>
        <pc:grpChg chg="add mod">
          <ac:chgData name="김명호" userId="e0d603aa-548e-418b-a070-918475337925" providerId="ADAL" clId="{EB451184-BA9A-4A5C-9B3F-495ADF05D454}" dt="2023-09-25T04:20:34.373" v="25477" actId="1076"/>
          <ac:grpSpMkLst>
            <pc:docMk/>
            <pc:sldMk cId="2746945390" sldId="1203"/>
            <ac:grpSpMk id="4" creationId="{A0D4624B-679C-C2E3-E962-26E23ECAA1C7}"/>
          </ac:grpSpMkLst>
        </pc:grpChg>
        <pc:grpChg chg="add del mod">
          <ac:chgData name="김명호" userId="e0d603aa-548e-418b-a070-918475337925" providerId="ADAL" clId="{EB451184-BA9A-4A5C-9B3F-495ADF05D454}" dt="2023-09-25T04:20:25.613" v="25475" actId="478"/>
          <ac:grpSpMkLst>
            <pc:docMk/>
            <pc:sldMk cId="2746945390" sldId="1203"/>
            <ac:grpSpMk id="12" creationId="{A62713E0-A89E-729D-541E-8CD6A58E9B45}"/>
          </ac:grpSpMkLst>
        </pc:grpChg>
        <pc:grpChg chg="del mod">
          <ac:chgData name="김명호" userId="e0d603aa-548e-418b-a070-918475337925" providerId="ADAL" clId="{EB451184-BA9A-4A5C-9B3F-495ADF05D454}" dt="2023-09-25T04:20:21.781" v="25473" actId="478"/>
          <ac:grpSpMkLst>
            <pc:docMk/>
            <pc:sldMk cId="2746945390" sldId="1203"/>
            <ac:grpSpMk id="20" creationId="{3C8C1686-476B-1096-5A0B-D24E385EF336}"/>
          </ac:grpSpMkLst>
        </pc:grpChg>
        <pc:graphicFrameChg chg="mod modGraphic">
          <ac:chgData name="김명호" userId="e0d603aa-548e-418b-a070-918475337925" providerId="ADAL" clId="{EB451184-BA9A-4A5C-9B3F-495ADF05D454}" dt="2023-09-25T04:54:01.349" v="26101" actId="20577"/>
          <ac:graphicFrameMkLst>
            <pc:docMk/>
            <pc:sldMk cId="2746945390" sldId="1203"/>
            <ac:graphicFrameMk id="3" creationId="{EB5E6BEF-7528-22F3-81D3-C88DBE43847E}"/>
          </ac:graphicFrameMkLst>
        </pc:graphicFrameChg>
        <pc:cxnChg chg="del">
          <ac:chgData name="김명호" userId="e0d603aa-548e-418b-a070-918475337925" providerId="ADAL" clId="{EB451184-BA9A-4A5C-9B3F-495ADF05D454}" dt="2023-09-25T04:18:24.764" v="25454" actId="478"/>
          <ac:cxnSpMkLst>
            <pc:docMk/>
            <pc:sldMk cId="2746945390" sldId="1203"/>
            <ac:cxnSpMk id="17" creationId="{DD5C2C59-CDF9-5F2C-F5F5-B5A79B49CACE}"/>
          </ac:cxnSpMkLst>
        </pc:cxnChg>
        <pc:cxnChg chg="mod">
          <ac:chgData name="김명호" userId="e0d603aa-548e-418b-a070-918475337925" providerId="ADAL" clId="{EB451184-BA9A-4A5C-9B3F-495ADF05D454}" dt="2023-09-25T04:18:37.004" v="25470" actId="1035"/>
          <ac:cxnSpMkLst>
            <pc:docMk/>
            <pc:sldMk cId="2746945390" sldId="1203"/>
            <ac:cxnSpMk id="18" creationId="{31AD01E2-D497-D630-089C-3867861A7F8C}"/>
          </ac:cxnSpMkLst>
        </pc:cxnChg>
        <pc:cxnChg chg="del">
          <ac:chgData name="김명호" userId="e0d603aa-548e-418b-a070-918475337925" providerId="ADAL" clId="{EB451184-BA9A-4A5C-9B3F-495ADF05D454}" dt="2023-09-25T04:18:23.377" v="25453" actId="478"/>
          <ac:cxnSpMkLst>
            <pc:docMk/>
            <pc:sldMk cId="2746945390" sldId="1203"/>
            <ac:cxnSpMk id="19" creationId="{DF0EAF28-699B-32EF-D850-0C1F8C33153C}"/>
          </ac:cxnSpMkLst>
        </pc:cxnChg>
      </pc:sldChg>
      <pc:sldChg chg="addSp delSp modSp add mod ord">
        <pc:chgData name="김명호" userId="e0d603aa-548e-418b-a070-918475337925" providerId="ADAL" clId="{EB451184-BA9A-4A5C-9B3F-495ADF05D454}" dt="2023-09-25T04:53:18.083" v="26089" actId="13926"/>
        <pc:sldMkLst>
          <pc:docMk/>
          <pc:sldMk cId="1214191695" sldId="1204"/>
        </pc:sldMkLst>
        <pc:spChg chg="del">
          <ac:chgData name="김명호" userId="e0d603aa-548e-418b-a070-918475337925" providerId="ADAL" clId="{EB451184-BA9A-4A5C-9B3F-495ADF05D454}" dt="2023-09-25T04:53:01.704" v="26011" actId="478"/>
          <ac:spMkLst>
            <pc:docMk/>
            <pc:sldMk cId="1214191695" sldId="1204"/>
            <ac:spMk id="5" creationId="{5C92D40A-D02B-45BD-F5AD-61C5AF56286D}"/>
          </ac:spMkLst>
        </pc:spChg>
        <pc:spChg chg="mod">
          <ac:chgData name="김명호" userId="e0d603aa-548e-418b-a070-918475337925" providerId="ADAL" clId="{EB451184-BA9A-4A5C-9B3F-495ADF05D454}" dt="2023-09-25T04:29:14.535" v="25903" actId="1035"/>
          <ac:spMkLst>
            <pc:docMk/>
            <pc:sldMk cId="1214191695" sldId="1204"/>
            <ac:spMk id="6" creationId="{9820E39C-22A4-45BC-009B-128B4AD90EC9}"/>
          </ac:spMkLst>
        </pc:spChg>
        <pc:spChg chg="mod">
          <ac:chgData name="김명호" userId="e0d603aa-548e-418b-a070-918475337925" providerId="ADAL" clId="{EB451184-BA9A-4A5C-9B3F-495ADF05D454}" dt="2023-09-25T04:53:18.083" v="26089" actId="13926"/>
          <ac:spMkLst>
            <pc:docMk/>
            <pc:sldMk cId="1214191695" sldId="1204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5T04:31:11.236" v="26008"/>
          <ac:spMkLst>
            <pc:docMk/>
            <pc:sldMk cId="1214191695" sldId="1204"/>
            <ac:spMk id="16" creationId="{A731A857-24B2-2908-C90B-18597AC4A1EC}"/>
          </ac:spMkLst>
        </pc:spChg>
        <pc:picChg chg="del">
          <ac:chgData name="김명호" userId="e0d603aa-548e-418b-a070-918475337925" providerId="ADAL" clId="{EB451184-BA9A-4A5C-9B3F-495ADF05D454}" dt="2023-09-25T04:28:33.943" v="25837" actId="478"/>
          <ac:picMkLst>
            <pc:docMk/>
            <pc:sldMk cId="1214191695" sldId="1204"/>
            <ac:picMk id="4" creationId="{15E98B5F-2F29-819A-2C2C-BE38884EB12D}"/>
          </ac:picMkLst>
        </pc:picChg>
        <pc:picChg chg="add mod ord modCrop">
          <ac:chgData name="김명호" userId="e0d603aa-548e-418b-a070-918475337925" providerId="ADAL" clId="{EB451184-BA9A-4A5C-9B3F-495ADF05D454}" dt="2023-09-25T04:28:58.474" v="25847" actId="167"/>
          <ac:picMkLst>
            <pc:docMk/>
            <pc:sldMk cId="1214191695" sldId="1204"/>
            <ac:picMk id="9" creationId="{256908B8-C7F0-1580-E96D-F6D9D030AF19}"/>
          </ac:picMkLst>
        </pc:picChg>
        <pc:cxnChg chg="mod">
          <ac:chgData name="김명호" userId="e0d603aa-548e-418b-a070-918475337925" providerId="ADAL" clId="{EB451184-BA9A-4A5C-9B3F-495ADF05D454}" dt="2023-09-25T04:29:14.535" v="25903" actId="1035"/>
          <ac:cxnSpMkLst>
            <pc:docMk/>
            <pc:sldMk cId="1214191695" sldId="1204"/>
            <ac:cxnSpMk id="13" creationId="{6D0B0D3F-C5A6-B416-5251-1DC38FAD21E6}"/>
          </ac:cxnSpMkLst>
        </pc:cxnChg>
      </pc:sldChg>
      <pc:sldChg chg="add del">
        <pc:chgData name="김명호" userId="e0d603aa-548e-418b-a070-918475337925" providerId="ADAL" clId="{EB451184-BA9A-4A5C-9B3F-495ADF05D454}" dt="2023-09-25T04:23:03.779" v="25493" actId="47"/>
        <pc:sldMkLst>
          <pc:docMk/>
          <pc:sldMk cId="2600749639" sldId="1204"/>
        </pc:sldMkLst>
      </pc:sldChg>
      <pc:sldChg chg="addSp delSp modSp add mod">
        <pc:chgData name="김명호" userId="e0d603aa-548e-418b-a070-918475337925" providerId="ADAL" clId="{EB451184-BA9A-4A5C-9B3F-495ADF05D454}" dt="2023-09-25T04:55:58.353" v="26216" actId="20577"/>
        <pc:sldMkLst>
          <pc:docMk/>
          <pc:sldMk cId="961694256" sldId="1205"/>
        </pc:sldMkLst>
        <pc:spChg chg="del">
          <ac:chgData name="김명호" userId="e0d603aa-548e-418b-a070-918475337925" providerId="ADAL" clId="{EB451184-BA9A-4A5C-9B3F-495ADF05D454}" dt="2023-09-25T04:54:05.949" v="26103" actId="478"/>
          <ac:spMkLst>
            <pc:docMk/>
            <pc:sldMk cId="961694256" sldId="1205"/>
            <ac:spMk id="5" creationId="{60C05955-09DC-AAB2-8803-2B1310781AEA}"/>
          </ac:spMkLst>
        </pc:spChg>
        <pc:spChg chg="mod">
          <ac:chgData name="김명호" userId="e0d603aa-548e-418b-a070-918475337925" providerId="ADAL" clId="{EB451184-BA9A-4A5C-9B3F-495ADF05D454}" dt="2023-09-25T04:55:42.952" v="26169"/>
          <ac:spMkLst>
            <pc:docMk/>
            <pc:sldMk cId="961694256" sldId="1205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5T04:55:58.353" v="26216" actId="20577"/>
          <ac:spMkLst>
            <pc:docMk/>
            <pc:sldMk cId="961694256" sldId="1205"/>
            <ac:spMk id="10" creationId="{F02FDE70-4900-ABCF-B3F6-A53DC40719BF}"/>
          </ac:spMkLst>
        </pc:spChg>
        <pc:spChg chg="mod">
          <ac:chgData name="김명호" userId="e0d603aa-548e-418b-a070-918475337925" providerId="ADAL" clId="{EB451184-BA9A-4A5C-9B3F-495ADF05D454}" dt="2023-09-25T04:55:13.328" v="26166" actId="14100"/>
          <ac:spMkLst>
            <pc:docMk/>
            <pc:sldMk cId="961694256" sldId="1205"/>
            <ac:spMk id="11" creationId="{A0AE78EB-FB94-BE96-5275-10D5396D620D}"/>
          </ac:spMkLst>
        </pc:spChg>
        <pc:grpChg chg="mod">
          <ac:chgData name="김명호" userId="e0d603aa-548e-418b-a070-918475337925" providerId="ADAL" clId="{EB451184-BA9A-4A5C-9B3F-495ADF05D454}" dt="2023-09-25T04:55:45.978" v="26170" actId="1076"/>
          <ac:grpSpMkLst>
            <pc:docMk/>
            <pc:sldMk cId="961694256" sldId="1205"/>
            <ac:grpSpMk id="4" creationId="{A0D4624B-679C-C2E3-E962-26E23ECAA1C7}"/>
          </ac:grpSpMkLst>
        </pc:grpChg>
        <pc:graphicFrameChg chg="mod modGraphic">
          <ac:chgData name="김명호" userId="e0d603aa-548e-418b-a070-918475337925" providerId="ADAL" clId="{EB451184-BA9A-4A5C-9B3F-495ADF05D454}" dt="2023-09-25T04:55:25.313" v="26168" actId="20577"/>
          <ac:graphicFrameMkLst>
            <pc:docMk/>
            <pc:sldMk cId="961694256" sldId="1205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5T04:54:48.289" v="26126" actId="478"/>
          <ac:picMkLst>
            <pc:docMk/>
            <pc:sldMk cId="961694256" sldId="1205"/>
            <ac:picMk id="6" creationId="{27DE41AF-17AF-8F7D-4829-9FB658665565}"/>
          </ac:picMkLst>
        </pc:picChg>
        <pc:picChg chg="add mod ord modCrop">
          <ac:chgData name="김명호" userId="e0d603aa-548e-418b-a070-918475337925" providerId="ADAL" clId="{EB451184-BA9A-4A5C-9B3F-495ADF05D454}" dt="2023-09-25T04:54:57.063" v="26130" actId="167"/>
          <ac:picMkLst>
            <pc:docMk/>
            <pc:sldMk cId="961694256" sldId="1205"/>
            <ac:picMk id="12" creationId="{4BC7F905-4193-D10F-6C6E-5F23E9C91079}"/>
          </ac:picMkLst>
        </pc:picChg>
        <pc:cxnChg chg="mod">
          <ac:chgData name="김명호" userId="e0d603aa-548e-418b-a070-918475337925" providerId="ADAL" clId="{EB451184-BA9A-4A5C-9B3F-495ADF05D454}" dt="2023-09-25T04:55:06.729" v="26136" actId="1035"/>
          <ac:cxnSpMkLst>
            <pc:docMk/>
            <pc:sldMk cId="961694256" sldId="1205"/>
            <ac:cxnSpMk id="18" creationId="{31AD01E2-D497-D630-089C-3867861A7F8C}"/>
          </ac:cxnSpMkLst>
        </pc:cxnChg>
      </pc:sldChg>
      <pc:sldChg chg="modSp add mod">
        <pc:chgData name="김명호" userId="e0d603aa-548e-418b-a070-918475337925" providerId="ADAL" clId="{EB451184-BA9A-4A5C-9B3F-495ADF05D454}" dt="2023-09-25T05:06:45.151" v="26276"/>
        <pc:sldMkLst>
          <pc:docMk/>
          <pc:sldMk cId="1334758684" sldId="1206"/>
        </pc:sldMkLst>
        <pc:spChg chg="mod">
          <ac:chgData name="김명호" userId="e0d603aa-548e-418b-a070-918475337925" providerId="ADAL" clId="{EB451184-BA9A-4A5C-9B3F-495ADF05D454}" dt="2023-09-25T05:06:24.871" v="26218"/>
          <ac:spMkLst>
            <pc:docMk/>
            <pc:sldMk cId="1334758684" sldId="1206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5T05:06:45.151" v="26276"/>
          <ac:spMkLst>
            <pc:docMk/>
            <pc:sldMk cId="1334758684" sldId="1206"/>
            <ac:spMk id="10" creationId="{F02FDE70-4900-ABCF-B3F6-A53DC40719BF}"/>
          </ac:spMkLst>
        </pc:spChg>
        <pc:spChg chg="mod">
          <ac:chgData name="김명호" userId="e0d603aa-548e-418b-a070-918475337925" providerId="ADAL" clId="{EB451184-BA9A-4A5C-9B3F-495ADF05D454}" dt="2023-09-25T05:06:29.285" v="26219" actId="1076"/>
          <ac:spMkLst>
            <pc:docMk/>
            <pc:sldMk cId="1334758684" sldId="1206"/>
            <ac:spMk id="11" creationId="{A0AE78EB-FB94-BE96-5275-10D5396D620D}"/>
          </ac:spMkLst>
        </pc:spChg>
        <pc:cxnChg chg="mod">
          <ac:chgData name="김명호" userId="e0d603aa-548e-418b-a070-918475337925" providerId="ADAL" clId="{EB451184-BA9A-4A5C-9B3F-495ADF05D454}" dt="2023-09-25T05:06:29.285" v="26219" actId="1076"/>
          <ac:cxnSpMkLst>
            <pc:docMk/>
            <pc:sldMk cId="1334758684" sldId="1206"/>
            <ac:cxnSpMk id="18" creationId="{31AD01E2-D497-D630-089C-3867861A7F8C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5T23:55:08.715" v="26445"/>
        <pc:sldMkLst>
          <pc:docMk/>
          <pc:sldMk cId="3956060797" sldId="1207"/>
        </pc:sldMkLst>
        <pc:spChg chg="mod">
          <ac:chgData name="김명호" userId="e0d603aa-548e-418b-a070-918475337925" providerId="ADAL" clId="{EB451184-BA9A-4A5C-9B3F-495ADF05D454}" dt="2023-09-25T23:18:02.617" v="26296"/>
          <ac:spMkLst>
            <pc:docMk/>
            <pc:sldMk cId="3956060797" sldId="1207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5T23:54:43.420" v="26389" actId="1076"/>
          <ac:spMkLst>
            <pc:docMk/>
            <pc:sldMk cId="3956060797" sldId="1207"/>
            <ac:spMk id="9" creationId="{A72E2736-16FC-D280-9537-61B4A56BE126}"/>
          </ac:spMkLst>
        </pc:spChg>
        <pc:spChg chg="mod">
          <ac:chgData name="김명호" userId="e0d603aa-548e-418b-a070-918475337925" providerId="ADAL" clId="{EB451184-BA9A-4A5C-9B3F-495ADF05D454}" dt="2023-09-25T23:55:08.715" v="26445"/>
          <ac:spMkLst>
            <pc:docMk/>
            <pc:sldMk cId="3956060797" sldId="1207"/>
            <ac:spMk id="10" creationId="{F02FDE70-4900-ABCF-B3F6-A53DC40719BF}"/>
          </ac:spMkLst>
        </pc:spChg>
        <pc:spChg chg="mod">
          <ac:chgData name="김명호" userId="e0d603aa-548e-418b-a070-918475337925" providerId="ADAL" clId="{EB451184-BA9A-4A5C-9B3F-495ADF05D454}" dt="2023-09-25T23:17:50.421" v="26295" actId="1076"/>
          <ac:spMkLst>
            <pc:docMk/>
            <pc:sldMk cId="3956060797" sldId="1207"/>
            <ac:spMk id="11" creationId="{A0AE78EB-FB94-BE96-5275-10D5396D620D}"/>
          </ac:spMkLst>
        </pc:spChg>
        <pc:spChg chg="add mod">
          <ac:chgData name="김명호" userId="e0d603aa-548e-418b-a070-918475337925" providerId="ADAL" clId="{EB451184-BA9A-4A5C-9B3F-495ADF05D454}" dt="2023-09-25T23:54:46.675" v="26391" actId="1076"/>
          <ac:spMkLst>
            <pc:docMk/>
            <pc:sldMk cId="3956060797" sldId="1207"/>
            <ac:spMk id="14" creationId="{E15FCCDD-2C80-C147-1864-0F38DCC2E60A}"/>
          </ac:spMkLst>
        </pc:spChg>
        <pc:graphicFrameChg chg="mod modGraphic">
          <ac:chgData name="김명호" userId="e0d603aa-548e-418b-a070-918475337925" providerId="ADAL" clId="{EB451184-BA9A-4A5C-9B3F-495ADF05D454}" dt="2023-09-25T23:17:22.001" v="26286"/>
          <ac:graphicFrameMkLst>
            <pc:docMk/>
            <pc:sldMk cId="3956060797" sldId="1207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B451184-BA9A-4A5C-9B3F-495ADF05D454}" dt="2023-09-25T23:17:45.700" v="26294" actId="167"/>
          <ac:picMkLst>
            <pc:docMk/>
            <pc:sldMk cId="3956060797" sldId="1207"/>
            <ac:picMk id="6" creationId="{84BC7E77-E523-BD68-8CAA-C0C3BD7EAE3C}"/>
          </ac:picMkLst>
        </pc:picChg>
        <pc:picChg chg="del">
          <ac:chgData name="김명호" userId="e0d603aa-548e-418b-a070-918475337925" providerId="ADAL" clId="{EB451184-BA9A-4A5C-9B3F-495ADF05D454}" dt="2023-09-25T23:17:38.510" v="26291" actId="478"/>
          <ac:picMkLst>
            <pc:docMk/>
            <pc:sldMk cId="3956060797" sldId="1207"/>
            <ac:picMk id="12" creationId="{4BC7F905-4193-D10F-6C6E-5F23E9C91079}"/>
          </ac:picMkLst>
        </pc:picChg>
        <pc:cxnChg chg="add mod">
          <ac:chgData name="김명호" userId="e0d603aa-548e-418b-a070-918475337925" providerId="ADAL" clId="{EB451184-BA9A-4A5C-9B3F-495ADF05D454}" dt="2023-09-25T23:54:43.420" v="26389" actId="1076"/>
          <ac:cxnSpMkLst>
            <pc:docMk/>
            <pc:sldMk cId="3956060797" sldId="1207"/>
            <ac:cxnSpMk id="13" creationId="{BACAAB62-7DD6-BF5A-F1C7-2A2EDD02558A}"/>
          </ac:cxnSpMkLst>
        </pc:cxnChg>
        <pc:cxnChg chg="add mod">
          <ac:chgData name="김명호" userId="e0d603aa-548e-418b-a070-918475337925" providerId="ADAL" clId="{EB451184-BA9A-4A5C-9B3F-495ADF05D454}" dt="2023-09-25T23:54:46.675" v="26391" actId="1076"/>
          <ac:cxnSpMkLst>
            <pc:docMk/>
            <pc:sldMk cId="3956060797" sldId="1207"/>
            <ac:cxnSpMk id="15" creationId="{0686E51C-C83D-CBEF-2AC4-9A3A6177B9AF}"/>
          </ac:cxnSpMkLst>
        </pc:cxnChg>
        <pc:cxnChg chg="mod">
          <ac:chgData name="김명호" userId="e0d603aa-548e-418b-a070-918475337925" providerId="ADAL" clId="{EB451184-BA9A-4A5C-9B3F-495ADF05D454}" dt="2023-09-25T23:17:50.421" v="26295" actId="1076"/>
          <ac:cxnSpMkLst>
            <pc:docMk/>
            <pc:sldMk cId="3956060797" sldId="1207"/>
            <ac:cxnSpMk id="18" creationId="{31AD01E2-D497-D630-089C-3867861A7F8C}"/>
          </ac:cxnSpMkLst>
        </pc:cxnChg>
      </pc:sldChg>
      <pc:sldChg chg="delSp modSp add mod ord">
        <pc:chgData name="김명호" userId="e0d603aa-548e-418b-a070-918475337925" providerId="ADAL" clId="{EB451184-BA9A-4A5C-9B3F-495ADF05D454}" dt="2023-09-26T04:20:37.132" v="27158" actId="20577"/>
        <pc:sldMkLst>
          <pc:docMk/>
          <pc:sldMk cId="2393158706" sldId="1208"/>
        </pc:sldMkLst>
        <pc:spChg chg="mod">
          <ac:chgData name="김명호" userId="e0d603aa-548e-418b-a070-918475337925" providerId="ADAL" clId="{EB451184-BA9A-4A5C-9B3F-495ADF05D454}" dt="2023-09-25T23:29:47.094" v="26387"/>
          <ac:spMkLst>
            <pc:docMk/>
            <pc:sldMk cId="2393158706" sldId="1208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5T23:28:49.386" v="26332" actId="1038"/>
          <ac:spMkLst>
            <pc:docMk/>
            <pc:sldMk cId="2393158706" sldId="1208"/>
            <ac:spMk id="11" creationId="{A0AE78EB-FB94-BE96-5275-10D5396D620D}"/>
          </ac:spMkLst>
        </pc:spChg>
        <pc:grpChg chg="del">
          <ac:chgData name="김명호" userId="e0d603aa-548e-418b-a070-918475337925" providerId="ADAL" clId="{EB451184-BA9A-4A5C-9B3F-495ADF05D454}" dt="2023-09-25T23:29:06.903" v="26338" actId="478"/>
          <ac:grpSpMkLst>
            <pc:docMk/>
            <pc:sldMk cId="2393158706" sldId="1208"/>
            <ac:grpSpMk id="4" creationId="{A0D4624B-679C-C2E3-E962-26E23ECAA1C7}"/>
          </ac:grpSpMkLst>
        </pc:grpChg>
        <pc:graphicFrameChg chg="mod modGraphic">
          <ac:chgData name="김명호" userId="e0d603aa-548e-418b-a070-918475337925" providerId="ADAL" clId="{EB451184-BA9A-4A5C-9B3F-495ADF05D454}" dt="2023-09-26T04:20:37.132" v="27158" actId="20577"/>
          <ac:graphicFrameMkLst>
            <pc:docMk/>
            <pc:sldMk cId="2393158706" sldId="1208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5T23:28:49.386" v="26332" actId="1038"/>
          <ac:cxnSpMkLst>
            <pc:docMk/>
            <pc:sldMk cId="2393158706" sldId="1208"/>
            <ac:cxnSpMk id="18" creationId="{31AD01E2-D497-D630-089C-3867861A7F8C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6T00:59:00.524" v="26555"/>
        <pc:sldMkLst>
          <pc:docMk/>
          <pc:sldMk cId="2737632750" sldId="1209"/>
        </pc:sldMkLst>
        <pc:spChg chg="mod">
          <ac:chgData name="김명호" userId="e0d603aa-548e-418b-a070-918475337925" providerId="ADAL" clId="{EB451184-BA9A-4A5C-9B3F-495ADF05D454}" dt="2023-09-26T00:59:00.524" v="26555"/>
          <ac:spMkLst>
            <pc:docMk/>
            <pc:sldMk cId="2737632750" sldId="1209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6T00:58:16.745" v="26462" actId="14100"/>
          <ac:spMkLst>
            <pc:docMk/>
            <pc:sldMk cId="2737632750" sldId="1209"/>
            <ac:spMk id="9" creationId="{A72E2736-16FC-D280-9537-61B4A56BE126}"/>
          </ac:spMkLst>
        </pc:spChg>
        <pc:spChg chg="del">
          <ac:chgData name="김명호" userId="e0d603aa-548e-418b-a070-918475337925" providerId="ADAL" clId="{EB451184-BA9A-4A5C-9B3F-495ADF05D454}" dt="2023-09-26T00:58:08.412" v="26460" actId="478"/>
          <ac:spMkLst>
            <pc:docMk/>
            <pc:sldMk cId="2737632750" sldId="1209"/>
            <ac:spMk id="11" creationId="{A0AE78EB-FB94-BE96-5275-10D5396D620D}"/>
          </ac:spMkLst>
        </pc:spChg>
        <pc:spChg chg="del">
          <ac:chgData name="김명호" userId="e0d603aa-548e-418b-a070-918475337925" providerId="ADAL" clId="{EB451184-BA9A-4A5C-9B3F-495ADF05D454}" dt="2023-09-26T00:58:08.412" v="26460" actId="478"/>
          <ac:spMkLst>
            <pc:docMk/>
            <pc:sldMk cId="2737632750" sldId="1209"/>
            <ac:spMk id="14" creationId="{E15FCCDD-2C80-C147-1864-0F38DCC2E60A}"/>
          </ac:spMkLst>
        </pc:spChg>
        <pc:grpChg chg="del">
          <ac:chgData name="김명호" userId="e0d603aa-548e-418b-a070-918475337925" providerId="ADAL" clId="{EB451184-BA9A-4A5C-9B3F-495ADF05D454}" dt="2023-09-26T00:58:48.154" v="26469" actId="478"/>
          <ac:grpSpMkLst>
            <pc:docMk/>
            <pc:sldMk cId="2737632750" sldId="1209"/>
            <ac:grpSpMk id="4" creationId="{A0D4624B-679C-C2E3-E962-26E23ECAA1C7}"/>
          </ac:grpSpMkLst>
        </pc:grpChg>
        <pc:graphicFrameChg chg="mod modGraphic">
          <ac:chgData name="김명호" userId="e0d603aa-548e-418b-a070-918475337925" providerId="ADAL" clId="{EB451184-BA9A-4A5C-9B3F-495ADF05D454}" dt="2023-09-26T00:58:45.310" v="26468" actId="20577"/>
          <ac:graphicFrameMkLst>
            <pc:docMk/>
            <pc:sldMk cId="2737632750" sldId="1209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6T00:57:56.340" v="26455" actId="478"/>
          <ac:picMkLst>
            <pc:docMk/>
            <pc:sldMk cId="2737632750" sldId="1209"/>
            <ac:picMk id="6" creationId="{84BC7E77-E523-BD68-8CAA-C0C3BD7EAE3C}"/>
          </ac:picMkLst>
        </pc:picChg>
        <pc:picChg chg="add mod ord modCrop">
          <ac:chgData name="김명호" userId="e0d603aa-548e-418b-a070-918475337925" providerId="ADAL" clId="{EB451184-BA9A-4A5C-9B3F-495ADF05D454}" dt="2023-09-26T00:58:06.872" v="26459" actId="167"/>
          <ac:picMkLst>
            <pc:docMk/>
            <pc:sldMk cId="2737632750" sldId="1209"/>
            <ac:picMk id="12" creationId="{B6FFC447-ADD3-F109-C277-45E3AB7FDD53}"/>
          </ac:picMkLst>
        </pc:picChg>
        <pc:cxnChg chg="mod">
          <ac:chgData name="김명호" userId="e0d603aa-548e-418b-a070-918475337925" providerId="ADAL" clId="{EB451184-BA9A-4A5C-9B3F-495ADF05D454}" dt="2023-09-26T00:58:19.571" v="26463" actId="1076"/>
          <ac:cxnSpMkLst>
            <pc:docMk/>
            <pc:sldMk cId="2737632750" sldId="1209"/>
            <ac:cxnSpMk id="13" creationId="{BACAAB62-7DD6-BF5A-F1C7-2A2EDD02558A}"/>
          </ac:cxnSpMkLst>
        </pc:cxnChg>
        <pc:cxnChg chg="del">
          <ac:chgData name="김명호" userId="e0d603aa-548e-418b-a070-918475337925" providerId="ADAL" clId="{EB451184-BA9A-4A5C-9B3F-495ADF05D454}" dt="2023-09-26T00:58:08.412" v="26460" actId="478"/>
          <ac:cxnSpMkLst>
            <pc:docMk/>
            <pc:sldMk cId="2737632750" sldId="1209"/>
            <ac:cxnSpMk id="15" creationId="{0686E51C-C83D-CBEF-2AC4-9A3A6177B9AF}"/>
          </ac:cxnSpMkLst>
        </pc:cxnChg>
        <pc:cxnChg chg="del">
          <ac:chgData name="김명호" userId="e0d603aa-548e-418b-a070-918475337925" providerId="ADAL" clId="{EB451184-BA9A-4A5C-9B3F-495ADF05D454}" dt="2023-09-26T00:58:08.412" v="26460" actId="478"/>
          <ac:cxnSpMkLst>
            <pc:docMk/>
            <pc:sldMk cId="2737632750" sldId="1209"/>
            <ac:cxnSpMk id="18" creationId="{31AD01E2-D497-D630-089C-3867861A7F8C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6T05:41:05.919" v="27193" actId="20577"/>
        <pc:sldMkLst>
          <pc:docMk/>
          <pc:sldMk cId="1353469379" sldId="1210"/>
        </pc:sldMkLst>
        <pc:spChg chg="add mod">
          <ac:chgData name="김명호" userId="e0d603aa-548e-418b-a070-918475337925" providerId="ADAL" clId="{EB451184-BA9A-4A5C-9B3F-495ADF05D454}" dt="2023-09-26T01:10:08.581" v="26602" actId="14100"/>
          <ac:spMkLst>
            <pc:docMk/>
            <pc:sldMk cId="1353469379" sldId="1210"/>
            <ac:spMk id="6" creationId="{3FE12E65-DEF0-6E44-1ECC-436D7D88C3EB}"/>
          </ac:spMkLst>
        </pc:spChg>
        <pc:spChg chg="mod">
          <ac:chgData name="김명호" userId="e0d603aa-548e-418b-a070-918475337925" providerId="ADAL" clId="{EB451184-BA9A-4A5C-9B3F-495ADF05D454}" dt="2023-09-26T01:14:34.154" v="26604"/>
          <ac:spMkLst>
            <pc:docMk/>
            <pc:sldMk cId="1353469379" sldId="1210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6T01:09:50.173" v="26571" actId="14100"/>
          <ac:spMkLst>
            <pc:docMk/>
            <pc:sldMk cId="1353469379" sldId="1210"/>
            <ac:spMk id="9" creationId="{A72E2736-16FC-D280-9537-61B4A56BE126}"/>
          </ac:spMkLst>
        </pc:spChg>
        <pc:graphicFrameChg chg="mod modGraphic">
          <ac:chgData name="김명호" userId="e0d603aa-548e-418b-a070-918475337925" providerId="ADAL" clId="{EB451184-BA9A-4A5C-9B3F-495ADF05D454}" dt="2023-09-26T05:41:05.919" v="27193" actId="20577"/>
          <ac:graphicFrameMkLst>
            <pc:docMk/>
            <pc:sldMk cId="1353469379" sldId="1210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B451184-BA9A-4A5C-9B3F-495ADF05D454}" dt="2023-09-26T01:09:30.651" v="26569" actId="167"/>
          <ac:picMkLst>
            <pc:docMk/>
            <pc:sldMk cId="1353469379" sldId="1210"/>
            <ac:picMk id="5" creationId="{F4FED36A-2B0A-E913-D643-AEDD2CA0C677}"/>
          </ac:picMkLst>
        </pc:picChg>
        <pc:picChg chg="del">
          <ac:chgData name="김명호" userId="e0d603aa-548e-418b-a070-918475337925" providerId="ADAL" clId="{EB451184-BA9A-4A5C-9B3F-495ADF05D454}" dt="2023-09-26T01:09:14.870" v="26562" actId="478"/>
          <ac:picMkLst>
            <pc:docMk/>
            <pc:sldMk cId="1353469379" sldId="1210"/>
            <ac:picMk id="12" creationId="{B6FFC447-ADD3-F109-C277-45E3AB7FDD53}"/>
          </ac:picMkLst>
        </pc:picChg>
        <pc:cxnChg chg="add mod">
          <ac:chgData name="김명호" userId="e0d603aa-548e-418b-a070-918475337925" providerId="ADAL" clId="{EB451184-BA9A-4A5C-9B3F-495ADF05D454}" dt="2023-09-26T01:10:11.798" v="26603" actId="1076"/>
          <ac:cxnSpMkLst>
            <pc:docMk/>
            <pc:sldMk cId="1353469379" sldId="1210"/>
            <ac:cxnSpMk id="8" creationId="{C9D4C90C-E161-237D-F44A-67E89D7016A9}"/>
          </ac:cxnSpMkLst>
        </pc:cxnChg>
        <pc:cxnChg chg="mod">
          <ac:chgData name="김명호" userId="e0d603aa-548e-418b-a070-918475337925" providerId="ADAL" clId="{EB451184-BA9A-4A5C-9B3F-495ADF05D454}" dt="2023-09-26T01:09:52.439" v="26572" actId="1076"/>
          <ac:cxnSpMkLst>
            <pc:docMk/>
            <pc:sldMk cId="1353469379" sldId="1210"/>
            <ac:cxnSpMk id="13" creationId="{BACAAB62-7DD6-BF5A-F1C7-2A2EDD02558A}"/>
          </ac:cxnSpMkLst>
        </pc:cxnChg>
      </pc:sldChg>
      <pc:sldChg chg="modSp add mod">
        <pc:chgData name="김명호" userId="e0d603aa-548e-418b-a070-918475337925" providerId="ADAL" clId="{EB451184-BA9A-4A5C-9B3F-495ADF05D454}" dt="2023-09-26T02:05:14.866" v="26790"/>
        <pc:sldMkLst>
          <pc:docMk/>
          <pc:sldMk cId="249514258" sldId="1211"/>
        </pc:sldMkLst>
        <pc:spChg chg="mod">
          <ac:chgData name="김명호" userId="e0d603aa-548e-418b-a070-918475337925" providerId="ADAL" clId="{EB451184-BA9A-4A5C-9B3F-495ADF05D454}" dt="2023-09-26T02:05:14.866" v="26790"/>
          <ac:spMkLst>
            <pc:docMk/>
            <pc:sldMk cId="249514258" sldId="1211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6T01:27:35.133" v="26745"/>
          <ac:spMkLst>
            <pc:docMk/>
            <pc:sldMk cId="249514258" sldId="1211"/>
            <ac:spMk id="10" creationId="{F02FDE70-4900-ABCF-B3F6-A53DC40719BF}"/>
          </ac:spMkLst>
        </pc:spChg>
        <pc:spChg chg="mod">
          <ac:chgData name="김명호" userId="e0d603aa-548e-418b-a070-918475337925" providerId="ADAL" clId="{EB451184-BA9A-4A5C-9B3F-495ADF05D454}" dt="2023-09-26T01:27:03.996" v="26612" actId="14100"/>
          <ac:spMkLst>
            <pc:docMk/>
            <pc:sldMk cId="249514258" sldId="1211"/>
            <ac:spMk id="11" creationId="{A0AE78EB-FB94-BE96-5275-10D5396D620D}"/>
          </ac:spMkLst>
        </pc:spChg>
        <pc:picChg chg="mod modCrop">
          <ac:chgData name="김명호" userId="e0d603aa-548e-418b-a070-918475337925" providerId="ADAL" clId="{EB451184-BA9A-4A5C-9B3F-495ADF05D454}" dt="2023-09-26T01:26:53.205" v="26610" actId="1076"/>
          <ac:picMkLst>
            <pc:docMk/>
            <pc:sldMk cId="249514258" sldId="1211"/>
            <ac:picMk id="12" creationId="{4BC7F905-4193-D10F-6C6E-5F23E9C91079}"/>
          </ac:picMkLst>
        </pc:picChg>
        <pc:cxnChg chg="mod">
          <ac:chgData name="김명호" userId="e0d603aa-548e-418b-a070-918475337925" providerId="ADAL" clId="{EB451184-BA9A-4A5C-9B3F-495ADF05D454}" dt="2023-09-26T01:27:05.916" v="26613" actId="1076"/>
          <ac:cxnSpMkLst>
            <pc:docMk/>
            <pc:sldMk cId="249514258" sldId="1211"/>
            <ac:cxnSpMk id="18" creationId="{31AD01E2-D497-D630-089C-3867861A7F8C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6T05:40:49.239" v="27186"/>
        <pc:sldMkLst>
          <pc:docMk/>
          <pc:sldMk cId="4179414439" sldId="1212"/>
        </pc:sldMkLst>
        <pc:spChg chg="mod">
          <ac:chgData name="김명호" userId="e0d603aa-548e-418b-a070-918475337925" providerId="ADAL" clId="{EB451184-BA9A-4A5C-9B3F-495ADF05D454}" dt="2023-09-26T02:04:58.894" v="26781" actId="1035"/>
          <ac:spMkLst>
            <pc:docMk/>
            <pc:sldMk cId="4179414439" sldId="1212"/>
            <ac:spMk id="6" creationId="{3FE12E65-DEF0-6E44-1ECC-436D7D88C3EB}"/>
          </ac:spMkLst>
        </pc:spChg>
        <pc:spChg chg="mod">
          <ac:chgData name="김명호" userId="e0d603aa-548e-418b-a070-918475337925" providerId="ADAL" clId="{EB451184-BA9A-4A5C-9B3F-495ADF05D454}" dt="2023-09-26T02:05:22.043" v="26794"/>
          <ac:spMkLst>
            <pc:docMk/>
            <pc:sldMk cId="4179414439" sldId="1212"/>
            <ac:spMk id="7" creationId="{0C81DD60-D84B-4D3C-8F3E-7D0E22E11300}"/>
          </ac:spMkLst>
        </pc:spChg>
        <pc:spChg chg="del">
          <ac:chgData name="김명호" userId="e0d603aa-548e-418b-a070-918475337925" providerId="ADAL" clId="{EB451184-BA9A-4A5C-9B3F-495ADF05D454}" dt="2023-09-26T02:04:43.173" v="26758" actId="478"/>
          <ac:spMkLst>
            <pc:docMk/>
            <pc:sldMk cId="4179414439" sldId="1212"/>
            <ac:spMk id="9" creationId="{A72E2736-16FC-D280-9537-61B4A56BE126}"/>
          </ac:spMkLst>
        </pc:spChg>
        <pc:spChg chg="add del mod">
          <ac:chgData name="김명호" userId="e0d603aa-548e-418b-a070-918475337925" providerId="ADAL" clId="{EB451184-BA9A-4A5C-9B3F-495ADF05D454}" dt="2023-09-26T02:05:20.805" v="26793" actId="478"/>
          <ac:spMkLst>
            <pc:docMk/>
            <pc:sldMk cId="4179414439" sldId="1212"/>
            <ac:spMk id="11" creationId="{93953F9E-8A18-199C-92D6-1CBA24817B2D}"/>
          </ac:spMkLst>
        </pc:spChg>
        <pc:spChg chg="mod">
          <ac:chgData name="김명호" userId="e0d603aa-548e-418b-a070-918475337925" providerId="ADAL" clId="{EB451184-BA9A-4A5C-9B3F-495ADF05D454}" dt="2023-09-26T02:05:17.939" v="26791"/>
          <ac:spMkLst>
            <pc:docMk/>
            <pc:sldMk cId="4179414439" sldId="1212"/>
            <ac:spMk id="14" creationId="{78EF0BC5-C87A-AD57-2F45-66D8646D7C35}"/>
          </ac:spMkLst>
        </pc:spChg>
        <pc:spChg chg="mod">
          <ac:chgData name="김명호" userId="e0d603aa-548e-418b-a070-918475337925" providerId="ADAL" clId="{EB451184-BA9A-4A5C-9B3F-495ADF05D454}" dt="2023-09-26T02:05:34.859" v="26807"/>
          <ac:spMkLst>
            <pc:docMk/>
            <pc:sldMk cId="4179414439" sldId="1212"/>
            <ac:spMk id="15" creationId="{A23EAA77-C70F-C923-AB08-8B653FA8A5DC}"/>
          </ac:spMkLst>
        </pc:spChg>
        <pc:spChg chg="add mod">
          <ac:chgData name="김명호" userId="e0d603aa-548e-418b-a070-918475337925" providerId="ADAL" clId="{EB451184-BA9A-4A5C-9B3F-495ADF05D454}" dt="2023-09-26T02:05:28.661" v="26795"/>
          <ac:spMkLst>
            <pc:docMk/>
            <pc:sldMk cId="4179414439" sldId="1212"/>
            <ac:spMk id="16" creationId="{20D07C59-6789-F321-58AE-CC8A4C3F087C}"/>
          </ac:spMkLst>
        </pc:spChg>
        <pc:grpChg chg="add mod">
          <ac:chgData name="김명호" userId="e0d603aa-548e-418b-a070-918475337925" providerId="ADAL" clId="{EB451184-BA9A-4A5C-9B3F-495ADF05D454}" dt="2023-09-26T02:05:17.939" v="26791"/>
          <ac:grpSpMkLst>
            <pc:docMk/>
            <pc:sldMk cId="4179414439" sldId="1212"/>
            <ac:grpSpMk id="12" creationId="{89FF780B-43D3-A8EE-9093-3DA72BB1E94E}"/>
          </ac:grpSpMkLst>
        </pc:grpChg>
        <pc:graphicFrameChg chg="mod modGraphic">
          <ac:chgData name="김명호" userId="e0d603aa-548e-418b-a070-918475337925" providerId="ADAL" clId="{EB451184-BA9A-4A5C-9B3F-495ADF05D454}" dt="2023-09-26T05:40:49.239" v="27186"/>
          <ac:graphicFrameMkLst>
            <pc:docMk/>
            <pc:sldMk cId="4179414439" sldId="1212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6T02:04:21.594" v="26751" actId="478"/>
          <ac:picMkLst>
            <pc:docMk/>
            <pc:sldMk cId="4179414439" sldId="1212"/>
            <ac:picMk id="5" creationId="{F4FED36A-2B0A-E913-D643-AEDD2CA0C677}"/>
          </ac:picMkLst>
        </pc:picChg>
        <pc:picChg chg="add mod ord modCrop">
          <ac:chgData name="김명호" userId="e0d603aa-548e-418b-a070-918475337925" providerId="ADAL" clId="{EB451184-BA9A-4A5C-9B3F-495ADF05D454}" dt="2023-09-26T02:04:40.494" v="26757" actId="167"/>
          <ac:picMkLst>
            <pc:docMk/>
            <pc:sldMk cId="4179414439" sldId="1212"/>
            <ac:picMk id="10" creationId="{A5255EF2-2C29-113C-0D9B-77D57AEC1F6E}"/>
          </ac:picMkLst>
        </pc:picChg>
        <pc:cxnChg chg="mod">
          <ac:chgData name="김명호" userId="e0d603aa-548e-418b-a070-918475337925" providerId="ADAL" clId="{EB451184-BA9A-4A5C-9B3F-495ADF05D454}" dt="2023-09-26T02:04:58.894" v="26781" actId="1035"/>
          <ac:cxnSpMkLst>
            <pc:docMk/>
            <pc:sldMk cId="4179414439" sldId="1212"/>
            <ac:cxnSpMk id="8" creationId="{C9D4C90C-E161-237D-F44A-67E89D7016A9}"/>
          </ac:cxnSpMkLst>
        </pc:cxnChg>
        <pc:cxnChg chg="del">
          <ac:chgData name="김명호" userId="e0d603aa-548e-418b-a070-918475337925" providerId="ADAL" clId="{EB451184-BA9A-4A5C-9B3F-495ADF05D454}" dt="2023-09-26T02:04:43.173" v="26758" actId="478"/>
          <ac:cxnSpMkLst>
            <pc:docMk/>
            <pc:sldMk cId="4179414439" sldId="1212"/>
            <ac:cxnSpMk id="13" creationId="{BACAAB62-7DD6-BF5A-F1C7-2A2EDD02558A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6T05:40:55.124" v="27187"/>
        <pc:sldMkLst>
          <pc:docMk/>
          <pc:sldMk cId="2275319169" sldId="1213"/>
        </pc:sldMkLst>
        <pc:spChg chg="mod">
          <ac:chgData name="김명호" userId="e0d603aa-548e-418b-a070-918475337925" providerId="ADAL" clId="{EB451184-BA9A-4A5C-9B3F-495ADF05D454}" dt="2023-09-26T02:08:12.107" v="26821" actId="14100"/>
          <ac:spMkLst>
            <pc:docMk/>
            <pc:sldMk cId="2275319169" sldId="1213"/>
            <ac:spMk id="6" creationId="{3FE12E65-DEF0-6E44-1ECC-436D7D88C3EB}"/>
          </ac:spMkLst>
        </pc:spChg>
        <pc:spChg chg="mod">
          <ac:chgData name="김명호" userId="e0d603aa-548e-418b-a070-918475337925" providerId="ADAL" clId="{EB451184-BA9A-4A5C-9B3F-495ADF05D454}" dt="2023-09-26T02:08:58.073" v="26837"/>
          <ac:spMkLst>
            <pc:docMk/>
            <pc:sldMk cId="2275319169" sldId="1213"/>
            <ac:spMk id="7" creationId="{0C81DD60-D84B-4D3C-8F3E-7D0E22E11300}"/>
          </ac:spMkLst>
        </pc:spChg>
        <pc:spChg chg="del">
          <ac:chgData name="김명호" userId="e0d603aa-548e-418b-a070-918475337925" providerId="ADAL" clId="{EB451184-BA9A-4A5C-9B3F-495ADF05D454}" dt="2023-09-26T02:05:42.701" v="26809" actId="478"/>
          <ac:spMkLst>
            <pc:docMk/>
            <pc:sldMk cId="2275319169" sldId="1213"/>
            <ac:spMk id="16" creationId="{20D07C59-6789-F321-58AE-CC8A4C3F087C}"/>
          </ac:spMkLst>
        </pc:spChg>
        <pc:grpChg chg="del">
          <ac:chgData name="김명호" userId="e0d603aa-548e-418b-a070-918475337925" providerId="ADAL" clId="{EB451184-BA9A-4A5C-9B3F-495ADF05D454}" dt="2023-09-26T02:08:16.921" v="26823" actId="478"/>
          <ac:grpSpMkLst>
            <pc:docMk/>
            <pc:sldMk cId="2275319169" sldId="1213"/>
            <ac:grpSpMk id="12" creationId="{89FF780B-43D3-A8EE-9093-3DA72BB1E94E}"/>
          </ac:grpSpMkLst>
        </pc:grpChg>
        <pc:graphicFrameChg chg="mod">
          <ac:chgData name="김명호" userId="e0d603aa-548e-418b-a070-918475337925" providerId="ADAL" clId="{EB451184-BA9A-4A5C-9B3F-495ADF05D454}" dt="2023-09-26T05:40:55.124" v="27187"/>
          <ac:graphicFrameMkLst>
            <pc:docMk/>
            <pc:sldMk cId="2275319169" sldId="1213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B451184-BA9A-4A5C-9B3F-495ADF05D454}" dt="2023-09-26T02:08:04.565" v="26819" actId="167"/>
          <ac:picMkLst>
            <pc:docMk/>
            <pc:sldMk cId="2275319169" sldId="1213"/>
            <ac:picMk id="5" creationId="{39962307-F669-E63F-62F4-54D18BE96041}"/>
          </ac:picMkLst>
        </pc:picChg>
        <pc:picChg chg="del">
          <ac:chgData name="김명호" userId="e0d603aa-548e-418b-a070-918475337925" providerId="ADAL" clId="{EB451184-BA9A-4A5C-9B3F-495ADF05D454}" dt="2023-09-26T02:07:42.649" v="26811" actId="478"/>
          <ac:picMkLst>
            <pc:docMk/>
            <pc:sldMk cId="2275319169" sldId="1213"/>
            <ac:picMk id="10" creationId="{A5255EF2-2C29-113C-0D9B-77D57AEC1F6E}"/>
          </ac:picMkLst>
        </pc:picChg>
        <pc:cxnChg chg="mod">
          <ac:chgData name="김명호" userId="e0d603aa-548e-418b-a070-918475337925" providerId="ADAL" clId="{EB451184-BA9A-4A5C-9B3F-495ADF05D454}" dt="2023-09-26T02:08:14.433" v="26822" actId="1076"/>
          <ac:cxnSpMkLst>
            <pc:docMk/>
            <pc:sldMk cId="2275319169" sldId="1213"/>
            <ac:cxnSpMk id="8" creationId="{C9D4C90C-E161-237D-F44A-67E89D7016A9}"/>
          </ac:cxnSpMkLst>
        </pc:cxnChg>
      </pc:sldChg>
      <pc:sldChg chg="delSp modSp add mod">
        <pc:chgData name="김명호" userId="e0d603aa-548e-418b-a070-918475337925" providerId="ADAL" clId="{EB451184-BA9A-4A5C-9B3F-495ADF05D454}" dt="2023-09-26T05:40:57.472" v="27188"/>
        <pc:sldMkLst>
          <pc:docMk/>
          <pc:sldMk cId="4249879355" sldId="1214"/>
        </pc:sldMkLst>
        <pc:spChg chg="mod">
          <ac:chgData name="김명호" userId="e0d603aa-548e-418b-a070-918475337925" providerId="ADAL" clId="{EB451184-BA9A-4A5C-9B3F-495ADF05D454}" dt="2023-09-26T02:14:03.670" v="26841" actId="14100"/>
          <ac:spMkLst>
            <pc:docMk/>
            <pc:sldMk cId="4249879355" sldId="1214"/>
            <ac:spMk id="6" creationId="{3FE12E65-DEF0-6E44-1ECC-436D7D88C3EB}"/>
          </ac:spMkLst>
        </pc:spChg>
        <pc:spChg chg="mod">
          <ac:chgData name="김명호" userId="e0d603aa-548e-418b-a070-918475337925" providerId="ADAL" clId="{EB451184-BA9A-4A5C-9B3F-495ADF05D454}" dt="2023-09-26T02:16:45.846" v="27148"/>
          <ac:spMkLst>
            <pc:docMk/>
            <pc:sldMk cId="4249879355" sldId="1214"/>
            <ac:spMk id="7" creationId="{0C81DD60-D84B-4D3C-8F3E-7D0E22E11300}"/>
          </ac:spMkLst>
        </pc:spChg>
        <pc:spChg chg="del">
          <ac:chgData name="김명호" userId="e0d603aa-548e-418b-a070-918475337925" providerId="ADAL" clId="{EB451184-BA9A-4A5C-9B3F-495ADF05D454}" dt="2023-09-26T04:19:58.482" v="27149" actId="478"/>
          <ac:spMkLst>
            <pc:docMk/>
            <pc:sldMk cId="4249879355" sldId="1214"/>
            <ac:spMk id="16" creationId="{20D07C59-6789-F321-58AE-CC8A4C3F087C}"/>
          </ac:spMkLst>
        </pc:spChg>
        <pc:grpChg chg="del">
          <ac:chgData name="김명호" userId="e0d603aa-548e-418b-a070-918475337925" providerId="ADAL" clId="{EB451184-BA9A-4A5C-9B3F-495ADF05D454}" dt="2023-09-26T02:14:19.950" v="26844" actId="478"/>
          <ac:grpSpMkLst>
            <pc:docMk/>
            <pc:sldMk cId="4249879355" sldId="1214"/>
            <ac:grpSpMk id="12" creationId="{89FF780B-43D3-A8EE-9093-3DA72BB1E94E}"/>
          </ac:grpSpMkLst>
        </pc:grpChg>
        <pc:graphicFrameChg chg="mod">
          <ac:chgData name="김명호" userId="e0d603aa-548e-418b-a070-918475337925" providerId="ADAL" clId="{EB451184-BA9A-4A5C-9B3F-495ADF05D454}" dt="2023-09-26T05:40:57.472" v="27188"/>
          <ac:graphicFrameMkLst>
            <pc:docMk/>
            <pc:sldMk cId="4249879355" sldId="1214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6T02:14:05.613" v="26842" actId="1076"/>
          <ac:cxnSpMkLst>
            <pc:docMk/>
            <pc:sldMk cId="4249879355" sldId="1214"/>
            <ac:cxnSpMk id="8" creationId="{C9D4C90C-E161-237D-F44A-67E89D7016A9}"/>
          </ac:cxnSpMkLst>
        </pc:cxnChg>
      </pc:sldChg>
      <pc:sldMasterChg chg="delSldLayout">
        <pc:chgData name="김명호" userId="e0d603aa-548e-418b-a070-918475337925" providerId="ADAL" clId="{EB451184-BA9A-4A5C-9B3F-495ADF05D454}" dt="2023-09-22T02:15:53.725" v="21596" actId="47"/>
        <pc:sldMasterMkLst>
          <pc:docMk/>
          <pc:sldMasterMk cId="3730080836" sldId="2147483700"/>
        </pc:sldMasterMkLst>
        <pc:sldLayoutChg chg="del">
          <pc:chgData name="김명호" userId="e0d603aa-548e-418b-a070-918475337925" providerId="ADAL" clId="{EB451184-BA9A-4A5C-9B3F-495ADF05D454}" dt="2023-09-22T02:15:53.725" v="21596" actId="47"/>
          <pc:sldLayoutMkLst>
            <pc:docMk/>
            <pc:sldMasterMk cId="3730080836" sldId="2147483700"/>
            <pc:sldLayoutMk cId="832616549" sldId="2147483725"/>
          </pc:sldLayoutMkLst>
        </pc:sldLayoutChg>
      </pc:sldMasterChg>
    </pc:docChg>
  </pc:docChgLst>
  <pc:docChgLst>
    <pc:chgData name="김명호" userId="e0d603aa-548e-418b-a070-918475337925" providerId="ADAL" clId="{8AD130E5-6FD2-4E37-BDA0-A8BDB8CDFD5B}"/>
    <pc:docChg chg="undo custSel addSld modSld">
      <pc:chgData name="김명호" userId="e0d603aa-548e-418b-a070-918475337925" providerId="ADAL" clId="{8AD130E5-6FD2-4E37-BDA0-A8BDB8CDFD5B}" dt="2023-09-21T04:59:26.722" v="1400"/>
      <pc:docMkLst>
        <pc:docMk/>
      </pc:docMkLst>
      <pc:sldChg chg="modSp mod">
        <pc:chgData name="김명호" userId="e0d603aa-548e-418b-a070-918475337925" providerId="ADAL" clId="{8AD130E5-6FD2-4E37-BDA0-A8BDB8CDFD5B}" dt="2023-09-21T04:58:13.892" v="1349" actId="1076"/>
        <pc:sldMkLst>
          <pc:docMk/>
          <pc:sldMk cId="998022627" sldId="1083"/>
        </pc:sldMkLst>
        <pc:grpChg chg="mod">
          <ac:chgData name="김명호" userId="e0d603aa-548e-418b-a070-918475337925" providerId="ADAL" clId="{8AD130E5-6FD2-4E37-BDA0-A8BDB8CDFD5B}" dt="2023-09-21T04:58:13.892" v="1349" actId="1076"/>
          <ac:grpSpMkLst>
            <pc:docMk/>
            <pc:sldMk cId="998022627" sldId="1083"/>
            <ac:grpSpMk id="14" creationId="{E992850F-457C-EB4E-6944-5C09BD311FAB}"/>
          </ac:grpSpMkLst>
        </pc:grpChg>
      </pc:sldChg>
      <pc:sldChg chg="addSp delSp modSp mod">
        <pc:chgData name="김명호" userId="e0d603aa-548e-418b-a070-918475337925" providerId="ADAL" clId="{8AD130E5-6FD2-4E37-BDA0-A8BDB8CDFD5B}" dt="2023-09-21T04:36:19.703" v="172" actId="22"/>
        <pc:sldMkLst>
          <pc:docMk/>
          <pc:sldMk cId="2534469432" sldId="1114"/>
        </pc:sldMkLst>
        <pc:spChg chg="mod">
          <ac:chgData name="김명호" userId="e0d603aa-548e-418b-a070-918475337925" providerId="ADAL" clId="{8AD130E5-6FD2-4E37-BDA0-A8BDB8CDFD5B}" dt="2023-09-21T04:23:28.316" v="37" actId="1036"/>
          <ac:spMkLst>
            <pc:docMk/>
            <pc:sldMk cId="2534469432" sldId="1114"/>
            <ac:spMk id="4" creationId="{6FB51CB1-0386-702D-473C-47C4459D41D9}"/>
          </ac:spMkLst>
        </pc:spChg>
        <pc:spChg chg="mod">
          <ac:chgData name="김명호" userId="e0d603aa-548e-418b-a070-918475337925" providerId="ADAL" clId="{8AD130E5-6FD2-4E37-BDA0-A8BDB8CDFD5B}" dt="2023-09-21T04:24:25.819" v="152"/>
          <ac:spMkLst>
            <pc:docMk/>
            <pc:sldMk cId="2534469432" sldId="1114"/>
            <ac:spMk id="7" creationId="{0C81DD60-D84B-4D3C-8F3E-7D0E22E11300}"/>
          </ac:spMkLst>
        </pc:spChg>
        <pc:spChg chg="add del">
          <ac:chgData name="김명호" userId="e0d603aa-548e-418b-a070-918475337925" providerId="ADAL" clId="{8AD130E5-6FD2-4E37-BDA0-A8BDB8CDFD5B}" dt="2023-09-21T04:36:19.703" v="172" actId="22"/>
          <ac:spMkLst>
            <pc:docMk/>
            <pc:sldMk cId="2534469432" sldId="1114"/>
            <ac:spMk id="10" creationId="{DDFF7F91-B479-C597-E873-E1797051E46C}"/>
          </ac:spMkLst>
        </pc:spChg>
        <pc:spChg chg="mod">
          <ac:chgData name="김명호" userId="e0d603aa-548e-418b-a070-918475337925" providerId="ADAL" clId="{8AD130E5-6FD2-4E37-BDA0-A8BDB8CDFD5B}" dt="2023-09-21T04:25:41.369" v="170"/>
          <ac:spMkLst>
            <pc:docMk/>
            <pc:sldMk cId="2534469432" sldId="1114"/>
            <ac:spMk id="15" creationId="{36AC3DD5-EC2A-7A94-8C0F-6BF29BC70658}"/>
          </ac:spMkLst>
        </pc:spChg>
        <pc:picChg chg="mod">
          <ac:chgData name="김명호" userId="e0d603aa-548e-418b-a070-918475337925" providerId="ADAL" clId="{8AD130E5-6FD2-4E37-BDA0-A8BDB8CDFD5B}" dt="2023-09-21T04:23:11.824" v="0" actId="1076"/>
          <ac:picMkLst>
            <pc:docMk/>
            <pc:sldMk cId="2534469432" sldId="1114"/>
            <ac:picMk id="8" creationId="{A4C68C49-C105-69CD-290A-AFB33A362956}"/>
          </ac:picMkLst>
        </pc:picChg>
        <pc:cxnChg chg="mod">
          <ac:chgData name="김명호" userId="e0d603aa-548e-418b-a070-918475337925" providerId="ADAL" clId="{8AD130E5-6FD2-4E37-BDA0-A8BDB8CDFD5B}" dt="2023-09-21T04:23:38.956" v="41" actId="1076"/>
          <ac:cxnSpMkLst>
            <pc:docMk/>
            <pc:sldMk cId="2534469432" sldId="1114"/>
            <ac:cxnSpMk id="5" creationId="{838012D8-86F7-2460-D9BC-B9CD7ABE30AB}"/>
          </ac:cxnSpMkLst>
        </pc:cxnChg>
      </pc:sldChg>
      <pc:sldChg chg="modSp add mod">
        <pc:chgData name="김명호" userId="e0d603aa-548e-418b-a070-918475337925" providerId="ADAL" clId="{8AD130E5-6FD2-4E37-BDA0-A8BDB8CDFD5B}" dt="2023-09-21T04:39:06.643" v="442"/>
        <pc:sldMkLst>
          <pc:docMk/>
          <pc:sldMk cId="2338931314" sldId="1115"/>
        </pc:sldMkLst>
        <pc:spChg chg="mod">
          <ac:chgData name="김명호" userId="e0d603aa-548e-418b-a070-918475337925" providerId="ADAL" clId="{8AD130E5-6FD2-4E37-BDA0-A8BDB8CDFD5B}" dt="2023-09-21T04:36:32.994" v="180" actId="1037"/>
          <ac:spMkLst>
            <pc:docMk/>
            <pc:sldMk cId="2338931314" sldId="1115"/>
            <ac:spMk id="4" creationId="{6FB51CB1-0386-702D-473C-47C4459D41D9}"/>
          </ac:spMkLst>
        </pc:spChg>
        <pc:spChg chg="mod">
          <ac:chgData name="김명호" userId="e0d603aa-548e-418b-a070-918475337925" providerId="ADAL" clId="{8AD130E5-6FD2-4E37-BDA0-A8BDB8CDFD5B}" dt="2023-09-21T04:38:11.641" v="431"/>
          <ac:spMkLst>
            <pc:docMk/>
            <pc:sldMk cId="2338931314" sldId="1115"/>
            <ac:spMk id="7" creationId="{0C81DD60-D84B-4D3C-8F3E-7D0E22E11300}"/>
          </ac:spMkLst>
        </pc:spChg>
        <pc:spChg chg="mod">
          <ac:chgData name="김명호" userId="e0d603aa-548e-418b-a070-918475337925" providerId="ADAL" clId="{8AD130E5-6FD2-4E37-BDA0-A8BDB8CDFD5B}" dt="2023-09-21T04:39:06.643" v="442"/>
          <ac:spMkLst>
            <pc:docMk/>
            <pc:sldMk cId="2338931314" sldId="1115"/>
            <ac:spMk id="15" creationId="{36AC3DD5-EC2A-7A94-8C0F-6BF29BC70658}"/>
          </ac:spMkLst>
        </pc:spChg>
        <pc:grpChg chg="mod">
          <ac:chgData name="김명호" userId="e0d603aa-548e-418b-a070-918475337925" providerId="ADAL" clId="{8AD130E5-6FD2-4E37-BDA0-A8BDB8CDFD5B}" dt="2023-09-21T04:38:20.499" v="439" actId="1036"/>
          <ac:grpSpMkLst>
            <pc:docMk/>
            <pc:sldMk cId="2338931314" sldId="1115"/>
            <ac:grpSpMk id="13" creationId="{B83575CB-A598-D0A2-598E-74B1856A7E0C}"/>
          </ac:grpSpMkLst>
        </pc:grpChg>
        <pc:cxnChg chg="mod">
          <ac:chgData name="김명호" userId="e0d603aa-548e-418b-a070-918475337925" providerId="ADAL" clId="{8AD130E5-6FD2-4E37-BDA0-A8BDB8CDFD5B}" dt="2023-09-21T04:36:32.994" v="180" actId="1037"/>
          <ac:cxnSpMkLst>
            <pc:docMk/>
            <pc:sldMk cId="2338931314" sldId="1115"/>
            <ac:cxnSpMk id="5" creationId="{838012D8-86F7-2460-D9BC-B9CD7ABE30AB}"/>
          </ac:cxnSpMkLst>
        </pc:cxnChg>
      </pc:sldChg>
      <pc:sldChg chg="delSp modSp add mod">
        <pc:chgData name="김명호" userId="e0d603aa-548e-418b-a070-918475337925" providerId="ADAL" clId="{8AD130E5-6FD2-4E37-BDA0-A8BDB8CDFD5B}" dt="2023-09-21T04:53:45.210" v="1205" actId="20577"/>
        <pc:sldMkLst>
          <pc:docMk/>
          <pc:sldMk cId="3052116131" sldId="1116"/>
        </pc:sldMkLst>
        <pc:spChg chg="mod">
          <ac:chgData name="김명호" userId="e0d603aa-548e-418b-a070-918475337925" providerId="ADAL" clId="{8AD130E5-6FD2-4E37-BDA0-A8BDB8CDFD5B}" dt="2023-09-21T04:45:48.112" v="576" actId="1035"/>
          <ac:spMkLst>
            <pc:docMk/>
            <pc:sldMk cId="3052116131" sldId="1116"/>
            <ac:spMk id="4" creationId="{6FB51CB1-0386-702D-473C-47C4459D41D9}"/>
          </ac:spMkLst>
        </pc:spChg>
        <pc:spChg chg="mod">
          <ac:chgData name="김명호" userId="e0d603aa-548e-418b-a070-918475337925" providerId="ADAL" clId="{8AD130E5-6FD2-4E37-BDA0-A8BDB8CDFD5B}" dt="2023-09-21T04:53:45.210" v="1205" actId="20577"/>
          <ac:spMkLst>
            <pc:docMk/>
            <pc:sldMk cId="3052116131" sldId="1116"/>
            <ac:spMk id="7" creationId="{0C81DD60-D84B-4D3C-8F3E-7D0E22E11300}"/>
          </ac:spMkLst>
        </pc:spChg>
        <pc:grpChg chg="del">
          <ac:chgData name="김명호" userId="e0d603aa-548e-418b-a070-918475337925" providerId="ADAL" clId="{8AD130E5-6FD2-4E37-BDA0-A8BDB8CDFD5B}" dt="2023-09-21T04:46:09.336" v="579" actId="478"/>
          <ac:grpSpMkLst>
            <pc:docMk/>
            <pc:sldMk cId="3052116131" sldId="1116"/>
            <ac:grpSpMk id="13" creationId="{B83575CB-A598-D0A2-598E-74B1856A7E0C}"/>
          </ac:grpSpMkLst>
        </pc:grpChg>
        <pc:cxnChg chg="mod">
          <ac:chgData name="김명호" userId="e0d603aa-548e-418b-a070-918475337925" providerId="ADAL" clId="{8AD130E5-6FD2-4E37-BDA0-A8BDB8CDFD5B}" dt="2023-09-21T04:45:29.371" v="483" actId="1037"/>
          <ac:cxnSpMkLst>
            <pc:docMk/>
            <pc:sldMk cId="3052116131" sldId="1116"/>
            <ac:cxnSpMk id="5" creationId="{838012D8-86F7-2460-D9BC-B9CD7ABE30AB}"/>
          </ac:cxnSpMkLst>
        </pc:cxnChg>
      </pc:sldChg>
      <pc:sldChg chg="delSp modSp add mod">
        <pc:chgData name="김명호" userId="e0d603aa-548e-418b-a070-918475337925" providerId="ADAL" clId="{8AD130E5-6FD2-4E37-BDA0-A8BDB8CDFD5B}" dt="2023-09-21T04:50:50.940" v="1054" actId="20577"/>
        <pc:sldMkLst>
          <pc:docMk/>
          <pc:sldMk cId="108431585" sldId="1117"/>
        </pc:sldMkLst>
        <pc:spChg chg="mod">
          <ac:chgData name="김명호" userId="e0d603aa-548e-418b-a070-918475337925" providerId="ADAL" clId="{8AD130E5-6FD2-4E37-BDA0-A8BDB8CDFD5B}" dt="2023-09-21T04:48:50.313" v="637" actId="14100"/>
          <ac:spMkLst>
            <pc:docMk/>
            <pc:sldMk cId="108431585" sldId="1117"/>
            <ac:spMk id="4" creationId="{6FB51CB1-0386-702D-473C-47C4459D41D9}"/>
          </ac:spMkLst>
        </pc:spChg>
        <pc:spChg chg="mod">
          <ac:chgData name="김명호" userId="e0d603aa-548e-418b-a070-918475337925" providerId="ADAL" clId="{8AD130E5-6FD2-4E37-BDA0-A8BDB8CDFD5B}" dt="2023-09-21T04:50:50.940" v="1054" actId="20577"/>
          <ac:spMkLst>
            <pc:docMk/>
            <pc:sldMk cId="108431585" sldId="1117"/>
            <ac:spMk id="7" creationId="{0C81DD60-D84B-4D3C-8F3E-7D0E22E11300}"/>
          </ac:spMkLst>
        </pc:spChg>
        <pc:grpChg chg="del mod">
          <ac:chgData name="김명호" userId="e0d603aa-548e-418b-a070-918475337925" providerId="ADAL" clId="{8AD130E5-6FD2-4E37-BDA0-A8BDB8CDFD5B}" dt="2023-09-21T04:50:27.625" v="962" actId="478"/>
          <ac:grpSpMkLst>
            <pc:docMk/>
            <pc:sldMk cId="108431585" sldId="1117"/>
            <ac:grpSpMk id="13" creationId="{B83575CB-A598-D0A2-598E-74B1856A7E0C}"/>
          </ac:grpSpMkLst>
        </pc:grpChg>
        <pc:cxnChg chg="mod">
          <ac:chgData name="김명호" userId="e0d603aa-548e-418b-a070-918475337925" providerId="ADAL" clId="{8AD130E5-6FD2-4E37-BDA0-A8BDB8CDFD5B}" dt="2023-09-21T04:48:57.912" v="638" actId="1076"/>
          <ac:cxnSpMkLst>
            <pc:docMk/>
            <pc:sldMk cId="108431585" sldId="1117"/>
            <ac:cxnSpMk id="5" creationId="{838012D8-86F7-2460-D9BC-B9CD7ABE30AB}"/>
          </ac:cxnSpMkLst>
        </pc:cxnChg>
      </pc:sldChg>
      <pc:sldChg chg="modSp add mod">
        <pc:chgData name="김명호" userId="e0d603aa-548e-418b-a070-918475337925" providerId="ADAL" clId="{8AD130E5-6FD2-4E37-BDA0-A8BDB8CDFD5B}" dt="2023-09-21T04:54:22.094" v="1268" actId="20577"/>
        <pc:sldMkLst>
          <pc:docMk/>
          <pc:sldMk cId="385010898" sldId="1118"/>
        </pc:sldMkLst>
        <pc:spChg chg="mod">
          <ac:chgData name="김명호" userId="e0d603aa-548e-418b-a070-918475337925" providerId="ADAL" clId="{8AD130E5-6FD2-4E37-BDA0-A8BDB8CDFD5B}" dt="2023-09-21T04:54:22.094" v="1268" actId="20577"/>
          <ac:spMkLst>
            <pc:docMk/>
            <pc:sldMk cId="385010898" sldId="1118"/>
            <ac:spMk id="7" creationId="{0C81DD60-D84B-4D3C-8F3E-7D0E22E11300}"/>
          </ac:spMkLst>
        </pc:spChg>
      </pc:sldChg>
      <pc:sldChg chg="addSp delSp modSp add mod">
        <pc:chgData name="김명호" userId="e0d603aa-548e-418b-a070-918475337925" providerId="ADAL" clId="{8AD130E5-6FD2-4E37-BDA0-A8BDB8CDFD5B}" dt="2023-09-21T04:59:26.722" v="1400"/>
        <pc:sldMkLst>
          <pc:docMk/>
          <pc:sldMk cId="632467668" sldId="1119"/>
        </pc:sldMkLst>
        <pc:spChg chg="mod ord">
          <ac:chgData name="김명호" userId="e0d603aa-548e-418b-a070-918475337925" providerId="ADAL" clId="{8AD130E5-6FD2-4E37-BDA0-A8BDB8CDFD5B}" dt="2023-09-21T04:57:55.125" v="1345" actId="14100"/>
          <ac:spMkLst>
            <pc:docMk/>
            <pc:sldMk cId="632467668" sldId="1119"/>
            <ac:spMk id="4" creationId="{6FB51CB1-0386-702D-473C-47C4459D41D9}"/>
          </ac:spMkLst>
        </pc:spChg>
        <pc:spChg chg="mod">
          <ac:chgData name="김명호" userId="e0d603aa-548e-418b-a070-918475337925" providerId="ADAL" clId="{8AD130E5-6FD2-4E37-BDA0-A8BDB8CDFD5B}" dt="2023-09-21T04:58:33.367" v="1351"/>
          <ac:spMkLst>
            <pc:docMk/>
            <pc:sldMk cId="632467668" sldId="1119"/>
            <ac:spMk id="7" creationId="{0C81DD60-D84B-4D3C-8F3E-7D0E22E11300}"/>
          </ac:spMkLst>
        </pc:spChg>
        <pc:spChg chg="mod">
          <ac:chgData name="김명호" userId="e0d603aa-548e-418b-a070-918475337925" providerId="ADAL" clId="{8AD130E5-6FD2-4E37-BDA0-A8BDB8CDFD5B}" dt="2023-09-21T04:58:19.464" v="1350"/>
          <ac:spMkLst>
            <pc:docMk/>
            <pc:sldMk cId="632467668" sldId="1119"/>
            <ac:spMk id="12" creationId="{3EB555B6-8A2D-0150-5ACC-0EFD30405DA3}"/>
          </ac:spMkLst>
        </pc:spChg>
        <pc:spChg chg="mod">
          <ac:chgData name="김명호" userId="e0d603aa-548e-418b-a070-918475337925" providerId="ADAL" clId="{8AD130E5-6FD2-4E37-BDA0-A8BDB8CDFD5B}" dt="2023-09-21T04:59:26.722" v="1400"/>
          <ac:spMkLst>
            <pc:docMk/>
            <pc:sldMk cId="632467668" sldId="1119"/>
            <ac:spMk id="13" creationId="{4DB57A6D-0754-B91C-5552-E353CE7B634A}"/>
          </ac:spMkLst>
        </pc:spChg>
        <pc:grpChg chg="add mod">
          <ac:chgData name="김명호" userId="e0d603aa-548e-418b-a070-918475337925" providerId="ADAL" clId="{8AD130E5-6FD2-4E37-BDA0-A8BDB8CDFD5B}" dt="2023-09-21T04:58:19.464" v="1350"/>
          <ac:grpSpMkLst>
            <pc:docMk/>
            <pc:sldMk cId="632467668" sldId="1119"/>
            <ac:grpSpMk id="11" creationId="{4EA2814C-ECCB-5026-9496-3081450D8E02}"/>
          </ac:grpSpMkLst>
        </pc:grpChg>
        <pc:picChg chg="del">
          <ac:chgData name="김명호" userId="e0d603aa-548e-418b-a070-918475337925" providerId="ADAL" clId="{8AD130E5-6FD2-4E37-BDA0-A8BDB8CDFD5B}" dt="2023-09-21T04:57:11.032" v="1276" actId="478"/>
          <ac:picMkLst>
            <pc:docMk/>
            <pc:sldMk cId="632467668" sldId="1119"/>
            <ac:picMk id="8" creationId="{A4C68C49-C105-69CD-290A-AFB33A362956}"/>
          </ac:picMkLst>
        </pc:picChg>
        <pc:picChg chg="add mod modCrop">
          <ac:chgData name="김명호" userId="e0d603aa-548e-418b-a070-918475337925" providerId="ADAL" clId="{8AD130E5-6FD2-4E37-BDA0-A8BDB8CDFD5B}" dt="2023-09-21T04:57:30.756" v="1280" actId="1076"/>
          <ac:picMkLst>
            <pc:docMk/>
            <pc:sldMk cId="632467668" sldId="1119"/>
            <ac:picMk id="9" creationId="{87D7A21E-1896-3818-A07B-01EC7B868286}"/>
          </ac:picMkLst>
        </pc:picChg>
        <pc:cxnChg chg="mod ord">
          <ac:chgData name="김명호" userId="e0d603aa-548e-418b-a070-918475337925" providerId="ADAL" clId="{8AD130E5-6FD2-4E37-BDA0-A8BDB8CDFD5B}" dt="2023-09-21T04:58:02.600" v="1348" actId="1076"/>
          <ac:cxnSpMkLst>
            <pc:docMk/>
            <pc:sldMk cId="632467668" sldId="1119"/>
            <ac:cxnSpMk id="5" creationId="{838012D8-86F7-2460-D9BC-B9CD7ABE30AB}"/>
          </ac:cxnSpMkLst>
        </pc:cxnChg>
      </pc:sldChg>
    </pc:docChg>
  </pc:docChgLst>
  <pc:docChgLst>
    <pc:chgData name="정지윤" userId="02c42eeb-3573-4fe0-87af-c4a597b73e9f" providerId="ADAL" clId="{7630AD6B-DBE3-4D90-BADE-239948B8900F}"/>
    <pc:docChg chg="undo custSel addSld modSld modMainMaster modSection">
      <pc:chgData name="정지윤" userId="02c42eeb-3573-4fe0-87af-c4a597b73e9f" providerId="ADAL" clId="{7630AD6B-DBE3-4D90-BADE-239948B8900F}" dt="2023-09-20T01:16:25.556" v="55" actId="1076"/>
      <pc:docMkLst>
        <pc:docMk/>
      </pc:docMkLst>
      <pc:sldChg chg="modSp mod">
        <pc:chgData name="정지윤" userId="02c42eeb-3573-4fe0-87af-c4a597b73e9f" providerId="ADAL" clId="{7630AD6B-DBE3-4D90-BADE-239948B8900F}" dt="2023-09-20T00:58:14.564" v="7" actId="20577"/>
        <pc:sldMkLst>
          <pc:docMk/>
          <pc:sldMk cId="936676672" sldId="344"/>
        </pc:sldMkLst>
        <pc:graphicFrameChg chg="modGraphic">
          <ac:chgData name="정지윤" userId="02c42eeb-3573-4fe0-87af-c4a597b73e9f" providerId="ADAL" clId="{7630AD6B-DBE3-4D90-BADE-239948B8900F}" dt="2023-09-20T00:58:14.564" v="7" actId="20577"/>
          <ac:graphicFrameMkLst>
            <pc:docMk/>
            <pc:sldMk cId="936676672" sldId="344"/>
            <ac:graphicFrameMk id="7" creationId="{978119AB-B35B-4D30-BA38-8140FAF453A1}"/>
          </ac:graphicFrameMkLst>
        </pc:graphicFrameChg>
      </pc:sldChg>
      <pc:sldChg chg="modSp mod">
        <pc:chgData name="정지윤" userId="02c42eeb-3573-4fe0-87af-c4a597b73e9f" providerId="ADAL" clId="{7630AD6B-DBE3-4D90-BADE-239948B8900F}" dt="2023-09-20T00:57:24.076" v="0" actId="6549"/>
        <pc:sldMkLst>
          <pc:docMk/>
          <pc:sldMk cId="3497645603" sldId="367"/>
        </pc:sldMkLst>
        <pc:spChg chg="mod">
          <ac:chgData name="정지윤" userId="02c42eeb-3573-4fe0-87af-c4a597b73e9f" providerId="ADAL" clId="{7630AD6B-DBE3-4D90-BADE-239948B8900F}" dt="2023-09-20T00:57:24.076" v="0" actId="6549"/>
          <ac:spMkLst>
            <pc:docMk/>
            <pc:sldMk cId="3497645603" sldId="367"/>
            <ac:spMk id="10" creationId="{39B0F59A-2BB4-43BB-99AB-2C610FC0395B}"/>
          </ac:spMkLst>
        </pc:spChg>
      </pc:sldChg>
      <pc:sldChg chg="addSp modSp mod">
        <pc:chgData name="정지윤" userId="02c42eeb-3573-4fe0-87af-c4a597b73e9f" providerId="ADAL" clId="{7630AD6B-DBE3-4D90-BADE-239948B8900F}" dt="2023-09-20T01:15:21.773" v="44" actId="20577"/>
        <pc:sldMkLst>
          <pc:docMk/>
          <pc:sldMk cId="438729540" sldId="390"/>
        </pc:sldMkLst>
        <pc:graphicFrameChg chg="add mod modGraphic">
          <ac:chgData name="정지윤" userId="02c42eeb-3573-4fe0-87af-c4a597b73e9f" providerId="ADAL" clId="{7630AD6B-DBE3-4D90-BADE-239948B8900F}" dt="2023-09-20T01:15:21.773" v="44" actId="20577"/>
          <ac:graphicFrameMkLst>
            <pc:docMk/>
            <pc:sldMk cId="438729540" sldId="390"/>
            <ac:graphicFrameMk id="3" creationId="{EB5E6BEF-7528-22F3-81D3-C88DBE43847E}"/>
          </ac:graphicFrameMkLst>
        </pc:graphicFrameChg>
      </pc:sldChg>
      <pc:sldChg chg="addSp delSp modSp add mod">
        <pc:chgData name="정지윤" userId="02c42eeb-3573-4fe0-87af-c4a597b73e9f" providerId="ADAL" clId="{7630AD6B-DBE3-4D90-BADE-239948B8900F}" dt="2023-09-20T01:15:14.792" v="38"/>
        <pc:sldMkLst>
          <pc:docMk/>
          <pc:sldMk cId="2427834420" sldId="1054"/>
        </pc:sldMkLst>
        <pc:graphicFrameChg chg="del modGraphic">
          <ac:chgData name="정지윤" userId="02c42eeb-3573-4fe0-87af-c4a597b73e9f" providerId="ADAL" clId="{7630AD6B-DBE3-4D90-BADE-239948B8900F}" dt="2023-09-20T00:59:47.611" v="14" actId="478"/>
          <ac:graphicFrameMkLst>
            <pc:docMk/>
            <pc:sldMk cId="2427834420" sldId="1054"/>
            <ac:graphicFrameMk id="3" creationId="{EB5E6BEF-7528-22F3-81D3-C88DBE43847E}"/>
          </ac:graphicFrameMkLst>
        </pc:graphicFrameChg>
        <pc:graphicFrameChg chg="add del mod">
          <ac:chgData name="정지윤" userId="02c42eeb-3573-4fe0-87af-c4a597b73e9f" providerId="ADAL" clId="{7630AD6B-DBE3-4D90-BADE-239948B8900F}" dt="2023-09-20T01:15:13.794" v="36" actId="21"/>
          <ac:graphicFrameMkLst>
            <pc:docMk/>
            <pc:sldMk cId="2427834420" sldId="1054"/>
            <ac:graphicFrameMk id="4" creationId="{A25174B7-2AE1-B851-9AEB-5EBC1C705F0B}"/>
          </ac:graphicFrameMkLst>
        </pc:graphicFrameChg>
        <pc:graphicFrameChg chg="add del mod">
          <ac:chgData name="정지윤" userId="02c42eeb-3573-4fe0-87af-c4a597b73e9f" providerId="ADAL" clId="{7630AD6B-DBE3-4D90-BADE-239948B8900F}" dt="2023-09-20T01:15:14.792" v="38"/>
          <ac:graphicFrameMkLst>
            <pc:docMk/>
            <pc:sldMk cId="2427834420" sldId="1054"/>
            <ac:graphicFrameMk id="5" creationId="{071EFB01-63C0-F573-D102-BE71D6056ED3}"/>
          </ac:graphicFrameMkLst>
        </pc:graphicFrameChg>
      </pc:sldChg>
      <pc:sldChg chg="addSp delSp modSp add mod modClrScheme chgLayout">
        <pc:chgData name="정지윤" userId="02c42eeb-3573-4fe0-87af-c4a597b73e9f" providerId="ADAL" clId="{7630AD6B-DBE3-4D90-BADE-239948B8900F}" dt="2023-09-20T01:16:25.556" v="55" actId="1076"/>
        <pc:sldMkLst>
          <pc:docMk/>
          <pc:sldMk cId="1898097448" sldId="1055"/>
        </pc:sldMkLst>
        <pc:spChg chg="mod ord">
          <ac:chgData name="정지윤" userId="02c42eeb-3573-4fe0-87af-c4a597b73e9f" providerId="ADAL" clId="{7630AD6B-DBE3-4D90-BADE-239948B8900F}" dt="2023-09-20T01:13:08.897" v="19" actId="700"/>
          <ac:spMkLst>
            <pc:docMk/>
            <pc:sldMk cId="1898097448" sldId="1055"/>
            <ac:spMk id="2" creationId="{DC8B0B2E-051C-4693-AC44-65BE8AE195C5}"/>
          </ac:spMkLst>
        </pc:spChg>
        <pc:spChg chg="add del mod ord">
          <ac:chgData name="정지윤" userId="02c42eeb-3573-4fe0-87af-c4a597b73e9f" providerId="ADAL" clId="{7630AD6B-DBE3-4D90-BADE-239948B8900F}" dt="2023-09-20T01:13:08.897" v="19" actId="700"/>
          <ac:spMkLst>
            <pc:docMk/>
            <pc:sldMk cId="1898097448" sldId="1055"/>
            <ac:spMk id="4" creationId="{3BD35702-F8C9-2590-003A-3D9B136A16B0}"/>
          </ac:spMkLst>
        </pc:spChg>
        <pc:spChg chg="del mod ord">
          <ac:chgData name="정지윤" userId="02c42eeb-3573-4fe0-87af-c4a597b73e9f" providerId="ADAL" clId="{7630AD6B-DBE3-4D90-BADE-239948B8900F}" dt="2023-09-20T01:13:03.334" v="18" actId="700"/>
          <ac:spMkLst>
            <pc:docMk/>
            <pc:sldMk cId="1898097448" sldId="1055"/>
            <ac:spMk id="7" creationId="{0C81DD60-D84B-4D3C-8F3E-7D0E22E11300}"/>
          </ac:spMkLst>
        </pc:spChg>
        <pc:grpChg chg="mod">
          <ac:chgData name="정지윤" userId="02c42eeb-3573-4fe0-87af-c4a597b73e9f" providerId="ADAL" clId="{7630AD6B-DBE3-4D90-BADE-239948B8900F}" dt="2023-09-20T01:16:25.556" v="55" actId="1076"/>
          <ac:grpSpMkLst>
            <pc:docMk/>
            <pc:sldMk cId="1898097448" sldId="1055"/>
            <ac:grpSpMk id="12" creationId="{0D0B6B4F-0C4B-A63B-D36A-F0C1785D52AD}"/>
          </ac:grpSpMkLst>
        </pc:grpChg>
        <pc:grpChg chg="mod">
          <ac:chgData name="정지윤" userId="02c42eeb-3573-4fe0-87af-c4a597b73e9f" providerId="ADAL" clId="{7630AD6B-DBE3-4D90-BADE-239948B8900F}" dt="2023-09-20T01:16:25.556" v="55" actId="1076"/>
          <ac:grpSpMkLst>
            <pc:docMk/>
            <pc:sldMk cId="1898097448" sldId="1055"/>
            <ac:grpSpMk id="19" creationId="{6B3D4B0D-9E89-F018-B6A6-F0D784934549}"/>
          </ac:grpSpMkLst>
        </pc:grpChg>
        <pc:graphicFrameChg chg="del">
          <ac:chgData name="정지윤" userId="02c42eeb-3573-4fe0-87af-c4a597b73e9f" providerId="ADAL" clId="{7630AD6B-DBE3-4D90-BADE-239948B8900F}" dt="2023-09-20T01:14:24.880" v="28" actId="478"/>
          <ac:graphicFrameMkLst>
            <pc:docMk/>
            <pc:sldMk cId="1898097448" sldId="1055"/>
            <ac:graphicFrameMk id="3" creationId="{EB5E6BEF-7528-22F3-81D3-C88DBE43847E}"/>
          </ac:graphicFrameMkLst>
        </pc:graphicFrameChg>
        <pc:graphicFrameChg chg="add mod ord">
          <ac:chgData name="정지윤" userId="02c42eeb-3573-4fe0-87af-c4a597b73e9f" providerId="ADAL" clId="{7630AD6B-DBE3-4D90-BADE-239948B8900F}" dt="2023-09-20T01:13:14.329" v="21" actId="167"/>
          <ac:graphicFrameMkLst>
            <pc:docMk/>
            <pc:sldMk cId="1898097448" sldId="1055"/>
            <ac:graphicFrameMk id="5" creationId="{2A93347B-FCA1-DAF0-571A-8E80F82C2B98}"/>
          </ac:graphicFrameMkLst>
        </pc:graphicFrameChg>
        <pc:graphicFrameChg chg="add del mod modGraphic">
          <ac:chgData name="정지윤" userId="02c42eeb-3573-4fe0-87af-c4a597b73e9f" providerId="ADAL" clId="{7630AD6B-DBE3-4D90-BADE-239948B8900F}" dt="2023-09-20T01:14:49.369" v="32" actId="21"/>
          <ac:graphicFrameMkLst>
            <pc:docMk/>
            <pc:sldMk cId="1898097448" sldId="1055"/>
            <ac:graphicFrameMk id="6" creationId="{F87207DA-E847-4230-A4FD-C317D2E8645B}"/>
          </ac:graphicFrameMkLst>
        </pc:graphicFrameChg>
        <pc:graphicFrameChg chg="add mod">
          <ac:chgData name="정지윤" userId="02c42eeb-3573-4fe0-87af-c4a597b73e9f" providerId="ADAL" clId="{7630AD6B-DBE3-4D90-BADE-239948B8900F}" dt="2023-09-20T01:15:15.897" v="39"/>
          <ac:graphicFrameMkLst>
            <pc:docMk/>
            <pc:sldMk cId="1898097448" sldId="1055"/>
            <ac:graphicFrameMk id="8" creationId="{7F4E76F0-B259-2170-2986-1FD0DF589CAF}"/>
          </ac:graphicFrameMkLst>
        </pc:graphicFrameChg>
      </pc:sldChg>
      <pc:sldChg chg="addSp delSp modSp new mod modClrScheme chgLayout">
        <pc:chgData name="정지윤" userId="02c42eeb-3573-4fe0-87af-c4a597b73e9f" providerId="ADAL" clId="{7630AD6B-DBE3-4D90-BADE-239948B8900F}" dt="2023-09-20T01:15:16.633" v="40"/>
        <pc:sldMkLst>
          <pc:docMk/>
          <pc:sldMk cId="3034943958" sldId="1056"/>
        </pc:sldMkLst>
        <pc:spChg chg="del mod ord">
          <ac:chgData name="정지윤" userId="02c42eeb-3573-4fe0-87af-c4a597b73e9f" providerId="ADAL" clId="{7630AD6B-DBE3-4D90-BADE-239948B8900F}" dt="2023-09-20T01:13:44.195" v="24" actId="700"/>
          <ac:spMkLst>
            <pc:docMk/>
            <pc:sldMk cId="3034943958" sldId="1056"/>
            <ac:spMk id="2" creationId="{7F562A5F-E0E5-0000-DED2-AFB81F4BE073}"/>
          </ac:spMkLst>
        </pc:spChg>
        <pc:spChg chg="add mod ord">
          <ac:chgData name="정지윤" userId="02c42eeb-3573-4fe0-87af-c4a597b73e9f" providerId="ADAL" clId="{7630AD6B-DBE3-4D90-BADE-239948B8900F}" dt="2023-09-20T01:14:12.895" v="27"/>
          <ac:spMkLst>
            <pc:docMk/>
            <pc:sldMk cId="3034943958" sldId="1056"/>
            <ac:spMk id="3" creationId="{DBCDA9F3-0643-D3C2-FEC5-5EAC09EED87D}"/>
          </ac:spMkLst>
        </pc:spChg>
        <pc:spChg chg="add mod ord">
          <ac:chgData name="정지윤" userId="02c42eeb-3573-4fe0-87af-c4a597b73e9f" providerId="ADAL" clId="{7630AD6B-DBE3-4D90-BADE-239948B8900F}" dt="2023-09-20T01:13:44.195" v="24" actId="700"/>
          <ac:spMkLst>
            <pc:docMk/>
            <pc:sldMk cId="3034943958" sldId="1056"/>
            <ac:spMk id="4" creationId="{B29C842E-FD35-555C-803F-4C01A8C6EA32}"/>
          </ac:spMkLst>
        </pc:spChg>
        <pc:graphicFrameChg chg="add mod ord">
          <ac:chgData name="정지윤" userId="02c42eeb-3573-4fe0-87af-c4a597b73e9f" providerId="ADAL" clId="{7630AD6B-DBE3-4D90-BADE-239948B8900F}" dt="2023-09-20T01:13:47.610" v="26" actId="167"/>
          <ac:graphicFrameMkLst>
            <pc:docMk/>
            <pc:sldMk cId="3034943958" sldId="1056"/>
            <ac:graphicFrameMk id="5" creationId="{5033399F-56ED-E6CA-4D76-BA2525DB94E2}"/>
          </ac:graphicFrameMkLst>
        </pc:graphicFrameChg>
        <pc:graphicFrameChg chg="add mod">
          <ac:chgData name="정지윤" userId="02c42eeb-3573-4fe0-87af-c4a597b73e9f" providerId="ADAL" clId="{7630AD6B-DBE3-4D90-BADE-239948B8900F}" dt="2023-09-20T01:15:16.633" v="40"/>
          <ac:graphicFrameMkLst>
            <pc:docMk/>
            <pc:sldMk cId="3034943958" sldId="1056"/>
            <ac:graphicFrameMk id="6" creationId="{924148D2-5097-2877-1A30-57054C4A5264}"/>
          </ac:graphicFrameMkLst>
        </pc:graphicFrameChg>
      </pc:sldChg>
      <pc:sldChg chg="addSp delSp modSp add mod modClrScheme chgLayout">
        <pc:chgData name="정지윤" userId="02c42eeb-3573-4fe0-87af-c4a597b73e9f" providerId="ADAL" clId="{7630AD6B-DBE3-4D90-BADE-239948B8900F}" dt="2023-09-20T01:15:51.256" v="49"/>
        <pc:sldMkLst>
          <pc:docMk/>
          <pc:sldMk cId="2339452309" sldId="1057"/>
        </pc:sldMkLst>
        <pc:spChg chg="mod ord">
          <ac:chgData name="정지윤" userId="02c42eeb-3573-4fe0-87af-c4a597b73e9f" providerId="ADAL" clId="{7630AD6B-DBE3-4D90-BADE-239948B8900F}" dt="2023-09-20T01:15:47.410" v="47" actId="700"/>
          <ac:spMkLst>
            <pc:docMk/>
            <pc:sldMk cId="2339452309" sldId="1057"/>
            <ac:spMk id="2" creationId="{DC8B0B2E-051C-4693-AC44-65BE8AE195C5}"/>
          </ac:spMkLst>
        </pc:spChg>
        <pc:spChg chg="add del mod ord">
          <ac:chgData name="정지윤" userId="02c42eeb-3573-4fe0-87af-c4a597b73e9f" providerId="ADAL" clId="{7630AD6B-DBE3-4D90-BADE-239948B8900F}" dt="2023-09-20T01:15:47.410" v="47" actId="700"/>
          <ac:spMkLst>
            <pc:docMk/>
            <pc:sldMk cId="2339452309" sldId="1057"/>
            <ac:spMk id="3" creationId="{1C9FB2DE-72FF-D91F-4C3A-26FFE5E33B05}"/>
          </ac:spMkLst>
        </pc:spChg>
        <pc:spChg chg="del mod ord">
          <ac:chgData name="정지윤" userId="02c42eeb-3573-4fe0-87af-c4a597b73e9f" providerId="ADAL" clId="{7630AD6B-DBE3-4D90-BADE-239948B8900F}" dt="2023-09-20T01:15:43.075" v="46" actId="700"/>
          <ac:spMkLst>
            <pc:docMk/>
            <pc:sldMk cId="2339452309" sldId="1057"/>
            <ac:spMk id="7" creationId="{0C81DD60-D84B-4D3C-8F3E-7D0E22E11300}"/>
          </ac:spMkLst>
        </pc:spChg>
        <pc:graphicFrameChg chg="del">
          <ac:chgData name="정지윤" userId="02c42eeb-3573-4fe0-87af-c4a597b73e9f" providerId="ADAL" clId="{7630AD6B-DBE3-4D90-BADE-239948B8900F}" dt="2023-09-20T01:15:49.859" v="48" actId="21"/>
          <ac:graphicFrameMkLst>
            <pc:docMk/>
            <pc:sldMk cId="2339452309" sldId="1057"/>
            <ac:graphicFrameMk id="4" creationId="{A25174B7-2AE1-B851-9AEB-5EBC1C705F0B}"/>
          </ac:graphicFrameMkLst>
        </pc:graphicFrameChg>
        <pc:graphicFrameChg chg="add mod">
          <ac:chgData name="정지윤" userId="02c42eeb-3573-4fe0-87af-c4a597b73e9f" providerId="ADAL" clId="{7630AD6B-DBE3-4D90-BADE-239948B8900F}" dt="2023-09-20T01:15:51.256" v="49"/>
          <ac:graphicFrameMkLst>
            <pc:docMk/>
            <pc:sldMk cId="2339452309" sldId="1057"/>
            <ac:graphicFrameMk id="5" creationId="{1ABC8909-7AEC-7190-C847-836B4B9CFFDF}"/>
          </ac:graphicFrameMkLst>
        </pc:graphicFrameChg>
      </pc:sldChg>
      <pc:sldChg chg="addSp modSp add mod modClrScheme chgLayout">
        <pc:chgData name="정지윤" userId="02c42eeb-3573-4fe0-87af-c4a597b73e9f" providerId="ADAL" clId="{7630AD6B-DBE3-4D90-BADE-239948B8900F}" dt="2023-09-20T01:16:12.586" v="54" actId="700"/>
        <pc:sldMkLst>
          <pc:docMk/>
          <pc:sldMk cId="1092404881" sldId="1058"/>
        </pc:sldMkLst>
        <pc:spChg chg="mod ord">
          <ac:chgData name="정지윤" userId="02c42eeb-3573-4fe0-87af-c4a597b73e9f" providerId="ADAL" clId="{7630AD6B-DBE3-4D90-BADE-239948B8900F}" dt="2023-09-20T01:16:12.586" v="54" actId="700"/>
          <ac:spMkLst>
            <pc:docMk/>
            <pc:sldMk cId="1092404881" sldId="1058"/>
            <ac:spMk id="2" creationId="{DC8B0B2E-051C-4693-AC44-65BE8AE195C5}"/>
          </ac:spMkLst>
        </pc:spChg>
        <pc:spChg chg="add mod ord">
          <ac:chgData name="정지윤" userId="02c42eeb-3573-4fe0-87af-c4a597b73e9f" providerId="ADAL" clId="{7630AD6B-DBE3-4D90-BADE-239948B8900F}" dt="2023-09-20T01:16:12.586" v="54" actId="700"/>
          <ac:spMkLst>
            <pc:docMk/>
            <pc:sldMk cId="1092404881" sldId="1058"/>
            <ac:spMk id="3" creationId="{C3FC50AF-12C5-440C-FDD5-0169CAC27CB6}"/>
          </ac:spMkLst>
        </pc:spChg>
      </pc:sldChg>
      <pc:sldMasterChg chg="modSldLayout">
        <pc:chgData name="정지윤" userId="02c42eeb-3573-4fe0-87af-c4a597b73e9f" providerId="ADAL" clId="{7630AD6B-DBE3-4D90-BADE-239948B8900F}" dt="2023-09-20T01:16:02.371" v="52" actId="478"/>
        <pc:sldMasterMkLst>
          <pc:docMk/>
          <pc:sldMasterMk cId="3730080836" sldId="2147483700"/>
        </pc:sldMasterMkLst>
        <pc:sldLayoutChg chg="delSp mod">
          <pc:chgData name="정지윤" userId="02c42eeb-3573-4fe0-87af-c4a597b73e9f" providerId="ADAL" clId="{7630AD6B-DBE3-4D90-BADE-239948B8900F}" dt="2023-09-20T01:15:03.961" v="34" actId="478"/>
          <pc:sldLayoutMkLst>
            <pc:docMk/>
            <pc:sldMasterMk cId="3730080836" sldId="2147483700"/>
            <pc:sldLayoutMk cId="868410022" sldId="2147483715"/>
          </pc:sldLayoutMkLst>
          <pc:graphicFrameChg chg="del">
            <ac:chgData name="정지윤" userId="02c42eeb-3573-4fe0-87af-c4a597b73e9f" providerId="ADAL" clId="{7630AD6B-DBE3-4D90-BADE-239948B8900F}" dt="2023-09-20T01:15:03.961" v="34" actId="478"/>
            <ac:graphicFrameMkLst>
              <pc:docMk/>
              <pc:sldMasterMk cId="3730080836" sldId="2147483700"/>
              <pc:sldLayoutMk cId="868410022" sldId="2147483715"/>
              <ac:graphicFrameMk id="3" creationId="{7AB61EE3-623F-4F37-A588-9B7F2ABCA7E5}"/>
            </ac:graphicFrameMkLst>
          </pc:graphicFrameChg>
          <pc:graphicFrameChg chg="del">
            <ac:chgData name="정지윤" userId="02c42eeb-3573-4fe0-87af-c4a597b73e9f" providerId="ADAL" clId="{7630AD6B-DBE3-4D90-BADE-239948B8900F}" dt="2023-09-20T01:13:38.308" v="22" actId="21"/>
            <ac:graphicFrameMkLst>
              <pc:docMk/>
              <pc:sldMasterMk cId="3730080836" sldId="2147483700"/>
              <pc:sldLayoutMk cId="868410022" sldId="2147483715"/>
              <ac:graphicFrameMk id="4" creationId="{3C9EBF25-435E-4713-846B-2829852AEC7D}"/>
            </ac:graphicFrameMkLst>
          </pc:graphicFrameChg>
        </pc:sldLayoutChg>
        <pc:sldLayoutChg chg="delSp mod">
          <pc:chgData name="정지윤" userId="02c42eeb-3573-4fe0-87af-c4a597b73e9f" providerId="ADAL" clId="{7630AD6B-DBE3-4D90-BADE-239948B8900F}" dt="2023-09-20T00:59:03.449" v="8" actId="478"/>
          <pc:sldLayoutMkLst>
            <pc:docMk/>
            <pc:sldMasterMk cId="3730080836" sldId="2147483700"/>
            <pc:sldLayoutMk cId="2716113978" sldId="2147483716"/>
          </pc:sldLayoutMkLst>
          <pc:graphicFrameChg chg="del">
            <ac:chgData name="정지윤" userId="02c42eeb-3573-4fe0-87af-c4a597b73e9f" providerId="ADAL" clId="{7630AD6B-DBE3-4D90-BADE-239948B8900F}" dt="2023-09-20T00:59:03.449" v="8" actId="478"/>
            <ac:graphicFrameMkLst>
              <pc:docMk/>
              <pc:sldMasterMk cId="3730080836" sldId="2147483700"/>
              <pc:sldLayoutMk cId="2716113978" sldId="2147483716"/>
              <ac:graphicFrameMk id="3" creationId="{7AB61EE3-623F-4F37-A588-9B7F2ABCA7E5}"/>
            </ac:graphicFrameMkLst>
          </pc:graphicFrameChg>
        </pc:sldLayoutChg>
        <pc:sldLayoutChg chg="delSp mod">
          <pc:chgData name="정지윤" userId="02c42eeb-3573-4fe0-87af-c4a597b73e9f" providerId="ADAL" clId="{7630AD6B-DBE3-4D90-BADE-239948B8900F}" dt="2023-09-20T01:15:01.584" v="33" actId="478"/>
          <pc:sldLayoutMkLst>
            <pc:docMk/>
            <pc:sldMasterMk cId="3730080836" sldId="2147483700"/>
            <pc:sldLayoutMk cId="2231531415" sldId="2147483717"/>
          </pc:sldLayoutMkLst>
          <pc:graphicFrameChg chg="del">
            <ac:chgData name="정지윤" userId="02c42eeb-3573-4fe0-87af-c4a597b73e9f" providerId="ADAL" clId="{7630AD6B-DBE3-4D90-BADE-239948B8900F}" dt="2023-09-20T01:15:01.584" v="33" actId="478"/>
            <ac:graphicFrameMkLst>
              <pc:docMk/>
              <pc:sldMasterMk cId="3730080836" sldId="2147483700"/>
              <pc:sldLayoutMk cId="2231531415" sldId="2147483717"/>
              <ac:graphicFrameMk id="3" creationId="{7AB61EE3-623F-4F37-A588-9B7F2ABCA7E5}"/>
            </ac:graphicFrameMkLst>
          </pc:graphicFrameChg>
          <pc:graphicFrameChg chg="del">
            <ac:chgData name="정지윤" userId="02c42eeb-3573-4fe0-87af-c4a597b73e9f" providerId="ADAL" clId="{7630AD6B-DBE3-4D90-BADE-239948B8900F}" dt="2023-09-20T01:12:58.566" v="17" actId="21"/>
            <ac:graphicFrameMkLst>
              <pc:docMk/>
              <pc:sldMasterMk cId="3730080836" sldId="2147483700"/>
              <pc:sldLayoutMk cId="2231531415" sldId="2147483717"/>
              <ac:graphicFrameMk id="4" creationId="{3C9EBF25-435E-4713-846B-2829852AEC7D}"/>
            </ac:graphicFrameMkLst>
          </pc:graphicFrameChg>
        </pc:sldLayoutChg>
        <pc:sldLayoutChg chg="delSp modSp mod">
          <pc:chgData name="정지윤" userId="02c42eeb-3573-4fe0-87af-c4a597b73e9f" providerId="ADAL" clId="{7630AD6B-DBE3-4D90-BADE-239948B8900F}" dt="2023-09-20T01:16:00.278" v="51" actId="478"/>
          <pc:sldLayoutMkLst>
            <pc:docMk/>
            <pc:sldMasterMk cId="3730080836" sldId="2147483700"/>
            <pc:sldLayoutMk cId="3899118015" sldId="2147483719"/>
          </pc:sldLayoutMkLst>
          <pc:graphicFrameChg chg="del mod">
            <ac:chgData name="정지윤" userId="02c42eeb-3573-4fe0-87af-c4a597b73e9f" providerId="ADAL" clId="{7630AD6B-DBE3-4D90-BADE-239948B8900F}" dt="2023-09-20T01:16:00.278" v="51" actId="478"/>
            <ac:graphicFrameMkLst>
              <pc:docMk/>
              <pc:sldMasterMk cId="3730080836" sldId="2147483700"/>
              <pc:sldLayoutMk cId="3899118015" sldId="2147483719"/>
              <ac:graphicFrameMk id="3" creationId="{7AB61EE3-623F-4F37-A588-9B7F2ABCA7E5}"/>
            </ac:graphicFrameMkLst>
          </pc:graphicFrameChg>
        </pc:sldLayoutChg>
        <pc:sldLayoutChg chg="delSp mod">
          <pc:chgData name="정지윤" userId="02c42eeb-3573-4fe0-87af-c4a597b73e9f" providerId="ADAL" clId="{7630AD6B-DBE3-4D90-BADE-239948B8900F}" dt="2023-09-20T01:16:02.371" v="52" actId="478"/>
          <pc:sldLayoutMkLst>
            <pc:docMk/>
            <pc:sldMasterMk cId="3730080836" sldId="2147483700"/>
            <pc:sldLayoutMk cId="2542976959" sldId="2147483720"/>
          </pc:sldLayoutMkLst>
          <pc:graphicFrameChg chg="del">
            <ac:chgData name="정지윤" userId="02c42eeb-3573-4fe0-87af-c4a597b73e9f" providerId="ADAL" clId="{7630AD6B-DBE3-4D90-BADE-239948B8900F}" dt="2023-09-20T01:16:02.371" v="52" actId="478"/>
            <ac:graphicFrameMkLst>
              <pc:docMk/>
              <pc:sldMasterMk cId="3730080836" sldId="2147483700"/>
              <pc:sldLayoutMk cId="2542976959" sldId="2147483720"/>
              <ac:graphicFrameMk id="3" creationId="{7AB61EE3-623F-4F37-A588-9B7F2ABCA7E5}"/>
            </ac:graphicFrameMkLst>
          </pc:graphicFrameChg>
        </pc:sldLayoutChg>
        <pc:sldLayoutChg chg="delSp mod">
          <pc:chgData name="정지윤" userId="02c42eeb-3573-4fe0-87af-c4a597b73e9f" providerId="ADAL" clId="{7630AD6B-DBE3-4D90-BADE-239948B8900F}" dt="2023-09-20T01:15:57.971" v="50" actId="478"/>
          <pc:sldLayoutMkLst>
            <pc:docMk/>
            <pc:sldMasterMk cId="3730080836" sldId="2147483700"/>
            <pc:sldLayoutMk cId="667236195" sldId="2147483724"/>
          </pc:sldLayoutMkLst>
          <pc:graphicFrameChg chg="del">
            <ac:chgData name="정지윤" userId="02c42eeb-3573-4fe0-87af-c4a597b73e9f" providerId="ADAL" clId="{7630AD6B-DBE3-4D90-BADE-239948B8900F}" dt="2023-09-20T01:15:57.971" v="50" actId="478"/>
            <ac:graphicFrameMkLst>
              <pc:docMk/>
              <pc:sldMasterMk cId="3730080836" sldId="2147483700"/>
              <pc:sldLayoutMk cId="667236195" sldId="2147483724"/>
              <ac:graphicFrameMk id="3" creationId="{7AB61EE3-623F-4F37-A588-9B7F2ABCA7E5}"/>
            </ac:graphicFrameMkLst>
          </pc:graphicFrameChg>
        </pc:sldLayoutChg>
      </pc:sldMasterChg>
    </pc:docChg>
  </pc:docChgLst>
  <pc:docChgLst>
    <pc:chgData name="김명호" userId="e0d603aa-548e-418b-a070-918475337925" providerId="ADAL" clId="{18711EFA-257B-4260-A6C7-133818E8678F}"/>
    <pc:docChg chg="modSld modMainMaster">
      <pc:chgData name="김명호" userId="e0d603aa-548e-418b-a070-918475337925" providerId="ADAL" clId="{18711EFA-257B-4260-A6C7-133818E8678F}" dt="2023-09-20T01:32:21.189" v="102"/>
      <pc:docMkLst>
        <pc:docMk/>
      </pc:docMkLst>
      <pc:sldChg chg="modSp mod">
        <pc:chgData name="김명호" userId="e0d603aa-548e-418b-a070-918475337925" providerId="ADAL" clId="{18711EFA-257B-4260-A6C7-133818E8678F}" dt="2023-09-20T01:30:51.904" v="1" actId="20577"/>
        <pc:sldMkLst>
          <pc:docMk/>
          <pc:sldMk cId="663090028" sldId="259"/>
        </pc:sldMkLst>
        <pc:spChg chg="mod">
          <ac:chgData name="김명호" userId="e0d603aa-548e-418b-a070-918475337925" providerId="ADAL" clId="{18711EFA-257B-4260-A6C7-133818E8678F}" dt="2023-09-20T01:30:51.904" v="1" actId="20577"/>
          <ac:spMkLst>
            <pc:docMk/>
            <pc:sldMk cId="663090028" sldId="259"/>
            <ac:spMk id="3" creationId="{95F57DC9-C93A-4186-A70B-EE25477B45C9}"/>
          </ac:spMkLst>
        </pc:spChg>
      </pc:sldChg>
      <pc:sldChg chg="modSp mod">
        <pc:chgData name="김명호" userId="e0d603aa-548e-418b-a070-918475337925" providerId="ADAL" clId="{18711EFA-257B-4260-A6C7-133818E8678F}" dt="2023-09-20T01:31:21.304" v="85" actId="20577"/>
        <pc:sldMkLst>
          <pc:docMk/>
          <pc:sldMk cId="936676672" sldId="344"/>
        </pc:sldMkLst>
        <pc:graphicFrameChg chg="mod modGraphic">
          <ac:chgData name="김명호" userId="e0d603aa-548e-418b-a070-918475337925" providerId="ADAL" clId="{18711EFA-257B-4260-A6C7-133818E8678F}" dt="2023-09-20T01:31:21.304" v="85" actId="20577"/>
          <ac:graphicFrameMkLst>
            <pc:docMk/>
            <pc:sldMk cId="936676672" sldId="344"/>
            <ac:graphicFrameMk id="7" creationId="{978119AB-B35B-4D30-BA38-8140FAF453A1}"/>
          </ac:graphicFrameMkLst>
        </pc:graphicFrameChg>
      </pc:sldChg>
      <pc:sldChg chg="modSp mod">
        <pc:chgData name="김명호" userId="e0d603aa-548e-418b-a070-918475337925" providerId="ADAL" clId="{18711EFA-257B-4260-A6C7-133818E8678F}" dt="2023-09-20T01:31:39.275" v="97" actId="20577"/>
        <pc:sldMkLst>
          <pc:docMk/>
          <pc:sldMk cId="1687266130" sldId="362"/>
        </pc:sldMkLst>
        <pc:spChg chg="mod">
          <ac:chgData name="김명호" userId="e0d603aa-548e-418b-a070-918475337925" providerId="ADAL" clId="{18711EFA-257B-4260-A6C7-133818E8678F}" dt="2023-09-20T01:31:39.275" v="97" actId="20577"/>
          <ac:spMkLst>
            <pc:docMk/>
            <pc:sldMk cId="1687266130" sldId="362"/>
            <ac:spMk id="19" creationId="{49EB61F0-5091-4064-AF83-C21077B61AEB}"/>
          </ac:spMkLst>
        </pc:spChg>
      </pc:sldChg>
      <pc:sldMasterChg chg="modSp mod">
        <pc:chgData name="김명호" userId="e0d603aa-548e-418b-a070-918475337925" providerId="ADAL" clId="{18711EFA-257B-4260-A6C7-133818E8678F}" dt="2023-09-20T01:32:21.189" v="102"/>
        <pc:sldMasterMkLst>
          <pc:docMk/>
          <pc:sldMasterMk cId="3730080836" sldId="2147483700"/>
        </pc:sldMasterMkLst>
        <pc:spChg chg="mod">
          <ac:chgData name="김명호" userId="e0d603aa-548e-418b-a070-918475337925" providerId="ADAL" clId="{18711EFA-257B-4260-A6C7-133818E8678F}" dt="2023-09-20T01:32:21.189" v="102"/>
          <ac:spMkLst>
            <pc:docMk/>
            <pc:sldMasterMk cId="3730080836" sldId="2147483700"/>
            <ac:spMk id="5" creationId="{49D477C1-B80A-436A-873B-8939B1660757}"/>
          </ac:spMkLst>
        </pc:spChg>
      </pc:sldMasterChg>
    </pc:docChg>
  </pc:docChgLst>
  <pc:docChgLst>
    <pc:chgData name="김명호" userId="e0d603aa-548e-418b-a070-918475337925" providerId="ADAL" clId="{9447F428-1DA8-4D2C-947C-0B2E878AD40F}"/>
    <pc:docChg chg="undo custSel addSld delSld modSld sldOrd delSection modSection">
      <pc:chgData name="김명호" userId="e0d603aa-548e-418b-a070-918475337925" providerId="ADAL" clId="{9447F428-1DA8-4D2C-947C-0B2E878AD40F}" dt="2023-11-02T11:28:46.565" v="4264" actId="20577"/>
      <pc:docMkLst>
        <pc:docMk/>
      </pc:docMkLst>
      <pc:sldChg chg="del">
        <pc:chgData name="김명호" userId="e0d603aa-548e-418b-a070-918475337925" providerId="ADAL" clId="{9447F428-1DA8-4D2C-947C-0B2E878AD40F}" dt="2023-10-31T11:00:14.874" v="0" actId="47"/>
        <pc:sldMkLst>
          <pc:docMk/>
          <pc:sldMk cId="3235198309" sldId="1238"/>
        </pc:sldMkLst>
      </pc:sldChg>
      <pc:sldChg chg="addSp modSp add del mod">
        <pc:chgData name="김명호" userId="e0d603aa-548e-418b-a070-918475337925" providerId="ADAL" clId="{9447F428-1DA8-4D2C-947C-0B2E878AD40F}" dt="2023-10-31T11:53:53.212" v="2949"/>
        <pc:sldMkLst>
          <pc:docMk/>
          <pc:sldMk cId="3816687852" sldId="1239"/>
        </pc:sldMkLst>
        <pc:spChg chg="mod">
          <ac:chgData name="김명호" userId="e0d603aa-548e-418b-a070-918475337925" providerId="ADAL" clId="{9447F428-1DA8-4D2C-947C-0B2E878AD40F}" dt="2023-10-31T11:52:34.022" v="2945" actId="20577"/>
          <ac:spMkLst>
            <pc:docMk/>
            <pc:sldMk cId="3816687852" sldId="1239"/>
            <ac:spMk id="7" creationId="{0C81DD60-D84B-4D3C-8F3E-7D0E22E11300}"/>
          </ac:spMkLst>
        </pc:spChg>
        <pc:spChg chg="mod">
          <ac:chgData name="김명호" userId="e0d603aa-548e-418b-a070-918475337925" providerId="ADAL" clId="{9447F428-1DA8-4D2C-947C-0B2E878AD40F}" dt="2023-10-31T11:51:59.018" v="2837" actId="14100"/>
          <ac:spMkLst>
            <pc:docMk/>
            <pc:sldMk cId="3816687852" sldId="1239"/>
            <ac:spMk id="18" creationId="{7E4AD932-241A-B4CA-BC0D-D9D8C7C94CB2}"/>
          </ac:spMkLst>
        </pc:spChg>
        <pc:graphicFrameChg chg="mod">
          <ac:chgData name="김명호" userId="e0d603aa-548e-418b-a070-918475337925" providerId="ADAL" clId="{9447F428-1DA8-4D2C-947C-0B2E878AD40F}" dt="2023-10-31T11:53:53.212" v="2949"/>
          <ac:graphicFrameMkLst>
            <pc:docMk/>
            <pc:sldMk cId="3816687852" sldId="1239"/>
            <ac:graphicFrameMk id="3" creationId="{EB5E6BEF-7528-22F3-81D3-C88DBE43847E}"/>
          </ac:graphicFrameMkLst>
        </pc:graphicFrameChg>
        <pc:cxnChg chg="add mod">
          <ac:chgData name="김명호" userId="e0d603aa-548e-418b-a070-918475337925" providerId="ADAL" clId="{9447F428-1DA8-4D2C-947C-0B2E878AD40F}" dt="2023-10-31T11:52:01.611" v="2838" actId="1076"/>
          <ac:cxnSpMkLst>
            <pc:docMk/>
            <pc:sldMk cId="3816687852" sldId="1239"/>
            <ac:cxnSpMk id="4" creationId="{445AAD6B-76B0-687C-9875-C138E969C392}"/>
          </ac:cxnSpMkLst>
        </pc:cxnChg>
      </pc:sldChg>
      <pc:sldChg chg="addSp delSp modSp mod">
        <pc:chgData name="김명호" userId="e0d603aa-548e-418b-a070-918475337925" providerId="ADAL" clId="{9447F428-1DA8-4D2C-947C-0B2E878AD40F}" dt="2023-10-31T11:13:41.165" v="1108" actId="6549"/>
        <pc:sldMkLst>
          <pc:docMk/>
          <pc:sldMk cId="3524124884" sldId="1241"/>
        </pc:sldMkLst>
        <pc:spChg chg="add mod">
          <ac:chgData name="김명호" userId="e0d603aa-548e-418b-a070-918475337925" providerId="ADAL" clId="{9447F428-1DA8-4D2C-947C-0B2E878AD40F}" dt="2023-10-31T11:06:50.929" v="146" actId="1076"/>
          <ac:spMkLst>
            <pc:docMk/>
            <pc:sldMk cId="3524124884" sldId="1241"/>
            <ac:spMk id="5" creationId="{19C65246-A565-16F7-7EA1-C7C71FE17987}"/>
          </ac:spMkLst>
        </pc:spChg>
        <pc:spChg chg="mod">
          <ac:chgData name="김명호" userId="e0d603aa-548e-418b-a070-918475337925" providerId="ADAL" clId="{9447F428-1DA8-4D2C-947C-0B2E878AD40F}" dt="2023-10-31T11:13:41.165" v="1108" actId="6549"/>
          <ac:spMkLst>
            <pc:docMk/>
            <pc:sldMk cId="3524124884" sldId="1241"/>
            <ac:spMk id="7" creationId="{0C81DD60-D84B-4D3C-8F3E-7D0E22E11300}"/>
          </ac:spMkLst>
        </pc:spChg>
        <pc:spChg chg="del mod">
          <ac:chgData name="김명호" userId="e0d603aa-548e-418b-a070-918475337925" providerId="ADAL" clId="{9447F428-1DA8-4D2C-947C-0B2E878AD40F}" dt="2023-10-31T11:06:29.407" v="140" actId="478"/>
          <ac:spMkLst>
            <pc:docMk/>
            <pc:sldMk cId="3524124884" sldId="1241"/>
            <ac:spMk id="10" creationId="{5BE13981-CB9C-7051-D3C8-B813BF090CFE}"/>
          </ac:spMkLst>
        </pc:spChg>
        <pc:spChg chg="add del">
          <ac:chgData name="김명호" userId="e0d603aa-548e-418b-a070-918475337925" providerId="ADAL" clId="{9447F428-1DA8-4D2C-947C-0B2E878AD40F}" dt="2023-10-31T11:06:18.712" v="137" actId="478"/>
          <ac:spMkLst>
            <pc:docMk/>
            <pc:sldMk cId="3524124884" sldId="1241"/>
            <ac:spMk id="13" creationId="{0D3A752A-5591-55DA-6FDF-89A4E52150FC}"/>
          </ac:spMkLst>
        </pc:spChg>
        <pc:picChg chg="mod">
          <ac:chgData name="김명호" userId="e0d603aa-548e-418b-a070-918475337925" providerId="ADAL" clId="{9447F428-1DA8-4D2C-947C-0B2E878AD40F}" dt="2023-10-31T11:06:50.929" v="146" actId="1076"/>
          <ac:picMkLst>
            <pc:docMk/>
            <pc:sldMk cId="3524124884" sldId="1241"/>
            <ac:picMk id="9" creationId="{66680C0E-9431-2C60-C6F0-80E4AD915249}"/>
          </ac:picMkLst>
        </pc:picChg>
        <pc:picChg chg="add del">
          <ac:chgData name="김명호" userId="e0d603aa-548e-418b-a070-918475337925" providerId="ADAL" clId="{9447F428-1DA8-4D2C-947C-0B2E878AD40F}" dt="2023-10-31T11:06:19.236" v="138" actId="478"/>
          <ac:picMkLst>
            <pc:docMk/>
            <pc:sldMk cId="3524124884" sldId="1241"/>
            <ac:picMk id="12" creationId="{7B8C7EC2-59C7-4714-4EBC-0671EFC6BE3B}"/>
          </ac:picMkLst>
        </pc:picChg>
        <pc:cxnChg chg="add mod">
          <ac:chgData name="김명호" userId="e0d603aa-548e-418b-a070-918475337925" providerId="ADAL" clId="{9447F428-1DA8-4D2C-947C-0B2E878AD40F}" dt="2023-10-31T11:06:50.929" v="146" actId="1076"/>
          <ac:cxnSpMkLst>
            <pc:docMk/>
            <pc:sldMk cId="3524124884" sldId="1241"/>
            <ac:cxnSpMk id="6" creationId="{F213BA58-73D6-5383-2AF7-1E9211127EE2}"/>
          </ac:cxnSpMkLst>
        </pc:cxnChg>
        <pc:cxnChg chg="del mod">
          <ac:chgData name="김명호" userId="e0d603aa-548e-418b-a070-918475337925" providerId="ADAL" clId="{9447F428-1DA8-4D2C-947C-0B2E878AD40F}" dt="2023-10-31T11:06:20.497" v="139" actId="478"/>
          <ac:cxnSpMkLst>
            <pc:docMk/>
            <pc:sldMk cId="3524124884" sldId="1241"/>
            <ac:cxnSpMk id="15" creationId="{0140A813-BC7B-AB0B-10EA-3F21A03401BE}"/>
          </ac:cxnSpMkLst>
        </pc:cxnChg>
      </pc:sldChg>
      <pc:sldChg chg="del">
        <pc:chgData name="김명호" userId="e0d603aa-548e-418b-a070-918475337925" providerId="ADAL" clId="{9447F428-1DA8-4D2C-947C-0B2E878AD40F}" dt="2023-10-31T11:04:26.438" v="130" actId="47"/>
        <pc:sldMkLst>
          <pc:docMk/>
          <pc:sldMk cId="2604348244" sldId="1242"/>
        </pc:sldMkLst>
      </pc:sldChg>
      <pc:sldChg chg="addSp delSp modSp mod">
        <pc:chgData name="김명호" userId="e0d603aa-548e-418b-a070-918475337925" providerId="ADAL" clId="{9447F428-1DA8-4D2C-947C-0B2E878AD40F}" dt="2023-10-31T11:54:37.275" v="2955"/>
        <pc:sldMkLst>
          <pc:docMk/>
          <pc:sldMk cId="295400668" sldId="1243"/>
        </pc:sldMkLst>
        <pc:spChg chg="add mod">
          <ac:chgData name="김명호" userId="e0d603aa-548e-418b-a070-918475337925" providerId="ADAL" clId="{9447F428-1DA8-4D2C-947C-0B2E878AD40F}" dt="2023-10-31T11:16:54.536" v="1145" actId="1036"/>
          <ac:spMkLst>
            <pc:docMk/>
            <pc:sldMk cId="295400668" sldId="1243"/>
            <ac:spMk id="4" creationId="{EE1F067C-9A10-FDE6-1755-A7E7CEDC6DFE}"/>
          </ac:spMkLst>
        </pc:spChg>
        <pc:spChg chg="mod">
          <ac:chgData name="김명호" userId="e0d603aa-548e-418b-a070-918475337925" providerId="ADAL" clId="{9447F428-1DA8-4D2C-947C-0B2E878AD40F}" dt="2023-10-31T11:21:37.796" v="1357" actId="20577"/>
          <ac:spMkLst>
            <pc:docMk/>
            <pc:sldMk cId="295400668" sldId="1243"/>
            <ac:spMk id="7" creationId="{0C81DD60-D84B-4D3C-8F3E-7D0E22E11300}"/>
          </ac:spMkLst>
        </pc:spChg>
        <pc:spChg chg="mod">
          <ac:chgData name="김명호" userId="e0d603aa-548e-418b-a070-918475337925" providerId="ADAL" clId="{9447F428-1DA8-4D2C-947C-0B2E878AD40F}" dt="2023-10-31T11:17:22.379" v="1148"/>
          <ac:spMkLst>
            <pc:docMk/>
            <pc:sldMk cId="295400668" sldId="1243"/>
            <ac:spMk id="9" creationId="{AC8D1B21-F0E7-1883-4BBF-C46CA726856C}"/>
          </ac:spMkLst>
        </pc:spChg>
        <pc:spChg chg="mod">
          <ac:chgData name="김명호" userId="e0d603aa-548e-418b-a070-918475337925" providerId="ADAL" clId="{9447F428-1DA8-4D2C-947C-0B2E878AD40F}" dt="2023-10-31T11:17:38.212" v="1164" actId="20577"/>
          <ac:spMkLst>
            <pc:docMk/>
            <pc:sldMk cId="295400668" sldId="1243"/>
            <ac:spMk id="10" creationId="{CB04E24F-235B-72D6-672B-F7BD40993EFC}"/>
          </ac:spMkLst>
        </pc:spChg>
        <pc:spChg chg="mod">
          <ac:chgData name="김명호" userId="e0d603aa-548e-418b-a070-918475337925" providerId="ADAL" clId="{9447F428-1DA8-4D2C-947C-0B2E878AD40F}" dt="2023-10-31T11:17:22.379" v="1148"/>
          <ac:spMkLst>
            <pc:docMk/>
            <pc:sldMk cId="295400668" sldId="1243"/>
            <ac:spMk id="12" creationId="{2E92C389-8DBD-41A7-E6E4-BAE253B1F723}"/>
          </ac:spMkLst>
        </pc:spChg>
        <pc:spChg chg="del">
          <ac:chgData name="김명호" userId="e0d603aa-548e-418b-a070-918475337925" providerId="ADAL" clId="{9447F428-1DA8-4D2C-947C-0B2E878AD40F}" dt="2023-10-31T11:16:48.127" v="1138" actId="478"/>
          <ac:spMkLst>
            <pc:docMk/>
            <pc:sldMk cId="295400668" sldId="1243"/>
            <ac:spMk id="13" creationId="{0D3A752A-5591-55DA-6FDF-89A4E52150FC}"/>
          </ac:spMkLst>
        </pc:spChg>
        <pc:spChg chg="mod">
          <ac:chgData name="김명호" userId="e0d603aa-548e-418b-a070-918475337925" providerId="ADAL" clId="{9447F428-1DA8-4D2C-947C-0B2E878AD40F}" dt="2023-10-31T11:17:22.379" v="1148"/>
          <ac:spMkLst>
            <pc:docMk/>
            <pc:sldMk cId="295400668" sldId="1243"/>
            <ac:spMk id="14" creationId="{9DE4AA8C-203F-09A8-4AD3-DF501B47977E}"/>
          </ac:spMkLst>
        </pc:spChg>
        <pc:grpChg chg="add mod">
          <ac:chgData name="김명호" userId="e0d603aa-548e-418b-a070-918475337925" providerId="ADAL" clId="{9447F428-1DA8-4D2C-947C-0B2E878AD40F}" dt="2023-10-31T11:21:06.259" v="1260" actId="1076"/>
          <ac:grpSpMkLst>
            <pc:docMk/>
            <pc:sldMk cId="295400668" sldId="1243"/>
            <ac:grpSpMk id="8" creationId="{49358CC6-2116-495A-7C7C-1A76C437484D}"/>
          </ac:grpSpMkLst>
        </pc:grpChg>
        <pc:grpChg chg="add del mod">
          <ac:chgData name="김명호" userId="e0d603aa-548e-418b-a070-918475337925" providerId="ADAL" clId="{9447F428-1DA8-4D2C-947C-0B2E878AD40F}" dt="2023-10-31T11:17:25.916" v="1149" actId="478"/>
          <ac:grpSpMkLst>
            <pc:docMk/>
            <pc:sldMk cId="295400668" sldId="1243"/>
            <ac:grpSpMk id="11" creationId="{5DFD98F6-149A-A9F8-2ACB-ED3C46C495D6}"/>
          </ac:grpSpMkLst>
        </pc:grpChg>
        <pc:graphicFrameChg chg="mod">
          <ac:chgData name="김명호" userId="e0d603aa-548e-418b-a070-918475337925" providerId="ADAL" clId="{9447F428-1DA8-4D2C-947C-0B2E878AD40F}" dt="2023-10-31T11:54:37.275" v="2955"/>
          <ac:graphicFrameMkLst>
            <pc:docMk/>
            <pc:sldMk cId="295400668" sldId="1243"/>
            <ac:graphicFrameMk id="3" creationId="{EB5E6BEF-7528-22F3-81D3-C88DBE43847E}"/>
          </ac:graphicFrameMkLst>
        </pc:graphicFrameChg>
        <pc:cxnChg chg="add mod">
          <ac:chgData name="김명호" userId="e0d603aa-548e-418b-a070-918475337925" providerId="ADAL" clId="{9447F428-1DA8-4D2C-947C-0B2E878AD40F}" dt="2023-10-31T11:16:54.536" v="1145" actId="1036"/>
          <ac:cxnSpMkLst>
            <pc:docMk/>
            <pc:sldMk cId="295400668" sldId="1243"/>
            <ac:cxnSpMk id="5" creationId="{04A76A42-4E9D-E393-C2F4-D3E835126C5B}"/>
          </ac:cxnSpMkLst>
        </pc:cxnChg>
      </pc:sldChg>
      <pc:sldChg chg="addSp modSp mod">
        <pc:chgData name="김명호" userId="e0d603aa-548e-418b-a070-918475337925" providerId="ADAL" clId="{9447F428-1DA8-4D2C-947C-0B2E878AD40F}" dt="2023-10-31T11:36:32.545" v="2318" actId="1076"/>
        <pc:sldMkLst>
          <pc:docMk/>
          <pc:sldMk cId="2390385797" sldId="1246"/>
        </pc:sldMkLst>
        <pc:picChg chg="mod">
          <ac:chgData name="김명호" userId="e0d603aa-548e-418b-a070-918475337925" providerId="ADAL" clId="{9447F428-1DA8-4D2C-947C-0B2E878AD40F}" dt="2023-10-31T11:36:23.876" v="2313" actId="1076"/>
          <ac:picMkLst>
            <pc:docMk/>
            <pc:sldMk cId="2390385797" sldId="1246"/>
            <ac:picMk id="9" creationId="{8481CF45-2E06-9DD5-1BDC-A4C9F123732D}"/>
          </ac:picMkLst>
        </pc:picChg>
        <pc:cxnChg chg="add mod">
          <ac:chgData name="김명호" userId="e0d603aa-548e-418b-a070-918475337925" providerId="ADAL" clId="{9447F428-1DA8-4D2C-947C-0B2E878AD40F}" dt="2023-10-31T11:36:26.036" v="2314" actId="1076"/>
          <ac:cxnSpMkLst>
            <pc:docMk/>
            <pc:sldMk cId="2390385797" sldId="1246"/>
            <ac:cxnSpMk id="4" creationId="{7252EDFC-ABD5-5E0C-57AC-053228D85865}"/>
          </ac:cxnSpMkLst>
        </pc:cxnChg>
        <pc:cxnChg chg="add mod">
          <ac:chgData name="김명호" userId="e0d603aa-548e-418b-a070-918475337925" providerId="ADAL" clId="{9447F428-1DA8-4D2C-947C-0B2E878AD40F}" dt="2023-10-31T11:36:28.822" v="2316" actId="1076"/>
          <ac:cxnSpMkLst>
            <pc:docMk/>
            <pc:sldMk cId="2390385797" sldId="1246"/>
            <ac:cxnSpMk id="5" creationId="{76B4EE36-EACF-4160-E50C-B64226F4305E}"/>
          </ac:cxnSpMkLst>
        </pc:cxnChg>
        <pc:cxnChg chg="add mod">
          <ac:chgData name="김명호" userId="e0d603aa-548e-418b-a070-918475337925" providerId="ADAL" clId="{9447F428-1DA8-4D2C-947C-0B2E878AD40F}" dt="2023-10-31T11:36:32.545" v="2318" actId="1076"/>
          <ac:cxnSpMkLst>
            <pc:docMk/>
            <pc:sldMk cId="2390385797" sldId="1246"/>
            <ac:cxnSpMk id="6" creationId="{F23EBAC0-B12C-8C3F-09FD-A6ED1E4C29A1}"/>
          </ac:cxnSpMkLst>
        </pc:cxnChg>
      </pc:sldChg>
      <pc:sldChg chg="addSp delSp modSp mod">
        <pc:chgData name="김명호" userId="e0d603aa-548e-418b-a070-918475337925" providerId="ADAL" clId="{9447F428-1DA8-4D2C-947C-0B2E878AD40F}" dt="2023-10-31T11:58:11.612" v="2977" actId="20577"/>
        <pc:sldMkLst>
          <pc:docMk/>
          <pc:sldMk cId="1941828152" sldId="1247"/>
        </pc:sldMkLst>
        <pc:spChg chg="add del mod">
          <ac:chgData name="김명호" userId="e0d603aa-548e-418b-a070-918475337925" providerId="ADAL" clId="{9447F428-1DA8-4D2C-947C-0B2E878AD40F}" dt="2023-10-31T11:39:02.515" v="2363" actId="478"/>
          <ac:spMkLst>
            <pc:docMk/>
            <pc:sldMk cId="1941828152" sldId="1247"/>
            <ac:spMk id="5" creationId="{A931546F-7B62-A3E0-484D-47902CEFB87D}"/>
          </ac:spMkLst>
        </pc:spChg>
        <pc:spChg chg="add mod">
          <ac:chgData name="김명호" userId="e0d603aa-548e-418b-a070-918475337925" providerId="ADAL" clId="{9447F428-1DA8-4D2C-947C-0B2E878AD40F}" dt="2023-10-31T11:39:22.636" v="2366" actId="14100"/>
          <ac:spMkLst>
            <pc:docMk/>
            <pc:sldMk cId="1941828152" sldId="1247"/>
            <ac:spMk id="6" creationId="{F666CC41-84A8-1B9A-EDA4-6E6ED88AA2BF}"/>
          </ac:spMkLst>
        </pc:spChg>
        <pc:spChg chg="mod">
          <ac:chgData name="김명호" userId="e0d603aa-548e-418b-a070-918475337925" providerId="ADAL" clId="{9447F428-1DA8-4D2C-947C-0B2E878AD40F}" dt="2023-10-31T11:48:16.408" v="2833" actId="6549"/>
          <ac:spMkLst>
            <pc:docMk/>
            <pc:sldMk cId="1941828152" sldId="1247"/>
            <ac:spMk id="7" creationId="{0C81DD60-D84B-4D3C-8F3E-7D0E22E11300}"/>
          </ac:spMkLst>
        </pc:spChg>
        <pc:spChg chg="del">
          <ac:chgData name="김명호" userId="e0d603aa-548e-418b-a070-918475337925" providerId="ADAL" clId="{9447F428-1DA8-4D2C-947C-0B2E878AD40F}" dt="2023-10-31T11:38:54.636" v="2361" actId="478"/>
          <ac:spMkLst>
            <pc:docMk/>
            <pc:sldMk cId="1941828152" sldId="1247"/>
            <ac:spMk id="8" creationId="{792C2419-16CA-5F1D-EAA5-A2716115961B}"/>
          </ac:spMkLst>
        </pc:spChg>
        <pc:spChg chg="del">
          <ac:chgData name="김명호" userId="e0d603aa-548e-418b-a070-918475337925" providerId="ADAL" clId="{9447F428-1DA8-4D2C-947C-0B2E878AD40F}" dt="2023-10-31T11:38:50.184" v="2360" actId="478"/>
          <ac:spMkLst>
            <pc:docMk/>
            <pc:sldMk cId="1941828152" sldId="1247"/>
            <ac:spMk id="12" creationId="{C0D6D383-77F7-0EE1-F85E-56D5405D3CDD}"/>
          </ac:spMkLst>
        </pc:spChg>
        <pc:spChg chg="del">
          <ac:chgData name="김명호" userId="e0d603aa-548e-418b-a070-918475337925" providerId="ADAL" clId="{9447F428-1DA8-4D2C-947C-0B2E878AD40F}" dt="2023-10-31T11:38:50.184" v="2360" actId="478"/>
          <ac:spMkLst>
            <pc:docMk/>
            <pc:sldMk cId="1941828152" sldId="1247"/>
            <ac:spMk id="14" creationId="{EEC7C31E-50B7-4FD2-FF7F-55147C8B62D6}"/>
          </ac:spMkLst>
        </pc:spChg>
        <pc:spChg chg="del">
          <ac:chgData name="김명호" userId="e0d603aa-548e-418b-a070-918475337925" providerId="ADAL" clId="{9447F428-1DA8-4D2C-947C-0B2E878AD40F}" dt="2023-10-31T11:38:50.184" v="2360" actId="478"/>
          <ac:spMkLst>
            <pc:docMk/>
            <pc:sldMk cId="1941828152" sldId="1247"/>
            <ac:spMk id="17" creationId="{BD277BEB-9193-6B38-E7D6-92CAA3A16323}"/>
          </ac:spMkLst>
        </pc:spChg>
        <pc:spChg chg="del">
          <ac:chgData name="김명호" userId="e0d603aa-548e-418b-a070-918475337925" providerId="ADAL" clId="{9447F428-1DA8-4D2C-947C-0B2E878AD40F}" dt="2023-10-31T11:38:50.184" v="2360" actId="478"/>
          <ac:spMkLst>
            <pc:docMk/>
            <pc:sldMk cId="1941828152" sldId="1247"/>
            <ac:spMk id="18" creationId="{248CC90B-E513-6374-8757-FD746F34CA40}"/>
          </ac:spMkLst>
        </pc:spChg>
        <pc:graphicFrameChg chg="mod modGraphic">
          <ac:chgData name="김명호" userId="e0d603aa-548e-418b-a070-918475337925" providerId="ADAL" clId="{9447F428-1DA8-4D2C-947C-0B2E878AD40F}" dt="2023-10-31T11:58:11.612" v="2977" actId="20577"/>
          <ac:graphicFrameMkLst>
            <pc:docMk/>
            <pc:sldMk cId="1941828152" sldId="1247"/>
            <ac:graphicFrameMk id="3" creationId="{EB5E6BEF-7528-22F3-81D3-C88DBE43847E}"/>
          </ac:graphicFrameMkLst>
        </pc:graphicFrameChg>
        <pc:cxnChg chg="add mod">
          <ac:chgData name="김명호" userId="e0d603aa-548e-418b-a070-918475337925" providerId="ADAL" clId="{9447F428-1DA8-4D2C-947C-0B2E878AD40F}" dt="2023-10-31T11:38:48.435" v="2359" actId="1076"/>
          <ac:cxnSpMkLst>
            <pc:docMk/>
            <pc:sldMk cId="1941828152" sldId="1247"/>
            <ac:cxnSpMk id="4" creationId="{BAD265E0-6064-B537-75F7-319A344A8E86}"/>
          </ac:cxnSpMkLst>
        </pc:cxnChg>
      </pc:sldChg>
      <pc:sldChg chg="addSp delSp modSp mod">
        <pc:chgData name="김명호" userId="e0d603aa-548e-418b-a070-918475337925" providerId="ADAL" clId="{9447F428-1DA8-4D2C-947C-0B2E878AD40F}" dt="2023-10-31T11:03:11.783" v="129" actId="20577"/>
        <pc:sldMkLst>
          <pc:docMk/>
          <pc:sldMk cId="4082353331" sldId="1248"/>
        </pc:sldMkLst>
        <pc:spChg chg="add mod">
          <ac:chgData name="김명호" userId="e0d603aa-548e-418b-a070-918475337925" providerId="ADAL" clId="{9447F428-1DA8-4D2C-947C-0B2E878AD40F}" dt="2023-10-31T11:02:40.274" v="7" actId="14100"/>
          <ac:spMkLst>
            <pc:docMk/>
            <pc:sldMk cId="4082353331" sldId="1248"/>
            <ac:spMk id="4" creationId="{E4DC2D80-C0BE-32B2-3628-1B85C3768938}"/>
          </ac:spMkLst>
        </pc:spChg>
        <pc:spChg chg="mod">
          <ac:chgData name="김명호" userId="e0d603aa-548e-418b-a070-918475337925" providerId="ADAL" clId="{9447F428-1DA8-4D2C-947C-0B2E878AD40F}" dt="2023-10-31T11:03:11.783" v="129" actId="20577"/>
          <ac:spMkLst>
            <pc:docMk/>
            <pc:sldMk cId="4082353331" sldId="1248"/>
            <ac:spMk id="7" creationId="{0C81DD60-D84B-4D3C-8F3E-7D0E22E11300}"/>
          </ac:spMkLst>
        </pc:spChg>
        <pc:spChg chg="del mod">
          <ac:chgData name="김명호" userId="e0d603aa-548e-418b-a070-918475337925" providerId="ADAL" clId="{9447F428-1DA8-4D2C-947C-0B2E878AD40F}" dt="2023-10-31T11:02:24.025" v="2" actId="478"/>
          <ac:spMkLst>
            <pc:docMk/>
            <pc:sldMk cId="4082353331" sldId="1248"/>
            <ac:spMk id="18" creationId="{7E4AD932-241A-B4CA-BC0D-D9D8C7C94CB2}"/>
          </ac:spMkLst>
        </pc:spChg>
        <pc:cxnChg chg="add mod">
          <ac:chgData name="김명호" userId="e0d603aa-548e-418b-a070-918475337925" providerId="ADAL" clId="{9447F428-1DA8-4D2C-947C-0B2E878AD40F}" dt="2023-10-31T11:02:32.853" v="4" actId="1076"/>
          <ac:cxnSpMkLst>
            <pc:docMk/>
            <pc:sldMk cId="4082353331" sldId="1248"/>
            <ac:cxnSpMk id="5" creationId="{86E5F79F-94C9-7EF2-F5F5-A4A209B6213E}"/>
          </ac:cxnSpMkLst>
        </pc:cxnChg>
      </pc:sldChg>
      <pc:sldChg chg="addSp delSp modSp mod ord">
        <pc:chgData name="김명호" userId="e0d603aa-548e-418b-a070-918475337925" providerId="ADAL" clId="{9447F428-1DA8-4D2C-947C-0B2E878AD40F}" dt="2023-10-31T11:56:05.833" v="2965"/>
        <pc:sldMkLst>
          <pc:docMk/>
          <pc:sldMk cId="2322667942" sldId="1249"/>
        </pc:sldMkLst>
        <pc:spChg chg="mod">
          <ac:chgData name="김명호" userId="e0d603aa-548e-418b-a070-918475337925" providerId="ADAL" clId="{9447F428-1DA8-4D2C-947C-0B2E878AD40F}" dt="2023-10-31T11:47:41.255" v="2765" actId="20577"/>
          <ac:spMkLst>
            <pc:docMk/>
            <pc:sldMk cId="2322667942" sldId="1249"/>
            <ac:spMk id="7" creationId="{0C81DD60-D84B-4D3C-8F3E-7D0E22E11300}"/>
          </ac:spMkLst>
        </pc:spChg>
        <pc:spChg chg="add mod">
          <ac:chgData name="김명호" userId="e0d603aa-548e-418b-a070-918475337925" providerId="ADAL" clId="{9447F428-1DA8-4D2C-947C-0B2E878AD40F}" dt="2023-10-31T11:45:59.214" v="2389" actId="14100"/>
          <ac:spMkLst>
            <pc:docMk/>
            <pc:sldMk cId="2322667942" sldId="1249"/>
            <ac:spMk id="9" creationId="{82932151-0386-5F49-8480-5996917FD854}"/>
          </ac:spMkLst>
        </pc:spChg>
        <pc:spChg chg="del">
          <ac:chgData name="김명호" userId="e0d603aa-548e-418b-a070-918475337925" providerId="ADAL" clId="{9447F428-1DA8-4D2C-947C-0B2E878AD40F}" dt="2023-10-31T11:45:39.037" v="2377" actId="478"/>
          <ac:spMkLst>
            <pc:docMk/>
            <pc:sldMk cId="2322667942" sldId="1249"/>
            <ac:spMk id="13" creationId="{0D3A752A-5591-55DA-6FDF-89A4E52150FC}"/>
          </ac:spMkLst>
        </pc:spChg>
        <pc:graphicFrameChg chg="mod modGraphic">
          <ac:chgData name="김명호" userId="e0d603aa-548e-418b-a070-918475337925" providerId="ADAL" clId="{9447F428-1DA8-4D2C-947C-0B2E878AD40F}" dt="2023-10-31T11:56:05.833" v="2965"/>
          <ac:graphicFrameMkLst>
            <pc:docMk/>
            <pc:sldMk cId="2322667942" sldId="1249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9447F428-1DA8-4D2C-947C-0B2E878AD40F}" dt="2023-10-31T11:45:00.600" v="2368" actId="478"/>
          <ac:picMkLst>
            <pc:docMk/>
            <pc:sldMk cId="2322667942" sldId="1249"/>
            <ac:picMk id="5" creationId="{A8447956-CD93-22F6-83DE-ED34C60EFCA4}"/>
          </ac:picMkLst>
        </pc:picChg>
        <pc:picChg chg="add mod ord modCrop">
          <ac:chgData name="김명호" userId="e0d603aa-548e-418b-a070-918475337925" providerId="ADAL" clId="{9447F428-1DA8-4D2C-947C-0B2E878AD40F}" dt="2023-10-31T11:45:31.214" v="2376" actId="167"/>
          <ac:picMkLst>
            <pc:docMk/>
            <pc:sldMk cId="2322667942" sldId="1249"/>
            <ac:picMk id="8" creationId="{522DB192-E46B-7366-0C88-C020D83490F0}"/>
          </ac:picMkLst>
        </pc:picChg>
        <pc:cxnChg chg="add mod">
          <ac:chgData name="김명호" userId="e0d603aa-548e-418b-a070-918475337925" providerId="ADAL" clId="{9447F428-1DA8-4D2C-947C-0B2E878AD40F}" dt="2023-10-31T11:45:54.835" v="2388" actId="1036"/>
          <ac:cxnSpMkLst>
            <pc:docMk/>
            <pc:sldMk cId="2322667942" sldId="1249"/>
            <ac:cxnSpMk id="4" creationId="{053A19E1-6E6B-4F2B-C72D-8EE58F36A128}"/>
          </ac:cxnSpMkLst>
        </pc:cxnChg>
      </pc:sldChg>
      <pc:sldChg chg="addSp modSp mod">
        <pc:chgData name="김명호" userId="e0d603aa-548e-418b-a070-918475337925" providerId="ADAL" clId="{9447F428-1DA8-4D2C-947C-0B2E878AD40F}" dt="2023-10-31T11:38:24.545" v="2352"/>
        <pc:sldMkLst>
          <pc:docMk/>
          <pc:sldMk cId="4216325724" sldId="1250"/>
        </pc:sldMkLst>
        <pc:spChg chg="mod">
          <ac:chgData name="김명호" userId="e0d603aa-548e-418b-a070-918475337925" providerId="ADAL" clId="{9447F428-1DA8-4D2C-947C-0B2E878AD40F}" dt="2023-10-31T11:26:31.952" v="1619" actId="20577"/>
          <ac:spMkLst>
            <pc:docMk/>
            <pc:sldMk cId="4216325724" sldId="1250"/>
            <ac:spMk id="7" creationId="{0C81DD60-D84B-4D3C-8F3E-7D0E22E11300}"/>
          </ac:spMkLst>
        </pc:spChg>
        <pc:cxnChg chg="add mod">
          <ac:chgData name="김명호" userId="e0d603aa-548e-418b-a070-918475337925" providerId="ADAL" clId="{9447F428-1DA8-4D2C-947C-0B2E878AD40F}" dt="2023-10-31T11:38:24.545" v="2352"/>
          <ac:cxnSpMkLst>
            <pc:docMk/>
            <pc:sldMk cId="4216325724" sldId="1250"/>
            <ac:cxnSpMk id="4" creationId="{C24E9A0E-25C4-63DB-D77A-E6E3CD1951A2}"/>
          </ac:cxnSpMkLst>
        </pc:cxnChg>
      </pc:sldChg>
      <pc:sldChg chg="addSp modSp mod">
        <pc:chgData name="김명호" userId="e0d603aa-548e-418b-a070-918475337925" providerId="ADAL" clId="{9447F428-1DA8-4D2C-947C-0B2E878AD40F}" dt="2023-10-31T11:56:20.413" v="2967" actId="20577"/>
        <pc:sldMkLst>
          <pc:docMk/>
          <pc:sldMk cId="1011153317" sldId="1252"/>
        </pc:sldMkLst>
        <pc:spChg chg="mod">
          <ac:chgData name="김명호" userId="e0d603aa-548e-418b-a070-918475337925" providerId="ADAL" clId="{9447F428-1DA8-4D2C-947C-0B2E878AD40F}" dt="2023-10-31T11:26:56.631" v="1620"/>
          <ac:spMkLst>
            <pc:docMk/>
            <pc:sldMk cId="1011153317" sldId="1252"/>
            <ac:spMk id="7" creationId="{0C81DD60-D84B-4D3C-8F3E-7D0E22E11300}"/>
          </ac:spMkLst>
        </pc:spChg>
        <pc:graphicFrameChg chg="mod modGraphic">
          <ac:chgData name="김명호" userId="e0d603aa-548e-418b-a070-918475337925" providerId="ADAL" clId="{9447F428-1DA8-4D2C-947C-0B2E878AD40F}" dt="2023-10-31T11:56:20.413" v="2967" actId="20577"/>
          <ac:graphicFrameMkLst>
            <pc:docMk/>
            <pc:sldMk cId="1011153317" sldId="1252"/>
            <ac:graphicFrameMk id="3" creationId="{EB5E6BEF-7528-22F3-81D3-C88DBE43847E}"/>
          </ac:graphicFrameMkLst>
        </pc:graphicFrameChg>
        <pc:cxnChg chg="add mod">
          <ac:chgData name="김명호" userId="e0d603aa-548e-418b-a070-918475337925" providerId="ADAL" clId="{9447F428-1DA8-4D2C-947C-0B2E878AD40F}" dt="2023-10-31T11:38:29.130" v="2354" actId="1076"/>
          <ac:cxnSpMkLst>
            <pc:docMk/>
            <pc:sldMk cId="1011153317" sldId="1252"/>
            <ac:cxnSpMk id="4" creationId="{B516FD49-18AD-7091-711E-FD04A510171C}"/>
          </ac:cxnSpMkLst>
        </pc:cxnChg>
      </pc:sldChg>
      <pc:sldChg chg="addSp modSp mod">
        <pc:chgData name="김명호" userId="e0d603aa-548e-418b-a070-918475337925" providerId="ADAL" clId="{9447F428-1DA8-4D2C-947C-0B2E878AD40F}" dt="2023-10-31T11:38:33.014" v="2355"/>
        <pc:sldMkLst>
          <pc:docMk/>
          <pc:sldMk cId="3776829970" sldId="1253"/>
        </pc:sldMkLst>
        <pc:spChg chg="mod">
          <ac:chgData name="김명호" userId="e0d603aa-548e-418b-a070-918475337925" providerId="ADAL" clId="{9447F428-1DA8-4D2C-947C-0B2E878AD40F}" dt="2023-10-31T11:27:01.068" v="1621"/>
          <ac:spMkLst>
            <pc:docMk/>
            <pc:sldMk cId="3776829970" sldId="1253"/>
            <ac:spMk id="7" creationId="{0C81DD60-D84B-4D3C-8F3E-7D0E22E11300}"/>
          </ac:spMkLst>
        </pc:spChg>
        <pc:cxnChg chg="add mod">
          <ac:chgData name="김명호" userId="e0d603aa-548e-418b-a070-918475337925" providerId="ADAL" clId="{9447F428-1DA8-4D2C-947C-0B2E878AD40F}" dt="2023-10-31T11:38:33.014" v="2355"/>
          <ac:cxnSpMkLst>
            <pc:docMk/>
            <pc:sldMk cId="3776829970" sldId="1253"/>
            <ac:cxnSpMk id="4" creationId="{E74BBA47-047C-D2F6-848A-F83C179462E6}"/>
          </ac:cxnSpMkLst>
        </pc:cxnChg>
      </pc:sldChg>
      <pc:sldChg chg="addSp modSp mod">
        <pc:chgData name="김명호" userId="e0d603aa-548e-418b-a070-918475337925" providerId="ADAL" clId="{9447F428-1DA8-4D2C-947C-0B2E878AD40F}" dt="2023-10-31T11:33:25.137" v="2310" actId="1076"/>
        <pc:sldMkLst>
          <pc:docMk/>
          <pc:sldMk cId="490664316" sldId="1254"/>
        </pc:sldMkLst>
        <pc:spChg chg="mod">
          <ac:chgData name="김명호" userId="e0d603aa-548e-418b-a070-918475337925" providerId="ADAL" clId="{9447F428-1DA8-4D2C-947C-0B2E878AD40F}" dt="2023-10-31T11:33:18.381" v="2308" actId="20577"/>
          <ac:spMkLst>
            <pc:docMk/>
            <pc:sldMk cId="490664316" sldId="1254"/>
            <ac:spMk id="7" creationId="{0C81DD60-D84B-4D3C-8F3E-7D0E22E11300}"/>
          </ac:spMkLst>
        </pc:spChg>
        <pc:cxnChg chg="add mod">
          <ac:chgData name="김명호" userId="e0d603aa-548e-418b-a070-918475337925" providerId="ADAL" clId="{9447F428-1DA8-4D2C-947C-0B2E878AD40F}" dt="2023-10-31T11:33:25.137" v="2310" actId="1076"/>
          <ac:cxnSpMkLst>
            <pc:docMk/>
            <pc:sldMk cId="490664316" sldId="1254"/>
            <ac:cxnSpMk id="4" creationId="{B3D13A9D-2E41-E087-F19C-2D1CAD5270C1}"/>
          </ac:cxnSpMkLst>
        </pc:cxnChg>
      </pc:sldChg>
      <pc:sldChg chg="addSp modSp mod">
        <pc:chgData name="김명호" userId="e0d603aa-548e-418b-a070-918475337925" providerId="ADAL" clId="{9447F428-1DA8-4D2C-947C-0B2E878AD40F}" dt="2023-10-31T11:57:47.867" v="2972" actId="20577"/>
        <pc:sldMkLst>
          <pc:docMk/>
          <pc:sldMk cId="3400578088" sldId="1255"/>
        </pc:sldMkLst>
        <pc:spChg chg="mod">
          <ac:chgData name="김명호" userId="e0d603aa-548e-418b-a070-918475337925" providerId="ADAL" clId="{9447F428-1DA8-4D2C-947C-0B2E878AD40F}" dt="2023-10-31T11:28:38.104" v="1767" actId="20577"/>
          <ac:spMkLst>
            <pc:docMk/>
            <pc:sldMk cId="3400578088" sldId="1255"/>
            <ac:spMk id="7" creationId="{0C81DD60-D84B-4D3C-8F3E-7D0E22E11300}"/>
          </ac:spMkLst>
        </pc:spChg>
        <pc:graphicFrameChg chg="mod modGraphic">
          <ac:chgData name="김명호" userId="e0d603aa-548e-418b-a070-918475337925" providerId="ADAL" clId="{9447F428-1DA8-4D2C-947C-0B2E878AD40F}" dt="2023-10-31T11:57:47.867" v="2972" actId="20577"/>
          <ac:graphicFrameMkLst>
            <pc:docMk/>
            <pc:sldMk cId="3400578088" sldId="1255"/>
            <ac:graphicFrameMk id="3" creationId="{EB5E6BEF-7528-22F3-81D3-C88DBE43847E}"/>
          </ac:graphicFrameMkLst>
        </pc:graphicFrameChg>
        <pc:cxnChg chg="add mod">
          <ac:chgData name="김명호" userId="e0d603aa-548e-418b-a070-918475337925" providerId="ADAL" clId="{9447F428-1DA8-4D2C-947C-0B2E878AD40F}" dt="2023-10-31T11:38:37.399" v="2357" actId="1076"/>
          <ac:cxnSpMkLst>
            <pc:docMk/>
            <pc:sldMk cId="3400578088" sldId="1255"/>
            <ac:cxnSpMk id="4" creationId="{C6318C12-2C30-5BB2-5454-6943D3BB33AB}"/>
          </ac:cxnSpMkLst>
        </pc:cxnChg>
      </pc:sldChg>
      <pc:sldChg chg="modSp mod">
        <pc:chgData name="김명호" userId="e0d603aa-548e-418b-a070-918475337925" providerId="ADAL" clId="{9447F428-1DA8-4D2C-947C-0B2E878AD40F}" dt="2023-10-31T11:37:46.356" v="2344" actId="20577"/>
        <pc:sldMkLst>
          <pc:docMk/>
          <pc:sldMk cId="1380200255" sldId="1256"/>
        </pc:sldMkLst>
        <pc:spChg chg="mod">
          <ac:chgData name="김명호" userId="e0d603aa-548e-418b-a070-918475337925" providerId="ADAL" clId="{9447F428-1DA8-4D2C-947C-0B2E878AD40F}" dt="2023-10-31T11:37:46.356" v="2344" actId="20577"/>
          <ac:spMkLst>
            <pc:docMk/>
            <pc:sldMk cId="1380200255" sldId="1256"/>
            <ac:spMk id="7" creationId="{0C81DD60-D84B-4D3C-8F3E-7D0E22E11300}"/>
          </ac:spMkLst>
        </pc:spChg>
      </pc:sldChg>
      <pc:sldChg chg="del">
        <pc:chgData name="김명호" userId="e0d603aa-548e-418b-a070-918475337925" providerId="ADAL" clId="{9447F428-1DA8-4D2C-947C-0B2E878AD40F}" dt="2023-10-31T11:37:15.490" v="2319" actId="47"/>
        <pc:sldMkLst>
          <pc:docMk/>
          <pc:sldMk cId="1232027689" sldId="1258"/>
        </pc:sldMkLst>
      </pc:sldChg>
      <pc:sldChg chg="del">
        <pc:chgData name="김명호" userId="e0d603aa-548e-418b-a070-918475337925" providerId="ADAL" clId="{9447F428-1DA8-4D2C-947C-0B2E878AD40F}" dt="2023-10-31T11:37:49.467" v="2345" actId="47"/>
        <pc:sldMkLst>
          <pc:docMk/>
          <pc:sldMk cId="3647339958" sldId="1259"/>
        </pc:sldMkLst>
      </pc:sldChg>
      <pc:sldChg chg="del">
        <pc:chgData name="김명호" userId="e0d603aa-548e-418b-a070-918475337925" providerId="ADAL" clId="{9447F428-1DA8-4D2C-947C-0B2E878AD40F}" dt="2023-10-31T11:37:51.800" v="2346" actId="47"/>
        <pc:sldMkLst>
          <pc:docMk/>
          <pc:sldMk cId="4272561208" sldId="1260"/>
        </pc:sldMkLst>
      </pc:sldChg>
      <pc:sldChg chg="del">
        <pc:chgData name="김명호" userId="e0d603aa-548e-418b-a070-918475337925" providerId="ADAL" clId="{9447F428-1DA8-4D2C-947C-0B2E878AD40F}" dt="2023-10-31T11:37:59.433" v="2347" actId="47"/>
        <pc:sldMkLst>
          <pc:docMk/>
          <pc:sldMk cId="1736143798" sldId="1261"/>
        </pc:sldMkLst>
      </pc:sldChg>
      <pc:sldChg chg="addSp delSp modSp add mod">
        <pc:chgData name="김명호" userId="e0d603aa-548e-418b-a070-918475337925" providerId="ADAL" clId="{9447F428-1DA8-4D2C-947C-0B2E878AD40F}" dt="2023-10-31T11:54:20.718" v="2954" actId="20577"/>
        <pc:sldMkLst>
          <pc:docMk/>
          <pc:sldMk cId="2758413943" sldId="1262"/>
        </pc:sldMkLst>
        <pc:spChg chg="add mod">
          <ac:chgData name="김명호" userId="e0d603aa-548e-418b-a070-918475337925" providerId="ADAL" clId="{9447F428-1DA8-4D2C-947C-0B2E878AD40F}" dt="2023-10-31T11:12:45.999" v="919" actId="1035"/>
          <ac:spMkLst>
            <pc:docMk/>
            <pc:sldMk cId="2758413943" sldId="1262"/>
            <ac:spMk id="4" creationId="{D597B47F-4580-4805-A693-16BFF739E5FA}"/>
          </ac:spMkLst>
        </pc:spChg>
        <pc:spChg chg="mod">
          <ac:chgData name="김명호" userId="e0d603aa-548e-418b-a070-918475337925" providerId="ADAL" clId="{9447F428-1DA8-4D2C-947C-0B2E878AD40F}" dt="2023-10-31T11:13:52.452" v="1137"/>
          <ac:spMkLst>
            <pc:docMk/>
            <pc:sldMk cId="2758413943" sldId="1262"/>
            <ac:spMk id="7" creationId="{0C81DD60-D84B-4D3C-8F3E-7D0E22E11300}"/>
          </ac:spMkLst>
        </pc:spChg>
        <pc:spChg chg="del">
          <ac:chgData name="김명호" userId="e0d603aa-548e-418b-a070-918475337925" providerId="ADAL" clId="{9447F428-1DA8-4D2C-947C-0B2E878AD40F}" dt="2023-10-31T11:12:22.542" v="910" actId="478"/>
          <ac:spMkLst>
            <pc:docMk/>
            <pc:sldMk cId="2758413943" sldId="1262"/>
            <ac:spMk id="10" creationId="{5BE13981-CB9C-7051-D3C8-B813BF090CFE}"/>
          </ac:spMkLst>
        </pc:spChg>
        <pc:spChg chg="del">
          <ac:chgData name="김명호" userId="e0d603aa-548e-418b-a070-918475337925" providerId="ADAL" clId="{9447F428-1DA8-4D2C-947C-0B2E878AD40F}" dt="2023-10-31T11:12:20.355" v="908" actId="478"/>
          <ac:spMkLst>
            <pc:docMk/>
            <pc:sldMk cId="2758413943" sldId="1262"/>
            <ac:spMk id="13" creationId="{0D3A752A-5591-55DA-6FDF-89A4E52150FC}"/>
          </ac:spMkLst>
        </pc:spChg>
        <pc:graphicFrameChg chg="mod modGraphic">
          <ac:chgData name="김명호" userId="e0d603aa-548e-418b-a070-918475337925" providerId="ADAL" clId="{9447F428-1DA8-4D2C-947C-0B2E878AD40F}" dt="2023-10-31T11:54:20.718" v="2954" actId="20577"/>
          <ac:graphicFrameMkLst>
            <pc:docMk/>
            <pc:sldMk cId="2758413943" sldId="1262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9447F428-1DA8-4D2C-947C-0B2E878AD40F}" dt="2023-10-31T11:12:21.462" v="909" actId="478"/>
          <ac:picMkLst>
            <pc:docMk/>
            <pc:sldMk cId="2758413943" sldId="1262"/>
            <ac:picMk id="9" creationId="{66680C0E-9431-2C60-C6F0-80E4AD915249}"/>
          </ac:picMkLst>
        </pc:picChg>
        <pc:picChg chg="mod">
          <ac:chgData name="김명호" userId="e0d603aa-548e-418b-a070-918475337925" providerId="ADAL" clId="{9447F428-1DA8-4D2C-947C-0B2E878AD40F}" dt="2023-10-31T11:12:26.512" v="913" actId="1076"/>
          <ac:picMkLst>
            <pc:docMk/>
            <pc:sldMk cId="2758413943" sldId="1262"/>
            <ac:picMk id="12" creationId="{7B8C7EC2-59C7-4714-4EBC-0671EFC6BE3B}"/>
          </ac:picMkLst>
        </pc:picChg>
        <pc:cxnChg chg="add mod">
          <ac:chgData name="김명호" userId="e0d603aa-548e-418b-a070-918475337925" providerId="ADAL" clId="{9447F428-1DA8-4D2C-947C-0B2E878AD40F}" dt="2023-10-31T11:12:48.780" v="920" actId="1076"/>
          <ac:cxnSpMkLst>
            <pc:docMk/>
            <pc:sldMk cId="2758413943" sldId="1262"/>
            <ac:cxnSpMk id="5" creationId="{D19B5965-415C-9086-40AB-B81631B08468}"/>
          </ac:cxnSpMkLst>
        </pc:cxnChg>
        <pc:cxnChg chg="del mod">
          <ac:chgData name="김명호" userId="e0d603aa-548e-418b-a070-918475337925" providerId="ADAL" clId="{9447F428-1DA8-4D2C-947C-0B2E878AD40F}" dt="2023-10-31T11:12:22.977" v="911" actId="478"/>
          <ac:cxnSpMkLst>
            <pc:docMk/>
            <pc:sldMk cId="2758413943" sldId="1262"/>
            <ac:cxnSpMk id="15" creationId="{0140A813-BC7B-AB0B-10EA-3F21A03401BE}"/>
          </ac:cxnSpMkLst>
        </pc:cxnChg>
      </pc:sldChg>
      <pc:sldChg chg="addSp delSp modSp add del mod">
        <pc:chgData name="김명호" userId="e0d603aa-548e-418b-a070-918475337925" providerId="ADAL" clId="{9447F428-1DA8-4D2C-947C-0B2E878AD40F}" dt="2023-10-31T11:19:37.766" v="1198" actId="47"/>
        <pc:sldMkLst>
          <pc:docMk/>
          <pc:sldMk cId="719243661" sldId="1263"/>
        </pc:sldMkLst>
        <pc:spChg chg="mod">
          <ac:chgData name="김명호" userId="e0d603aa-548e-418b-a070-918475337925" providerId="ADAL" clId="{9447F428-1DA8-4D2C-947C-0B2E878AD40F}" dt="2023-10-31T11:19:35.765" v="1197" actId="1076"/>
          <ac:spMkLst>
            <pc:docMk/>
            <pc:sldMk cId="719243661" sldId="1263"/>
            <ac:spMk id="4" creationId="{EE1F067C-9A10-FDE6-1755-A7E7CEDC6DFE}"/>
          </ac:spMkLst>
        </pc:spChg>
        <pc:picChg chg="add del">
          <ac:chgData name="김명호" userId="e0d603aa-548e-418b-a070-918475337925" providerId="ADAL" clId="{9447F428-1DA8-4D2C-947C-0B2E878AD40F}" dt="2023-10-31T11:19:28.592" v="1195" actId="478"/>
          <ac:picMkLst>
            <pc:docMk/>
            <pc:sldMk cId="719243661" sldId="1263"/>
            <ac:picMk id="6" creationId="{42CF4D0D-278E-8C12-CAC6-99C7A026C985}"/>
          </ac:picMkLst>
        </pc:picChg>
        <pc:cxnChg chg="mod">
          <ac:chgData name="김명호" userId="e0d603aa-548e-418b-a070-918475337925" providerId="ADAL" clId="{9447F428-1DA8-4D2C-947C-0B2E878AD40F}" dt="2023-10-31T11:19:35.765" v="1197" actId="1076"/>
          <ac:cxnSpMkLst>
            <pc:docMk/>
            <pc:sldMk cId="719243661" sldId="1263"/>
            <ac:cxnSpMk id="5" creationId="{04A76A42-4E9D-E393-C2F4-D3E835126C5B}"/>
          </ac:cxnSpMkLst>
        </pc:cxnChg>
      </pc:sldChg>
      <pc:sldChg chg="addSp modSp add mod">
        <pc:chgData name="김명호" userId="e0d603aa-548e-418b-a070-918475337925" providerId="ADAL" clId="{9447F428-1DA8-4D2C-947C-0B2E878AD40F}" dt="2023-10-31T11:29:35.403" v="1958" actId="20577"/>
        <pc:sldMkLst>
          <pc:docMk/>
          <pc:sldMk cId="3700459755" sldId="1263"/>
        </pc:sldMkLst>
        <pc:spChg chg="mod">
          <ac:chgData name="김명호" userId="e0d603aa-548e-418b-a070-918475337925" providerId="ADAL" clId="{9447F428-1DA8-4D2C-947C-0B2E878AD40F}" dt="2023-10-31T11:29:35.403" v="1958" actId="20577"/>
          <ac:spMkLst>
            <pc:docMk/>
            <pc:sldMk cId="3700459755" sldId="1263"/>
            <ac:spMk id="7" creationId="{0C81DD60-D84B-4D3C-8F3E-7D0E22E11300}"/>
          </ac:spMkLst>
        </pc:spChg>
        <pc:spChg chg="mod">
          <ac:chgData name="김명호" userId="e0d603aa-548e-418b-a070-918475337925" providerId="ADAL" clId="{9447F428-1DA8-4D2C-947C-0B2E878AD40F}" dt="2023-10-31T11:29:00.955" v="1772" actId="1076"/>
          <ac:spMkLst>
            <pc:docMk/>
            <pc:sldMk cId="3700459755" sldId="1263"/>
            <ac:spMk id="13" creationId="{0D3A752A-5591-55DA-6FDF-89A4E52150FC}"/>
          </ac:spMkLst>
        </pc:spChg>
        <pc:cxnChg chg="add mod">
          <ac:chgData name="김명호" userId="e0d603aa-548e-418b-a070-918475337925" providerId="ADAL" clId="{9447F428-1DA8-4D2C-947C-0B2E878AD40F}" dt="2023-10-31T11:29:03.037" v="1773" actId="1076"/>
          <ac:cxnSpMkLst>
            <pc:docMk/>
            <pc:sldMk cId="3700459755" sldId="1263"/>
            <ac:cxnSpMk id="4" creationId="{4A46A0BD-440C-40DD-ED7F-42E56E5FA7FF}"/>
          </ac:cxnSpMkLst>
        </pc:cxnChg>
      </pc:sldChg>
      <pc:sldChg chg="modSp add mod">
        <pc:chgData name="김명호" userId="e0d603aa-548e-418b-a070-918475337925" providerId="ADAL" clId="{9447F428-1DA8-4D2C-947C-0B2E878AD40F}" dt="2023-10-31T11:55:35.355" v="2960"/>
        <pc:sldMkLst>
          <pc:docMk/>
          <pc:sldMk cId="3791140700" sldId="1264"/>
        </pc:sldMkLst>
        <pc:graphicFrameChg chg="mod modGraphic">
          <ac:chgData name="김명호" userId="e0d603aa-548e-418b-a070-918475337925" providerId="ADAL" clId="{9447F428-1DA8-4D2C-947C-0B2E878AD40F}" dt="2023-10-31T11:55:35.355" v="2960"/>
          <ac:graphicFrameMkLst>
            <pc:docMk/>
            <pc:sldMk cId="3791140700" sldId="1264"/>
            <ac:graphicFrameMk id="3" creationId="{EB5E6BEF-7528-22F3-81D3-C88DBE43847E}"/>
          </ac:graphicFrameMkLst>
        </pc:graphicFrameChg>
      </pc:sldChg>
      <pc:sldChg chg="modSp mod">
        <pc:chgData name="김명호" userId="e0d603aa-548e-418b-a070-918475337925" providerId="ADAL" clId="{9447F428-1DA8-4D2C-947C-0B2E878AD40F}" dt="2023-11-01T10:37:54.708" v="3215" actId="20577"/>
        <pc:sldMkLst>
          <pc:docMk/>
          <pc:sldMk cId="2465085187" sldId="1275"/>
        </pc:sldMkLst>
        <pc:spChg chg="mod">
          <ac:chgData name="김명호" userId="e0d603aa-548e-418b-a070-918475337925" providerId="ADAL" clId="{9447F428-1DA8-4D2C-947C-0B2E878AD40F}" dt="2023-11-01T10:36:55.589" v="2979" actId="14100"/>
          <ac:spMkLst>
            <pc:docMk/>
            <pc:sldMk cId="2465085187" sldId="1275"/>
            <ac:spMk id="6" creationId="{F666CC41-84A8-1B9A-EDA4-6E6ED88AA2BF}"/>
          </ac:spMkLst>
        </pc:spChg>
        <pc:spChg chg="mod">
          <ac:chgData name="김명호" userId="e0d603aa-548e-418b-a070-918475337925" providerId="ADAL" clId="{9447F428-1DA8-4D2C-947C-0B2E878AD40F}" dt="2023-11-01T10:37:54.708" v="3215" actId="20577"/>
          <ac:spMkLst>
            <pc:docMk/>
            <pc:sldMk cId="2465085187" sldId="1275"/>
            <ac:spMk id="7" creationId="{0C81DD60-D84B-4D3C-8F3E-7D0E22E11300}"/>
          </ac:spMkLst>
        </pc:spChg>
        <pc:spChg chg="mod">
          <ac:chgData name="김명호" userId="e0d603aa-548e-418b-a070-918475337925" providerId="ADAL" clId="{9447F428-1DA8-4D2C-947C-0B2E878AD40F}" dt="2023-11-01T10:37:03.374" v="2981" actId="14100"/>
          <ac:spMkLst>
            <pc:docMk/>
            <pc:sldMk cId="2465085187" sldId="1275"/>
            <ac:spMk id="10" creationId="{96653A8C-0ECB-A10E-869C-B9FD7C249FEA}"/>
          </ac:spMkLst>
        </pc:spChg>
        <pc:cxnChg chg="mod">
          <ac:chgData name="김명호" userId="e0d603aa-548e-418b-a070-918475337925" providerId="ADAL" clId="{9447F428-1DA8-4D2C-947C-0B2E878AD40F}" dt="2023-11-01T10:36:51.144" v="2978" actId="1076"/>
          <ac:cxnSpMkLst>
            <pc:docMk/>
            <pc:sldMk cId="2465085187" sldId="1275"/>
            <ac:cxnSpMk id="4" creationId="{BAD265E0-6064-B537-75F7-319A344A8E86}"/>
          </ac:cxnSpMkLst>
        </pc:cxnChg>
        <pc:cxnChg chg="mod">
          <ac:chgData name="김명호" userId="e0d603aa-548e-418b-a070-918475337925" providerId="ADAL" clId="{9447F428-1DA8-4D2C-947C-0B2E878AD40F}" dt="2023-11-01T10:37:05.254" v="2982" actId="1076"/>
          <ac:cxnSpMkLst>
            <pc:docMk/>
            <pc:sldMk cId="2465085187" sldId="1275"/>
            <ac:cxnSpMk id="11" creationId="{17BA07AD-83BD-A7C5-0CBF-372A2986A174}"/>
          </ac:cxnSpMkLst>
        </pc:cxnChg>
      </pc:sldChg>
      <pc:sldChg chg="modSp mod">
        <pc:chgData name="김명호" userId="e0d603aa-548e-418b-a070-918475337925" providerId="ADAL" clId="{9447F428-1DA8-4D2C-947C-0B2E878AD40F}" dt="2023-11-01T10:38:22.950" v="3223" actId="20577"/>
        <pc:sldMkLst>
          <pc:docMk/>
          <pc:sldMk cId="2552596326" sldId="1278"/>
        </pc:sldMkLst>
        <pc:graphicFrameChg chg="mod modGraphic">
          <ac:chgData name="김명호" userId="e0d603aa-548e-418b-a070-918475337925" providerId="ADAL" clId="{9447F428-1DA8-4D2C-947C-0B2E878AD40F}" dt="2023-11-01T10:38:22.950" v="3223" actId="20577"/>
          <ac:graphicFrameMkLst>
            <pc:docMk/>
            <pc:sldMk cId="2552596326" sldId="1278"/>
            <ac:graphicFrameMk id="3" creationId="{EB5E6BEF-7528-22F3-81D3-C88DBE43847E}"/>
          </ac:graphicFrameMkLst>
        </pc:graphicFrameChg>
      </pc:sldChg>
      <pc:sldChg chg="delSp modSp mod">
        <pc:chgData name="김명호" userId="e0d603aa-548e-418b-a070-918475337925" providerId="ADAL" clId="{9447F428-1DA8-4D2C-947C-0B2E878AD40F}" dt="2023-11-01T10:42:18.094" v="3412" actId="478"/>
        <pc:sldMkLst>
          <pc:docMk/>
          <pc:sldMk cId="484620486" sldId="1280"/>
        </pc:sldMkLst>
        <pc:spChg chg="mod">
          <ac:chgData name="김명호" userId="e0d603aa-548e-418b-a070-918475337925" providerId="ADAL" clId="{9447F428-1DA8-4D2C-947C-0B2E878AD40F}" dt="2023-11-01T10:42:12.258" v="3410" actId="20577"/>
          <ac:spMkLst>
            <pc:docMk/>
            <pc:sldMk cId="484620486" sldId="1280"/>
            <ac:spMk id="7" creationId="{0C81DD60-D84B-4D3C-8F3E-7D0E22E11300}"/>
          </ac:spMkLst>
        </pc:spChg>
        <pc:spChg chg="del">
          <ac:chgData name="김명호" userId="e0d603aa-548e-418b-a070-918475337925" providerId="ADAL" clId="{9447F428-1DA8-4D2C-947C-0B2E878AD40F}" dt="2023-11-01T10:42:16.504" v="3411" actId="478"/>
          <ac:spMkLst>
            <pc:docMk/>
            <pc:sldMk cId="484620486" sldId="1280"/>
            <ac:spMk id="12" creationId="{3FBEBF3B-2A29-9DEE-53B9-FFBD51807A68}"/>
          </ac:spMkLst>
        </pc:spChg>
        <pc:spChg chg="del">
          <ac:chgData name="김명호" userId="e0d603aa-548e-418b-a070-918475337925" providerId="ADAL" clId="{9447F428-1DA8-4D2C-947C-0B2E878AD40F}" dt="2023-11-01T10:42:18.094" v="3412" actId="478"/>
          <ac:spMkLst>
            <pc:docMk/>
            <pc:sldMk cId="484620486" sldId="1280"/>
            <ac:spMk id="13" creationId="{365DB192-FDDE-2E6B-5F58-E6987E545154}"/>
          </ac:spMkLst>
        </pc:spChg>
        <pc:picChg chg="del">
          <ac:chgData name="김명호" userId="e0d603aa-548e-418b-a070-918475337925" providerId="ADAL" clId="{9447F428-1DA8-4D2C-947C-0B2E878AD40F}" dt="2023-11-01T10:42:16.504" v="3411" actId="478"/>
          <ac:picMkLst>
            <pc:docMk/>
            <pc:sldMk cId="484620486" sldId="1280"/>
            <ac:picMk id="11" creationId="{3787D749-6871-A226-C07E-AD00E74B4C9D}"/>
          </ac:picMkLst>
        </pc:picChg>
      </pc:sldChg>
      <pc:sldChg chg="modSp mod">
        <pc:chgData name="김명호" userId="e0d603aa-548e-418b-a070-918475337925" providerId="ADAL" clId="{9447F428-1DA8-4D2C-947C-0B2E878AD40F}" dt="2023-11-01T10:40:11.760" v="3224"/>
        <pc:sldMkLst>
          <pc:docMk/>
          <pc:sldMk cId="2968431506" sldId="1281"/>
        </pc:sldMkLst>
        <pc:spChg chg="mod">
          <ac:chgData name="김명호" userId="e0d603aa-548e-418b-a070-918475337925" providerId="ADAL" clId="{9447F428-1DA8-4D2C-947C-0B2E878AD40F}" dt="2023-11-01T10:40:11.760" v="3224"/>
          <ac:spMkLst>
            <pc:docMk/>
            <pc:sldMk cId="2968431506" sldId="1281"/>
            <ac:spMk id="7" creationId="{0C81DD60-D84B-4D3C-8F3E-7D0E22E11300}"/>
          </ac:spMkLst>
        </pc:spChg>
      </pc:sldChg>
      <pc:sldChg chg="modSp mod">
        <pc:chgData name="김명호" userId="e0d603aa-548e-418b-a070-918475337925" providerId="ADAL" clId="{9447F428-1DA8-4D2C-947C-0B2E878AD40F}" dt="2023-11-01T10:43:27.418" v="3470" actId="20577"/>
        <pc:sldMkLst>
          <pc:docMk/>
          <pc:sldMk cId="2900440599" sldId="1283"/>
        </pc:sldMkLst>
        <pc:spChg chg="mod">
          <ac:chgData name="김명호" userId="e0d603aa-548e-418b-a070-918475337925" providerId="ADAL" clId="{9447F428-1DA8-4D2C-947C-0B2E878AD40F}" dt="2023-11-01T10:43:27.418" v="3470" actId="20577"/>
          <ac:spMkLst>
            <pc:docMk/>
            <pc:sldMk cId="2900440599" sldId="1283"/>
            <ac:spMk id="7" creationId="{0C81DD60-D84B-4D3C-8F3E-7D0E22E11300}"/>
          </ac:spMkLst>
        </pc:spChg>
      </pc:sldChg>
      <pc:sldChg chg="modSp mod">
        <pc:chgData name="김명호" userId="e0d603aa-548e-418b-a070-918475337925" providerId="ADAL" clId="{9447F428-1DA8-4D2C-947C-0B2E878AD40F}" dt="2023-11-01T10:46:28.458" v="3537" actId="20577"/>
        <pc:sldMkLst>
          <pc:docMk/>
          <pc:sldMk cId="2837840231" sldId="1287"/>
        </pc:sldMkLst>
        <pc:spChg chg="mod">
          <ac:chgData name="김명호" userId="e0d603aa-548e-418b-a070-918475337925" providerId="ADAL" clId="{9447F428-1DA8-4D2C-947C-0B2E878AD40F}" dt="2023-11-01T10:46:28.458" v="3537" actId="20577"/>
          <ac:spMkLst>
            <pc:docMk/>
            <pc:sldMk cId="2837840231" sldId="1287"/>
            <ac:spMk id="7" creationId="{0C81DD60-D84B-4D3C-8F3E-7D0E22E11300}"/>
          </ac:spMkLst>
        </pc:spChg>
      </pc:sldChg>
      <pc:sldChg chg="modSp mod">
        <pc:chgData name="김명호" userId="e0d603aa-548e-418b-a070-918475337925" providerId="ADAL" clId="{9447F428-1DA8-4D2C-947C-0B2E878AD40F}" dt="2023-11-01T10:47:56.722" v="3638" actId="20577"/>
        <pc:sldMkLst>
          <pc:docMk/>
          <pc:sldMk cId="1100756332" sldId="1291"/>
        </pc:sldMkLst>
        <pc:spChg chg="mod">
          <ac:chgData name="김명호" userId="e0d603aa-548e-418b-a070-918475337925" providerId="ADAL" clId="{9447F428-1DA8-4D2C-947C-0B2E878AD40F}" dt="2023-11-01T10:47:56.722" v="3638" actId="20577"/>
          <ac:spMkLst>
            <pc:docMk/>
            <pc:sldMk cId="1100756332" sldId="1291"/>
            <ac:spMk id="7" creationId="{0C81DD60-D84B-4D3C-8F3E-7D0E22E11300}"/>
          </ac:spMkLst>
        </pc:spChg>
      </pc:sldChg>
      <pc:sldChg chg="del">
        <pc:chgData name="김명호" userId="e0d603aa-548e-418b-a070-918475337925" providerId="ADAL" clId="{9447F428-1DA8-4D2C-947C-0B2E878AD40F}" dt="2023-11-01T10:48:19.409" v="3639" actId="47"/>
        <pc:sldMkLst>
          <pc:docMk/>
          <pc:sldMk cId="1915384850" sldId="1296"/>
        </pc:sldMkLst>
      </pc:sldChg>
      <pc:sldChg chg="modSp mod">
        <pc:chgData name="김명호" userId="e0d603aa-548e-418b-a070-918475337925" providerId="ADAL" clId="{9447F428-1DA8-4D2C-947C-0B2E878AD40F}" dt="2023-11-01T10:52:06.265" v="4211" actId="13926"/>
        <pc:sldMkLst>
          <pc:docMk/>
          <pc:sldMk cId="3827568494" sldId="1301"/>
        </pc:sldMkLst>
        <pc:spChg chg="mod">
          <ac:chgData name="김명호" userId="e0d603aa-548e-418b-a070-918475337925" providerId="ADAL" clId="{9447F428-1DA8-4D2C-947C-0B2E878AD40F}" dt="2023-11-01T10:52:06.265" v="4211" actId="13926"/>
          <ac:spMkLst>
            <pc:docMk/>
            <pc:sldMk cId="3827568494" sldId="1301"/>
            <ac:spMk id="7" creationId="{0C81DD60-D84B-4D3C-8F3E-7D0E22E11300}"/>
          </ac:spMkLst>
        </pc:spChg>
      </pc:sldChg>
      <pc:sldChg chg="del">
        <pc:chgData name="김명호" userId="e0d603aa-548e-418b-a070-918475337925" providerId="ADAL" clId="{9447F428-1DA8-4D2C-947C-0B2E878AD40F}" dt="2023-11-01T10:52:13.674" v="4212" actId="47"/>
        <pc:sldMkLst>
          <pc:docMk/>
          <pc:sldMk cId="1957506229" sldId="1302"/>
        </pc:sldMkLst>
      </pc:sldChg>
      <pc:sldChg chg="modSp mod">
        <pc:chgData name="김명호" userId="e0d603aa-548e-418b-a070-918475337925" providerId="ADAL" clId="{9447F428-1DA8-4D2C-947C-0B2E878AD40F}" dt="2023-11-01T10:52:37.073" v="4229" actId="20577"/>
        <pc:sldMkLst>
          <pc:docMk/>
          <pc:sldMk cId="1531610059" sldId="1303"/>
        </pc:sldMkLst>
        <pc:spChg chg="mod">
          <ac:chgData name="김명호" userId="e0d603aa-548e-418b-a070-918475337925" providerId="ADAL" clId="{9447F428-1DA8-4D2C-947C-0B2E878AD40F}" dt="2023-11-01T10:52:37.073" v="4229" actId="20577"/>
          <ac:spMkLst>
            <pc:docMk/>
            <pc:sldMk cId="1531610059" sldId="1303"/>
            <ac:spMk id="7" creationId="{0C81DD60-D84B-4D3C-8F3E-7D0E22E11300}"/>
          </ac:spMkLst>
        </pc:spChg>
      </pc:sldChg>
      <pc:sldChg chg="modSp mod">
        <pc:chgData name="김명호" userId="e0d603aa-548e-418b-a070-918475337925" providerId="ADAL" clId="{9447F428-1DA8-4D2C-947C-0B2E878AD40F}" dt="2023-11-01T10:52:45.141" v="4230"/>
        <pc:sldMkLst>
          <pc:docMk/>
          <pc:sldMk cId="3985820544" sldId="1305"/>
        </pc:sldMkLst>
        <pc:spChg chg="mod">
          <ac:chgData name="김명호" userId="e0d603aa-548e-418b-a070-918475337925" providerId="ADAL" clId="{9447F428-1DA8-4D2C-947C-0B2E878AD40F}" dt="2023-11-01T10:52:45.141" v="4230"/>
          <ac:spMkLst>
            <pc:docMk/>
            <pc:sldMk cId="3985820544" sldId="1305"/>
            <ac:spMk id="7" creationId="{0C81DD60-D84B-4D3C-8F3E-7D0E22E11300}"/>
          </ac:spMkLst>
        </pc:spChg>
      </pc:sldChg>
      <pc:sldChg chg="del">
        <pc:chgData name="김명호" userId="e0d603aa-548e-418b-a070-918475337925" providerId="ADAL" clId="{9447F428-1DA8-4D2C-947C-0B2E878AD40F}" dt="2023-11-01T10:53:15.348" v="4231" actId="47"/>
        <pc:sldMkLst>
          <pc:docMk/>
          <pc:sldMk cId="1999665129" sldId="1306"/>
        </pc:sldMkLst>
      </pc:sldChg>
      <pc:sldChg chg="del">
        <pc:chgData name="김명호" userId="e0d603aa-548e-418b-a070-918475337925" providerId="ADAL" clId="{9447F428-1DA8-4D2C-947C-0B2E878AD40F}" dt="2023-11-01T10:54:23.113" v="4232" actId="47"/>
        <pc:sldMkLst>
          <pc:docMk/>
          <pc:sldMk cId="3511711499" sldId="1307"/>
        </pc:sldMkLst>
      </pc:sldChg>
      <pc:sldChg chg="del">
        <pc:chgData name="김명호" userId="e0d603aa-548e-418b-a070-918475337925" providerId="ADAL" clId="{9447F428-1DA8-4D2C-947C-0B2E878AD40F}" dt="2023-11-01T10:54:25.419" v="4233" actId="47"/>
        <pc:sldMkLst>
          <pc:docMk/>
          <pc:sldMk cId="2808743734" sldId="1308"/>
        </pc:sldMkLst>
      </pc:sldChg>
      <pc:sldChg chg="del">
        <pc:chgData name="김명호" userId="e0d603aa-548e-418b-a070-918475337925" providerId="ADAL" clId="{9447F428-1DA8-4D2C-947C-0B2E878AD40F}" dt="2023-11-01T10:54:27.388" v="4234" actId="47"/>
        <pc:sldMkLst>
          <pc:docMk/>
          <pc:sldMk cId="3816198893" sldId="1309"/>
        </pc:sldMkLst>
      </pc:sldChg>
      <pc:sldChg chg="del">
        <pc:chgData name="김명호" userId="e0d603aa-548e-418b-a070-918475337925" providerId="ADAL" clId="{9447F428-1DA8-4D2C-947C-0B2E878AD40F}" dt="2023-11-01T10:57:58.912" v="4235" actId="47"/>
        <pc:sldMkLst>
          <pc:docMk/>
          <pc:sldMk cId="1408642208" sldId="1313"/>
        </pc:sldMkLst>
      </pc:sldChg>
      <pc:sldChg chg="modSp mod">
        <pc:chgData name="김명호" userId="e0d603aa-548e-418b-a070-918475337925" providerId="ADAL" clId="{9447F428-1DA8-4D2C-947C-0B2E878AD40F}" dt="2023-11-02T11:28:46.565" v="4264" actId="20577"/>
        <pc:sldMkLst>
          <pc:docMk/>
          <pc:sldMk cId="915577697" sldId="1345"/>
        </pc:sldMkLst>
        <pc:spChg chg="mod">
          <ac:chgData name="김명호" userId="e0d603aa-548e-418b-a070-918475337925" providerId="ADAL" clId="{9447F428-1DA8-4D2C-947C-0B2E878AD40F}" dt="2023-11-02T11:28:46.565" v="4264" actId="20577"/>
          <ac:spMkLst>
            <pc:docMk/>
            <pc:sldMk cId="915577697" sldId="1345"/>
            <ac:spMk id="7" creationId="{0C81DD60-D84B-4D3C-8F3E-7D0E22E11300}"/>
          </ac:spMkLst>
        </pc:spChg>
      </pc:sldChg>
    </pc:docChg>
  </pc:docChgLst>
  <pc:docChgLst>
    <pc:chgData name="김명호" userId="e0d603aa-548e-418b-a070-918475337925" providerId="ADAL" clId="{AED328CA-5486-4EEB-813F-9A5FB28906E1}"/>
    <pc:docChg chg="undo custSel modSld">
      <pc:chgData name="김명호" userId="e0d603aa-548e-418b-a070-918475337925" providerId="ADAL" clId="{AED328CA-5486-4EEB-813F-9A5FB28906E1}" dt="2023-11-14T03:22:49.587" v="3498"/>
      <pc:docMkLst>
        <pc:docMk/>
      </pc:docMkLst>
      <pc:sldChg chg="modSp mod">
        <pc:chgData name="김명호" userId="e0d603aa-548e-418b-a070-918475337925" providerId="ADAL" clId="{AED328CA-5486-4EEB-813F-9A5FB28906E1}" dt="2023-11-13T05:17:15.391" v="5" actId="20577"/>
        <pc:sldMkLst>
          <pc:docMk/>
          <pc:sldMk cId="663090028" sldId="259"/>
        </pc:sldMkLst>
        <pc:spChg chg="mod">
          <ac:chgData name="김명호" userId="e0d603aa-548e-418b-a070-918475337925" providerId="ADAL" clId="{AED328CA-5486-4EEB-813F-9A5FB28906E1}" dt="2023-11-13T05:17:15.391" v="5" actId="20577"/>
          <ac:spMkLst>
            <pc:docMk/>
            <pc:sldMk cId="663090028" sldId="259"/>
            <ac:spMk id="3" creationId="{95F57DC9-C93A-4186-A70B-EE25477B45C9}"/>
          </ac:spMkLst>
        </pc:spChg>
      </pc:sldChg>
      <pc:sldChg chg="modSp mod">
        <pc:chgData name="김명호" userId="e0d603aa-548e-418b-a070-918475337925" providerId="ADAL" clId="{AED328CA-5486-4EEB-813F-9A5FB28906E1}" dt="2023-11-13T05:17:42.447" v="40" actId="20577"/>
        <pc:sldMkLst>
          <pc:docMk/>
          <pc:sldMk cId="936676672" sldId="344"/>
        </pc:sldMkLst>
        <pc:graphicFrameChg chg="mod modGraphic">
          <ac:chgData name="김명호" userId="e0d603aa-548e-418b-a070-918475337925" providerId="ADAL" clId="{AED328CA-5486-4EEB-813F-9A5FB28906E1}" dt="2023-11-13T05:17:42.447" v="40" actId="20577"/>
          <ac:graphicFrameMkLst>
            <pc:docMk/>
            <pc:sldMk cId="936676672" sldId="344"/>
            <ac:graphicFrameMk id="7" creationId="{978119AB-B35B-4D30-BA38-8140FAF453A1}"/>
          </ac:graphicFrameMkLst>
        </pc:graphicFrameChg>
      </pc:sldChg>
      <pc:sldChg chg="modSp mod">
        <pc:chgData name="김명호" userId="e0d603aa-548e-418b-a070-918475337925" providerId="ADAL" clId="{AED328CA-5486-4EEB-813F-9A5FB28906E1}" dt="2023-11-13T05:18:04.049" v="52" actId="1076"/>
        <pc:sldMkLst>
          <pc:docMk/>
          <pc:sldMk cId="1687266130" sldId="362"/>
        </pc:sldMkLst>
        <pc:spChg chg="mod">
          <ac:chgData name="김명호" userId="e0d603aa-548e-418b-a070-918475337925" providerId="ADAL" clId="{AED328CA-5486-4EEB-813F-9A5FB28906E1}" dt="2023-11-13T05:17:57.871" v="51" actId="20577"/>
          <ac:spMkLst>
            <pc:docMk/>
            <pc:sldMk cId="1687266130" sldId="362"/>
            <ac:spMk id="19" creationId="{49EB61F0-5091-4064-AF83-C21077B61AEB}"/>
          </ac:spMkLst>
        </pc:spChg>
        <pc:grpChg chg="mod">
          <ac:chgData name="김명호" userId="e0d603aa-548e-418b-a070-918475337925" providerId="ADAL" clId="{AED328CA-5486-4EEB-813F-9A5FB28906E1}" dt="2023-11-13T05:18:04.049" v="52" actId="1076"/>
          <ac:grpSpMkLst>
            <pc:docMk/>
            <pc:sldMk cId="1687266130" sldId="362"/>
            <ac:grpSpMk id="23" creationId="{6062F352-6EAB-4B10-AEEA-76730ECB3316}"/>
          </ac:grpSpMkLst>
        </pc:grpChg>
      </pc:sldChg>
      <pc:sldChg chg="addSp modSp mod">
        <pc:chgData name="김명호" userId="e0d603aa-548e-418b-a070-918475337925" providerId="ADAL" clId="{AED328CA-5486-4EEB-813F-9A5FB28906E1}" dt="2023-11-13T05:21:55.805" v="133" actId="20577"/>
        <pc:sldMkLst>
          <pc:docMk/>
          <pc:sldMk cId="3137720663" sldId="1214"/>
        </pc:sldMkLst>
        <pc:spChg chg="add mod">
          <ac:chgData name="김명호" userId="e0d603aa-548e-418b-a070-918475337925" providerId="ADAL" clId="{AED328CA-5486-4EEB-813F-9A5FB28906E1}" dt="2023-11-13T05:21:55.805" v="133" actId="20577"/>
          <ac:spMkLst>
            <pc:docMk/>
            <pc:sldMk cId="3137720663" sldId="1214"/>
            <ac:spMk id="4" creationId="{F532F41E-7064-FE69-B2B1-9DF7381D7443}"/>
          </ac:spMkLst>
        </pc:spChg>
      </pc:sldChg>
      <pc:sldChg chg="addSp modSp">
        <pc:chgData name="김명호" userId="e0d603aa-548e-418b-a070-918475337925" providerId="ADAL" clId="{AED328CA-5486-4EEB-813F-9A5FB28906E1}" dt="2023-11-13T05:22:02.239" v="134"/>
        <pc:sldMkLst>
          <pc:docMk/>
          <pc:sldMk cId="3664927640" sldId="1215"/>
        </pc:sldMkLst>
        <pc:spChg chg="add mod">
          <ac:chgData name="김명호" userId="e0d603aa-548e-418b-a070-918475337925" providerId="ADAL" clId="{AED328CA-5486-4EEB-813F-9A5FB28906E1}" dt="2023-11-13T05:22:02.239" v="134"/>
          <ac:spMkLst>
            <pc:docMk/>
            <pc:sldMk cId="3664927640" sldId="1215"/>
            <ac:spMk id="4" creationId="{7B0CE9EE-5A6F-AFF9-D650-30047570372F}"/>
          </ac:spMkLst>
        </pc:spChg>
      </pc:sldChg>
      <pc:sldChg chg="addSp modSp">
        <pc:chgData name="김명호" userId="e0d603aa-548e-418b-a070-918475337925" providerId="ADAL" clId="{AED328CA-5486-4EEB-813F-9A5FB28906E1}" dt="2023-11-13T05:25:49.271" v="137"/>
        <pc:sldMkLst>
          <pc:docMk/>
          <pc:sldMk cId="1550920389" sldId="1219"/>
        </pc:sldMkLst>
        <pc:spChg chg="add mod">
          <ac:chgData name="김명호" userId="e0d603aa-548e-418b-a070-918475337925" providerId="ADAL" clId="{AED328CA-5486-4EEB-813F-9A5FB28906E1}" dt="2023-11-13T05:25:49.271" v="137"/>
          <ac:spMkLst>
            <pc:docMk/>
            <pc:sldMk cId="1550920389" sldId="1219"/>
            <ac:spMk id="4" creationId="{5E74AF1B-CF71-A22A-538E-72150C109B30}"/>
          </ac:spMkLst>
        </pc:spChg>
      </pc:sldChg>
      <pc:sldChg chg="addSp modSp">
        <pc:chgData name="김명호" userId="e0d603aa-548e-418b-a070-918475337925" providerId="ADAL" clId="{AED328CA-5486-4EEB-813F-9A5FB28906E1}" dt="2023-11-13T05:26:04.271" v="138"/>
        <pc:sldMkLst>
          <pc:docMk/>
          <pc:sldMk cId="1608992509" sldId="1220"/>
        </pc:sldMkLst>
        <pc:spChg chg="add mod">
          <ac:chgData name="김명호" userId="e0d603aa-548e-418b-a070-918475337925" providerId="ADAL" clId="{AED328CA-5486-4EEB-813F-9A5FB28906E1}" dt="2023-11-13T05:26:04.271" v="138"/>
          <ac:spMkLst>
            <pc:docMk/>
            <pc:sldMk cId="1608992509" sldId="1220"/>
            <ac:spMk id="4" creationId="{41CEA7DB-9E1E-0B33-B61B-F3687B956E0D}"/>
          </ac:spMkLst>
        </pc:spChg>
      </pc:sldChg>
      <pc:sldChg chg="addSp modSp">
        <pc:chgData name="김명호" userId="e0d603aa-548e-418b-a070-918475337925" providerId="ADAL" clId="{AED328CA-5486-4EEB-813F-9A5FB28906E1}" dt="2023-11-13T05:22:30.473" v="135"/>
        <pc:sldMkLst>
          <pc:docMk/>
          <pc:sldMk cId="200759230" sldId="1229"/>
        </pc:sldMkLst>
        <pc:spChg chg="add mod">
          <ac:chgData name="김명호" userId="e0d603aa-548e-418b-a070-918475337925" providerId="ADAL" clId="{AED328CA-5486-4EEB-813F-9A5FB28906E1}" dt="2023-11-13T05:22:30.473" v="135"/>
          <ac:spMkLst>
            <pc:docMk/>
            <pc:sldMk cId="200759230" sldId="1229"/>
            <ac:spMk id="4" creationId="{3D4BD92F-D59D-4E49-4255-B2EB4041358D}"/>
          </ac:spMkLst>
        </pc:spChg>
      </pc:sldChg>
      <pc:sldChg chg="addSp modSp">
        <pc:chgData name="김명호" userId="e0d603aa-548e-418b-a070-918475337925" providerId="ADAL" clId="{AED328CA-5486-4EEB-813F-9A5FB28906E1}" dt="2023-11-13T05:24:21.604" v="136"/>
        <pc:sldMkLst>
          <pc:docMk/>
          <pc:sldMk cId="2122162360" sldId="1230"/>
        </pc:sldMkLst>
        <pc:spChg chg="add mod">
          <ac:chgData name="김명호" userId="e0d603aa-548e-418b-a070-918475337925" providerId="ADAL" clId="{AED328CA-5486-4EEB-813F-9A5FB28906E1}" dt="2023-11-13T05:24:21.604" v="136"/>
          <ac:spMkLst>
            <pc:docMk/>
            <pc:sldMk cId="2122162360" sldId="1230"/>
            <ac:spMk id="4" creationId="{FA44F3D1-4148-A8BF-3C62-3E3E8E516D34}"/>
          </ac:spMkLst>
        </pc:spChg>
      </pc:sldChg>
      <pc:sldChg chg="addSp modSp">
        <pc:chgData name="김명호" userId="e0d603aa-548e-418b-a070-918475337925" providerId="ADAL" clId="{AED328CA-5486-4EEB-813F-9A5FB28906E1}" dt="2023-11-13T05:27:44.947" v="139"/>
        <pc:sldMkLst>
          <pc:docMk/>
          <pc:sldMk cId="3816687852" sldId="1239"/>
        </pc:sldMkLst>
        <pc:spChg chg="add mod">
          <ac:chgData name="김명호" userId="e0d603aa-548e-418b-a070-918475337925" providerId="ADAL" clId="{AED328CA-5486-4EEB-813F-9A5FB28906E1}" dt="2023-11-13T05:27:44.947" v="139"/>
          <ac:spMkLst>
            <pc:docMk/>
            <pc:sldMk cId="3816687852" sldId="1239"/>
            <ac:spMk id="6" creationId="{4C33D91B-94A1-713E-68C2-41058FCBC4A0}"/>
          </ac:spMkLst>
        </pc:spChg>
      </pc:sldChg>
      <pc:sldChg chg="addSp modSp">
        <pc:chgData name="김명호" userId="e0d603aa-548e-418b-a070-918475337925" providerId="ADAL" clId="{AED328CA-5486-4EEB-813F-9A5FB28906E1}" dt="2023-11-13T05:29:43.957" v="141"/>
        <pc:sldMkLst>
          <pc:docMk/>
          <pc:sldMk cId="3524124884" sldId="1241"/>
        </pc:sldMkLst>
        <pc:spChg chg="add mod">
          <ac:chgData name="김명호" userId="e0d603aa-548e-418b-a070-918475337925" providerId="ADAL" clId="{AED328CA-5486-4EEB-813F-9A5FB28906E1}" dt="2023-11-13T05:29:43.957" v="141"/>
          <ac:spMkLst>
            <pc:docMk/>
            <pc:sldMk cId="3524124884" sldId="1241"/>
            <ac:spMk id="4" creationId="{5BDF500F-B32D-6258-7B8A-ACBFC969BF9D}"/>
          </ac:spMkLst>
        </pc:spChg>
      </pc:sldChg>
      <pc:sldChg chg="addSp modSp">
        <pc:chgData name="김명호" userId="e0d603aa-548e-418b-a070-918475337925" providerId="ADAL" clId="{AED328CA-5486-4EEB-813F-9A5FB28906E1}" dt="2023-11-13T05:29:56.068" v="143"/>
        <pc:sldMkLst>
          <pc:docMk/>
          <pc:sldMk cId="295400668" sldId="1243"/>
        </pc:sldMkLst>
        <pc:spChg chg="add mod">
          <ac:chgData name="김명호" userId="e0d603aa-548e-418b-a070-918475337925" providerId="ADAL" clId="{AED328CA-5486-4EEB-813F-9A5FB28906E1}" dt="2023-11-13T05:29:56.068" v="143"/>
          <ac:spMkLst>
            <pc:docMk/>
            <pc:sldMk cId="295400668" sldId="1243"/>
            <ac:spMk id="11" creationId="{8414D002-DCD9-B78B-40C3-6676AF3BD395}"/>
          </ac:spMkLst>
        </pc:spChg>
      </pc:sldChg>
      <pc:sldChg chg="modSp mod">
        <pc:chgData name="김명호" userId="e0d603aa-548e-418b-a070-918475337925" providerId="ADAL" clId="{AED328CA-5486-4EEB-813F-9A5FB28906E1}" dt="2023-11-13T05:39:14.112" v="619" actId="13926"/>
        <pc:sldMkLst>
          <pc:docMk/>
          <pc:sldMk cId="2380281932" sldId="1245"/>
        </pc:sldMkLst>
        <pc:spChg chg="mod">
          <ac:chgData name="김명호" userId="e0d603aa-548e-418b-a070-918475337925" providerId="ADAL" clId="{AED328CA-5486-4EEB-813F-9A5FB28906E1}" dt="2023-11-13T05:39:14.112" v="619" actId="13926"/>
          <ac:spMkLst>
            <pc:docMk/>
            <pc:sldMk cId="2380281932" sldId="1245"/>
            <ac:spMk id="7" creationId="{0C81DD60-D84B-4D3C-8F3E-7D0E22E11300}"/>
          </ac:spMkLst>
        </pc:spChg>
      </pc:sldChg>
      <pc:sldChg chg="addSp modSp mod">
        <pc:chgData name="김명호" userId="e0d603aa-548e-418b-a070-918475337925" providerId="ADAL" clId="{AED328CA-5486-4EEB-813F-9A5FB28906E1}" dt="2023-11-13T05:42:57.589" v="702" actId="20577"/>
        <pc:sldMkLst>
          <pc:docMk/>
          <pc:sldMk cId="2390385797" sldId="1246"/>
        </pc:sldMkLst>
        <pc:spChg chg="mod">
          <ac:chgData name="김명호" userId="e0d603aa-548e-418b-a070-918475337925" providerId="ADAL" clId="{AED328CA-5486-4EEB-813F-9A5FB28906E1}" dt="2023-11-13T05:42:57.589" v="702" actId="20577"/>
          <ac:spMkLst>
            <pc:docMk/>
            <pc:sldMk cId="2390385797" sldId="1246"/>
            <ac:spMk id="7" creationId="{0C81DD60-D84B-4D3C-8F3E-7D0E22E11300}"/>
          </ac:spMkLst>
        </pc:spChg>
        <pc:spChg chg="add mod">
          <ac:chgData name="김명호" userId="e0d603aa-548e-418b-a070-918475337925" providerId="ADAL" clId="{AED328CA-5486-4EEB-813F-9A5FB28906E1}" dt="2023-11-13T05:42:20.172" v="621" actId="1076"/>
          <ac:spMkLst>
            <pc:docMk/>
            <pc:sldMk cId="2390385797" sldId="1246"/>
            <ac:spMk id="11" creationId="{1959BD75-F98C-5FD6-FEC0-A6FE0DB1919D}"/>
          </ac:spMkLst>
        </pc:spChg>
        <pc:cxnChg chg="add mod">
          <ac:chgData name="김명호" userId="e0d603aa-548e-418b-a070-918475337925" providerId="ADAL" clId="{AED328CA-5486-4EEB-813F-9A5FB28906E1}" dt="2023-11-13T05:42:20.172" v="621" actId="1076"/>
          <ac:cxnSpMkLst>
            <pc:docMk/>
            <pc:sldMk cId="2390385797" sldId="1246"/>
            <ac:cxnSpMk id="12" creationId="{E443B06C-7C09-F545-3AD3-4F94D9EAFB35}"/>
          </ac:cxnSpMkLst>
        </pc:cxnChg>
      </pc:sldChg>
      <pc:sldChg chg="addSp modSp mod">
        <pc:chgData name="김명호" userId="e0d603aa-548e-418b-a070-918475337925" providerId="ADAL" clId="{AED328CA-5486-4EEB-813F-9A5FB28906E1}" dt="2023-11-13T05:43:02.468" v="704"/>
        <pc:sldMkLst>
          <pc:docMk/>
          <pc:sldMk cId="1941828152" sldId="1247"/>
        </pc:sldMkLst>
        <pc:spChg chg="add mod">
          <ac:chgData name="김명호" userId="e0d603aa-548e-418b-a070-918475337925" providerId="ADAL" clId="{AED328CA-5486-4EEB-813F-9A5FB28906E1}" dt="2023-11-13T05:42:34.549" v="623" actId="1076"/>
          <ac:spMkLst>
            <pc:docMk/>
            <pc:sldMk cId="1941828152" sldId="1247"/>
            <ac:spMk id="5" creationId="{77F79A59-3B2B-D09B-B88A-1D6D7FD22469}"/>
          </ac:spMkLst>
        </pc:spChg>
        <pc:spChg chg="mod">
          <ac:chgData name="김명호" userId="e0d603aa-548e-418b-a070-918475337925" providerId="ADAL" clId="{AED328CA-5486-4EEB-813F-9A5FB28906E1}" dt="2023-11-13T05:43:02.468" v="704"/>
          <ac:spMkLst>
            <pc:docMk/>
            <pc:sldMk cId="1941828152" sldId="1247"/>
            <ac:spMk id="7" creationId="{0C81DD60-D84B-4D3C-8F3E-7D0E22E11300}"/>
          </ac:spMkLst>
        </pc:spChg>
        <pc:cxnChg chg="add mod">
          <ac:chgData name="김명호" userId="e0d603aa-548e-418b-a070-918475337925" providerId="ADAL" clId="{AED328CA-5486-4EEB-813F-9A5FB28906E1}" dt="2023-11-13T05:42:34.549" v="623" actId="1076"/>
          <ac:cxnSpMkLst>
            <pc:docMk/>
            <pc:sldMk cId="1941828152" sldId="1247"/>
            <ac:cxnSpMk id="8" creationId="{3E94C146-3598-8ED1-811E-717BB61ED743}"/>
          </ac:cxnSpMkLst>
        </pc:cxnChg>
      </pc:sldChg>
      <pc:sldChg chg="addSp modSp">
        <pc:chgData name="김명호" userId="e0d603aa-548e-418b-a070-918475337925" providerId="ADAL" clId="{AED328CA-5486-4EEB-813F-9A5FB28906E1}" dt="2023-11-13T05:28:39.469" v="140"/>
        <pc:sldMkLst>
          <pc:docMk/>
          <pc:sldMk cId="4082353331" sldId="1248"/>
        </pc:sldMkLst>
        <pc:spChg chg="add mod">
          <ac:chgData name="김명호" userId="e0d603aa-548e-418b-a070-918475337925" providerId="ADAL" clId="{AED328CA-5486-4EEB-813F-9A5FB28906E1}" dt="2023-11-13T05:28:39.469" v="140"/>
          <ac:spMkLst>
            <pc:docMk/>
            <pc:sldMk cId="4082353331" sldId="1248"/>
            <ac:spMk id="8" creationId="{9C5E30A4-7E5A-2043-2ED2-2175CD4D4E86}"/>
          </ac:spMkLst>
        </pc:spChg>
      </pc:sldChg>
      <pc:sldChg chg="addSp modSp">
        <pc:chgData name="김명호" userId="e0d603aa-548e-418b-a070-918475337925" providerId="ADAL" clId="{AED328CA-5486-4EEB-813F-9A5FB28906E1}" dt="2023-11-13T05:31:45.004" v="146"/>
        <pc:sldMkLst>
          <pc:docMk/>
          <pc:sldMk cId="2322667942" sldId="1249"/>
        </pc:sldMkLst>
        <pc:spChg chg="add mod">
          <ac:chgData name="김명호" userId="e0d603aa-548e-418b-a070-918475337925" providerId="ADAL" clId="{AED328CA-5486-4EEB-813F-9A5FB28906E1}" dt="2023-11-13T05:31:45.004" v="146"/>
          <ac:spMkLst>
            <pc:docMk/>
            <pc:sldMk cId="2322667942" sldId="1249"/>
            <ac:spMk id="5" creationId="{B93EEA0E-6EB2-A17F-8EA4-CF730C163827}"/>
          </ac:spMkLst>
        </pc:spChg>
      </pc:sldChg>
      <pc:sldChg chg="addSp modSp">
        <pc:chgData name="김명호" userId="e0d603aa-548e-418b-a070-918475337925" providerId="ADAL" clId="{AED328CA-5486-4EEB-813F-9A5FB28906E1}" dt="2023-11-13T05:31:32.676" v="145"/>
        <pc:sldMkLst>
          <pc:docMk/>
          <pc:sldMk cId="4216325724" sldId="1250"/>
        </pc:sldMkLst>
        <pc:spChg chg="add mod">
          <ac:chgData name="김명호" userId="e0d603aa-548e-418b-a070-918475337925" providerId="ADAL" clId="{AED328CA-5486-4EEB-813F-9A5FB28906E1}" dt="2023-11-13T05:31:32.676" v="145"/>
          <ac:spMkLst>
            <pc:docMk/>
            <pc:sldMk cId="4216325724" sldId="1250"/>
            <ac:spMk id="5" creationId="{ED227782-613A-9C3D-2F48-6ABD3535DB2E}"/>
          </ac:spMkLst>
        </pc:spChg>
      </pc:sldChg>
      <pc:sldChg chg="addSp modSp">
        <pc:chgData name="김명호" userId="e0d603aa-548e-418b-a070-918475337925" providerId="ADAL" clId="{AED328CA-5486-4EEB-813F-9A5FB28906E1}" dt="2023-11-13T05:32:18.574" v="147"/>
        <pc:sldMkLst>
          <pc:docMk/>
          <pc:sldMk cId="1011153317" sldId="1252"/>
        </pc:sldMkLst>
        <pc:spChg chg="add mod">
          <ac:chgData name="김명호" userId="e0d603aa-548e-418b-a070-918475337925" providerId="ADAL" clId="{AED328CA-5486-4EEB-813F-9A5FB28906E1}" dt="2023-11-13T05:32:18.574" v="147"/>
          <ac:spMkLst>
            <pc:docMk/>
            <pc:sldMk cId="1011153317" sldId="1252"/>
            <ac:spMk id="5" creationId="{B19D3812-60EC-43F8-7790-EE1AE01DF931}"/>
          </ac:spMkLst>
        </pc:spChg>
      </pc:sldChg>
      <pc:sldChg chg="addSp modSp">
        <pc:chgData name="김명호" userId="e0d603aa-548e-418b-a070-918475337925" providerId="ADAL" clId="{AED328CA-5486-4EEB-813F-9A5FB28906E1}" dt="2023-11-13T05:32:22.443" v="148"/>
        <pc:sldMkLst>
          <pc:docMk/>
          <pc:sldMk cId="3776829970" sldId="1253"/>
        </pc:sldMkLst>
        <pc:spChg chg="add mod">
          <ac:chgData name="김명호" userId="e0d603aa-548e-418b-a070-918475337925" providerId="ADAL" clId="{AED328CA-5486-4EEB-813F-9A5FB28906E1}" dt="2023-11-13T05:32:22.443" v="148"/>
          <ac:spMkLst>
            <pc:docMk/>
            <pc:sldMk cId="3776829970" sldId="1253"/>
            <ac:spMk id="6" creationId="{CA32ECFF-F24F-0D10-58F3-88E20449724B}"/>
          </ac:spMkLst>
        </pc:spChg>
      </pc:sldChg>
      <pc:sldChg chg="addSp modSp">
        <pc:chgData name="김명호" userId="e0d603aa-548e-418b-a070-918475337925" providerId="ADAL" clId="{AED328CA-5486-4EEB-813F-9A5FB28906E1}" dt="2023-11-13T05:36:10.787" v="397"/>
        <pc:sldMkLst>
          <pc:docMk/>
          <pc:sldMk cId="490664316" sldId="1254"/>
        </pc:sldMkLst>
        <pc:spChg chg="add mod">
          <ac:chgData name="김명호" userId="e0d603aa-548e-418b-a070-918475337925" providerId="ADAL" clId="{AED328CA-5486-4EEB-813F-9A5FB28906E1}" dt="2023-11-13T05:36:10.787" v="397"/>
          <ac:spMkLst>
            <pc:docMk/>
            <pc:sldMk cId="490664316" sldId="1254"/>
            <ac:spMk id="5" creationId="{B406C313-854F-D1D1-39CF-DB773DAA9908}"/>
          </ac:spMkLst>
        </pc:spChg>
      </pc:sldChg>
      <pc:sldChg chg="modSp mod">
        <pc:chgData name="김명호" userId="e0d603aa-548e-418b-a070-918475337925" providerId="ADAL" clId="{AED328CA-5486-4EEB-813F-9A5FB28906E1}" dt="2023-11-13T05:34:56.849" v="395" actId="13926"/>
        <pc:sldMkLst>
          <pc:docMk/>
          <pc:sldMk cId="3400578088" sldId="1255"/>
        </pc:sldMkLst>
        <pc:spChg chg="mod">
          <ac:chgData name="김명호" userId="e0d603aa-548e-418b-a070-918475337925" providerId="ADAL" clId="{AED328CA-5486-4EEB-813F-9A5FB28906E1}" dt="2023-11-13T05:34:56.849" v="395" actId="13926"/>
          <ac:spMkLst>
            <pc:docMk/>
            <pc:sldMk cId="3400578088" sldId="1255"/>
            <ac:spMk id="7" creationId="{0C81DD60-D84B-4D3C-8F3E-7D0E22E11300}"/>
          </ac:spMkLst>
        </pc:spChg>
      </pc:sldChg>
      <pc:sldChg chg="addSp modSp">
        <pc:chgData name="김명호" userId="e0d603aa-548e-418b-a070-918475337925" providerId="ADAL" clId="{AED328CA-5486-4EEB-813F-9A5FB28906E1}" dt="2023-11-13T05:44:03.334" v="705"/>
        <pc:sldMkLst>
          <pc:docMk/>
          <pc:sldMk cId="1380200255" sldId="1256"/>
        </pc:sldMkLst>
        <pc:spChg chg="add mod">
          <ac:chgData name="김명호" userId="e0d603aa-548e-418b-a070-918475337925" providerId="ADAL" clId="{AED328CA-5486-4EEB-813F-9A5FB28906E1}" dt="2023-11-13T05:44:03.334" v="705"/>
          <ac:spMkLst>
            <pc:docMk/>
            <pc:sldMk cId="1380200255" sldId="1256"/>
            <ac:spMk id="4" creationId="{7E7BDEE8-1DA3-7CF0-E97A-DD371220B823}"/>
          </ac:spMkLst>
        </pc:spChg>
      </pc:sldChg>
      <pc:sldChg chg="addSp modSp">
        <pc:chgData name="김명호" userId="e0d603aa-548e-418b-a070-918475337925" providerId="ADAL" clId="{AED328CA-5486-4EEB-813F-9A5FB28906E1}" dt="2023-11-13T05:29:49.405" v="142"/>
        <pc:sldMkLst>
          <pc:docMk/>
          <pc:sldMk cId="2758413943" sldId="1262"/>
        </pc:sldMkLst>
        <pc:spChg chg="add mod">
          <ac:chgData name="김명호" userId="e0d603aa-548e-418b-a070-918475337925" providerId="ADAL" clId="{AED328CA-5486-4EEB-813F-9A5FB28906E1}" dt="2023-11-13T05:29:49.405" v="142"/>
          <ac:spMkLst>
            <pc:docMk/>
            <pc:sldMk cId="2758413943" sldId="1262"/>
            <ac:spMk id="6" creationId="{EA7B5F46-88A3-2D2A-C76A-70F17B6D9051}"/>
          </ac:spMkLst>
        </pc:spChg>
      </pc:sldChg>
      <pc:sldChg chg="addSp modSp">
        <pc:chgData name="김명호" userId="e0d603aa-548e-418b-a070-918475337925" providerId="ADAL" clId="{AED328CA-5486-4EEB-813F-9A5FB28906E1}" dt="2023-11-13T05:35:29.491" v="396"/>
        <pc:sldMkLst>
          <pc:docMk/>
          <pc:sldMk cId="3700459755" sldId="1263"/>
        </pc:sldMkLst>
        <pc:spChg chg="add mod">
          <ac:chgData name="김명호" userId="e0d603aa-548e-418b-a070-918475337925" providerId="ADAL" clId="{AED328CA-5486-4EEB-813F-9A5FB28906E1}" dt="2023-11-13T05:35:29.491" v="396"/>
          <ac:spMkLst>
            <pc:docMk/>
            <pc:sldMk cId="3700459755" sldId="1263"/>
            <ac:spMk id="6" creationId="{254CE0D3-8D48-B0D5-3DCA-A836A7318938}"/>
          </ac:spMkLst>
        </pc:spChg>
      </pc:sldChg>
      <pc:sldChg chg="addSp modSp">
        <pc:chgData name="김명호" userId="e0d603aa-548e-418b-a070-918475337925" providerId="ADAL" clId="{AED328CA-5486-4EEB-813F-9A5FB28906E1}" dt="2023-11-13T05:31:02.522" v="144"/>
        <pc:sldMkLst>
          <pc:docMk/>
          <pc:sldMk cId="3791140700" sldId="1264"/>
        </pc:sldMkLst>
        <pc:spChg chg="add mod">
          <ac:chgData name="김명호" userId="e0d603aa-548e-418b-a070-918475337925" providerId="ADAL" clId="{AED328CA-5486-4EEB-813F-9A5FB28906E1}" dt="2023-11-13T05:31:02.522" v="144"/>
          <ac:spMkLst>
            <pc:docMk/>
            <pc:sldMk cId="3791140700" sldId="1264"/>
            <ac:spMk id="6" creationId="{93ABD819-BBB9-1EA7-9E48-A1954C214468}"/>
          </ac:spMkLst>
        </pc:spChg>
      </pc:sldChg>
      <pc:sldChg chg="modSp mod">
        <pc:chgData name="김명호" userId="e0d603aa-548e-418b-a070-918475337925" providerId="ADAL" clId="{AED328CA-5486-4EEB-813F-9A5FB28906E1}" dt="2023-11-13T05:49:01.915" v="1340" actId="20577"/>
        <pc:sldMkLst>
          <pc:docMk/>
          <pc:sldMk cId="4292174035" sldId="1265"/>
        </pc:sldMkLst>
        <pc:spChg chg="mod">
          <ac:chgData name="김명호" userId="e0d603aa-548e-418b-a070-918475337925" providerId="ADAL" clId="{AED328CA-5486-4EEB-813F-9A5FB28906E1}" dt="2023-11-13T05:49:01.915" v="1340" actId="20577"/>
          <ac:spMkLst>
            <pc:docMk/>
            <pc:sldMk cId="4292174035" sldId="1265"/>
            <ac:spMk id="7" creationId="{0C81DD60-D84B-4D3C-8F3E-7D0E22E11300}"/>
          </ac:spMkLst>
        </pc:spChg>
      </pc:sldChg>
      <pc:sldChg chg="addSp modSp">
        <pc:chgData name="김명호" userId="e0d603aa-548e-418b-a070-918475337925" providerId="ADAL" clId="{AED328CA-5486-4EEB-813F-9A5FB28906E1}" dt="2023-11-13T08:37:12.491" v="1342"/>
        <pc:sldMkLst>
          <pc:docMk/>
          <pc:sldMk cId="1485434445" sldId="1272"/>
        </pc:sldMkLst>
        <pc:spChg chg="add mod">
          <ac:chgData name="김명호" userId="e0d603aa-548e-418b-a070-918475337925" providerId="ADAL" clId="{AED328CA-5486-4EEB-813F-9A5FB28906E1}" dt="2023-11-13T08:37:12.491" v="1342"/>
          <ac:spMkLst>
            <pc:docMk/>
            <pc:sldMk cId="1485434445" sldId="1272"/>
            <ac:spMk id="5" creationId="{493B51B0-2712-AF26-FA39-B2D5826D75F7}"/>
          </ac:spMkLst>
        </pc:spChg>
      </pc:sldChg>
      <pc:sldChg chg="addSp modSp">
        <pc:chgData name="김명호" userId="e0d603aa-548e-418b-a070-918475337925" providerId="ADAL" clId="{AED328CA-5486-4EEB-813F-9A5FB28906E1}" dt="2023-11-13T08:37:07.720" v="1341"/>
        <pc:sldMkLst>
          <pc:docMk/>
          <pc:sldMk cId="520318947" sldId="1273"/>
        </pc:sldMkLst>
        <pc:spChg chg="add mod">
          <ac:chgData name="김명호" userId="e0d603aa-548e-418b-a070-918475337925" providerId="ADAL" clId="{AED328CA-5486-4EEB-813F-9A5FB28906E1}" dt="2023-11-13T08:37:07.720" v="1341"/>
          <ac:spMkLst>
            <pc:docMk/>
            <pc:sldMk cId="520318947" sldId="1273"/>
            <ac:spMk id="5" creationId="{99B6B4BE-C036-4249-4888-AEC28D0522CA}"/>
          </ac:spMkLst>
        </pc:spChg>
      </pc:sldChg>
      <pc:sldChg chg="modSp mod">
        <pc:chgData name="김명호" userId="e0d603aa-548e-418b-a070-918475337925" providerId="ADAL" clId="{AED328CA-5486-4EEB-813F-9A5FB28906E1}" dt="2023-11-13T08:39:19.940" v="1511" actId="20577"/>
        <pc:sldMkLst>
          <pc:docMk/>
          <pc:sldMk cId="2465085187" sldId="1275"/>
        </pc:sldMkLst>
        <pc:spChg chg="mod">
          <ac:chgData name="김명호" userId="e0d603aa-548e-418b-a070-918475337925" providerId="ADAL" clId="{AED328CA-5486-4EEB-813F-9A5FB28906E1}" dt="2023-11-13T08:39:19.940" v="1511" actId="20577"/>
          <ac:spMkLst>
            <pc:docMk/>
            <pc:sldMk cId="2465085187" sldId="1275"/>
            <ac:spMk id="7" creationId="{0C81DD60-D84B-4D3C-8F3E-7D0E22E11300}"/>
          </ac:spMkLst>
        </pc:spChg>
      </pc:sldChg>
      <pc:sldChg chg="addSp modSp">
        <pc:chgData name="김명호" userId="e0d603aa-548e-418b-a070-918475337925" providerId="ADAL" clId="{AED328CA-5486-4EEB-813F-9A5FB28906E1}" dt="2023-11-13T08:37:40.449" v="1343"/>
        <pc:sldMkLst>
          <pc:docMk/>
          <pc:sldMk cId="3895168311" sldId="1276"/>
        </pc:sldMkLst>
        <pc:spChg chg="add mod">
          <ac:chgData name="김명호" userId="e0d603aa-548e-418b-a070-918475337925" providerId="ADAL" clId="{AED328CA-5486-4EEB-813F-9A5FB28906E1}" dt="2023-11-13T08:37:40.449" v="1343"/>
          <ac:spMkLst>
            <pc:docMk/>
            <pc:sldMk cId="3895168311" sldId="1276"/>
            <ac:spMk id="4" creationId="{30993613-042E-F812-A07D-BDA9781DB4DB}"/>
          </ac:spMkLst>
        </pc:spChg>
      </pc:sldChg>
      <pc:sldChg chg="modSp mod">
        <pc:chgData name="김명호" userId="e0d603aa-548e-418b-a070-918475337925" providerId="ADAL" clId="{AED328CA-5486-4EEB-813F-9A5FB28906E1}" dt="2023-11-13T08:43:52.023" v="1621" actId="6549"/>
        <pc:sldMkLst>
          <pc:docMk/>
          <pc:sldMk cId="2968431506" sldId="1281"/>
        </pc:sldMkLst>
        <pc:spChg chg="mod">
          <ac:chgData name="김명호" userId="e0d603aa-548e-418b-a070-918475337925" providerId="ADAL" clId="{AED328CA-5486-4EEB-813F-9A5FB28906E1}" dt="2023-11-13T08:43:52.023" v="1621" actId="6549"/>
          <ac:spMkLst>
            <pc:docMk/>
            <pc:sldMk cId="2968431506" sldId="1281"/>
            <ac:spMk id="7" creationId="{0C81DD60-D84B-4D3C-8F3E-7D0E22E11300}"/>
          </ac:spMkLst>
        </pc:spChg>
      </pc:sldChg>
      <pc:sldChg chg="addSp delSp modSp mod">
        <pc:chgData name="김명호" userId="e0d603aa-548e-418b-a070-918475337925" providerId="ADAL" clId="{AED328CA-5486-4EEB-813F-9A5FB28906E1}" dt="2023-11-13T08:48:06.178" v="1624"/>
        <pc:sldMkLst>
          <pc:docMk/>
          <pc:sldMk cId="2837840231" sldId="1287"/>
        </pc:sldMkLst>
        <pc:spChg chg="add del">
          <ac:chgData name="김명호" userId="e0d603aa-548e-418b-a070-918475337925" providerId="ADAL" clId="{AED328CA-5486-4EEB-813F-9A5FB28906E1}" dt="2023-11-13T08:47:57.687" v="1623" actId="22"/>
          <ac:spMkLst>
            <pc:docMk/>
            <pc:sldMk cId="2837840231" sldId="1287"/>
            <ac:spMk id="5" creationId="{B6CF9ECF-C787-C7EE-D183-D7F845EBB25F}"/>
          </ac:spMkLst>
        </pc:spChg>
        <pc:spChg chg="add mod">
          <ac:chgData name="김명호" userId="e0d603aa-548e-418b-a070-918475337925" providerId="ADAL" clId="{AED328CA-5486-4EEB-813F-9A5FB28906E1}" dt="2023-11-13T08:48:06.178" v="1624"/>
          <ac:spMkLst>
            <pc:docMk/>
            <pc:sldMk cId="2837840231" sldId="1287"/>
            <ac:spMk id="8" creationId="{4723D923-FF6A-DB3C-D836-6F1D0A22DB29}"/>
          </ac:spMkLst>
        </pc:spChg>
      </pc:sldChg>
      <pc:sldChg chg="addSp modSp">
        <pc:chgData name="김명호" userId="e0d603aa-548e-418b-a070-918475337925" providerId="ADAL" clId="{AED328CA-5486-4EEB-813F-9A5FB28906E1}" dt="2023-11-13T08:49:34.933" v="1625"/>
        <pc:sldMkLst>
          <pc:docMk/>
          <pc:sldMk cId="1495738115" sldId="1288"/>
        </pc:sldMkLst>
        <pc:spChg chg="add mod">
          <ac:chgData name="김명호" userId="e0d603aa-548e-418b-a070-918475337925" providerId="ADAL" clId="{AED328CA-5486-4EEB-813F-9A5FB28906E1}" dt="2023-11-13T08:49:34.933" v="1625"/>
          <ac:spMkLst>
            <pc:docMk/>
            <pc:sldMk cId="1495738115" sldId="1288"/>
            <ac:spMk id="4" creationId="{7989133D-338D-544C-D10A-DA5680F2C684}"/>
          </ac:spMkLst>
        </pc:spChg>
      </pc:sldChg>
      <pc:sldChg chg="addSp modSp">
        <pc:chgData name="김명호" userId="e0d603aa-548e-418b-a070-918475337925" providerId="ADAL" clId="{AED328CA-5486-4EEB-813F-9A5FB28906E1}" dt="2023-11-13T08:50:22.730" v="1627"/>
        <pc:sldMkLst>
          <pc:docMk/>
          <pc:sldMk cId="1495462671" sldId="1289"/>
        </pc:sldMkLst>
        <pc:spChg chg="add mod">
          <ac:chgData name="김명호" userId="e0d603aa-548e-418b-a070-918475337925" providerId="ADAL" clId="{AED328CA-5486-4EEB-813F-9A5FB28906E1}" dt="2023-11-13T08:50:22.730" v="1627"/>
          <ac:spMkLst>
            <pc:docMk/>
            <pc:sldMk cId="1495462671" sldId="1289"/>
            <ac:spMk id="5" creationId="{6BB048FF-7F49-5026-DAE7-E38677833994}"/>
          </ac:spMkLst>
        </pc:spChg>
      </pc:sldChg>
      <pc:sldChg chg="addSp modSp">
        <pc:chgData name="김명호" userId="e0d603aa-548e-418b-a070-918475337925" providerId="ADAL" clId="{AED328CA-5486-4EEB-813F-9A5FB28906E1}" dt="2023-11-13T08:50:19.593" v="1626"/>
        <pc:sldMkLst>
          <pc:docMk/>
          <pc:sldMk cId="3733163512" sldId="1290"/>
        </pc:sldMkLst>
        <pc:spChg chg="add mod">
          <ac:chgData name="김명호" userId="e0d603aa-548e-418b-a070-918475337925" providerId="ADAL" clId="{AED328CA-5486-4EEB-813F-9A5FB28906E1}" dt="2023-11-13T08:50:19.593" v="1626"/>
          <ac:spMkLst>
            <pc:docMk/>
            <pc:sldMk cId="3733163512" sldId="1290"/>
            <ac:spMk id="5" creationId="{EDE05DCE-A5BA-E29A-5560-A67820CC323E}"/>
          </ac:spMkLst>
        </pc:spChg>
      </pc:sldChg>
      <pc:sldChg chg="addSp modSp">
        <pc:chgData name="김명호" userId="e0d603aa-548e-418b-a070-918475337925" providerId="ADAL" clId="{AED328CA-5486-4EEB-813F-9A5FB28906E1}" dt="2023-11-13T08:54:27.888" v="1629"/>
        <pc:sldMkLst>
          <pc:docMk/>
          <pc:sldMk cId="1100756332" sldId="1291"/>
        </pc:sldMkLst>
        <pc:spChg chg="add mod">
          <ac:chgData name="김명호" userId="e0d603aa-548e-418b-a070-918475337925" providerId="ADAL" clId="{AED328CA-5486-4EEB-813F-9A5FB28906E1}" dt="2023-11-13T08:54:27.888" v="1629"/>
          <ac:spMkLst>
            <pc:docMk/>
            <pc:sldMk cId="1100756332" sldId="1291"/>
            <ac:spMk id="4" creationId="{A2BC3E02-D828-AEB2-C1EF-CFCB73E01249}"/>
          </ac:spMkLst>
        </pc:spChg>
      </pc:sldChg>
      <pc:sldChg chg="addSp modSp">
        <pc:chgData name="김명호" userId="e0d603aa-548e-418b-a070-918475337925" providerId="ADAL" clId="{AED328CA-5486-4EEB-813F-9A5FB28906E1}" dt="2023-11-13T08:54:23.538" v="1628"/>
        <pc:sldMkLst>
          <pc:docMk/>
          <pc:sldMk cId="2321739673" sldId="1292"/>
        </pc:sldMkLst>
        <pc:spChg chg="add mod">
          <ac:chgData name="김명호" userId="e0d603aa-548e-418b-a070-918475337925" providerId="ADAL" clId="{AED328CA-5486-4EEB-813F-9A5FB28906E1}" dt="2023-11-13T08:54:23.538" v="1628"/>
          <ac:spMkLst>
            <pc:docMk/>
            <pc:sldMk cId="2321739673" sldId="1292"/>
            <ac:spMk id="4" creationId="{D79703BB-6D9C-F544-9729-470822E3BB24}"/>
          </ac:spMkLst>
        </pc:spChg>
      </pc:sldChg>
      <pc:sldChg chg="addSp modSp">
        <pc:chgData name="김명호" userId="e0d603aa-548e-418b-a070-918475337925" providerId="ADAL" clId="{AED328CA-5486-4EEB-813F-9A5FB28906E1}" dt="2023-11-14T00:57:53.124" v="1630"/>
        <pc:sldMkLst>
          <pc:docMk/>
          <pc:sldMk cId="2939920213" sldId="1293"/>
        </pc:sldMkLst>
        <pc:spChg chg="add mod">
          <ac:chgData name="김명호" userId="e0d603aa-548e-418b-a070-918475337925" providerId="ADAL" clId="{AED328CA-5486-4EEB-813F-9A5FB28906E1}" dt="2023-11-14T00:57:53.124" v="1630"/>
          <ac:spMkLst>
            <pc:docMk/>
            <pc:sldMk cId="2939920213" sldId="1293"/>
            <ac:spMk id="4" creationId="{A1BE8EA7-C1B1-7869-FED2-9EDCB4443E02}"/>
          </ac:spMkLst>
        </pc:spChg>
      </pc:sldChg>
      <pc:sldChg chg="addSp modSp">
        <pc:chgData name="김명호" userId="e0d603aa-548e-418b-a070-918475337925" providerId="ADAL" clId="{AED328CA-5486-4EEB-813F-9A5FB28906E1}" dt="2023-11-14T00:58:00.323" v="1631"/>
        <pc:sldMkLst>
          <pc:docMk/>
          <pc:sldMk cId="439643513" sldId="1295"/>
        </pc:sldMkLst>
        <pc:spChg chg="add mod">
          <ac:chgData name="김명호" userId="e0d603aa-548e-418b-a070-918475337925" providerId="ADAL" clId="{AED328CA-5486-4EEB-813F-9A5FB28906E1}" dt="2023-11-14T00:58:00.323" v="1631"/>
          <ac:spMkLst>
            <pc:docMk/>
            <pc:sldMk cId="439643513" sldId="1295"/>
            <ac:spMk id="5" creationId="{EB76D786-B694-3533-6E24-E429701E1407}"/>
          </ac:spMkLst>
        </pc:spChg>
      </pc:sldChg>
      <pc:sldChg chg="addSp modSp">
        <pc:chgData name="김명호" userId="e0d603aa-548e-418b-a070-918475337925" providerId="ADAL" clId="{AED328CA-5486-4EEB-813F-9A5FB28906E1}" dt="2023-11-14T00:58:40.153" v="1632"/>
        <pc:sldMkLst>
          <pc:docMk/>
          <pc:sldMk cId="3838450971" sldId="1297"/>
        </pc:sldMkLst>
        <pc:spChg chg="add mod">
          <ac:chgData name="김명호" userId="e0d603aa-548e-418b-a070-918475337925" providerId="ADAL" clId="{AED328CA-5486-4EEB-813F-9A5FB28906E1}" dt="2023-11-14T00:58:40.153" v="1632"/>
          <ac:spMkLst>
            <pc:docMk/>
            <pc:sldMk cId="3838450971" sldId="1297"/>
            <ac:spMk id="4" creationId="{C9F05B58-FCA0-CC2A-90F8-D09714E86B8B}"/>
          </ac:spMkLst>
        </pc:spChg>
      </pc:sldChg>
      <pc:sldChg chg="addSp modSp">
        <pc:chgData name="김명호" userId="e0d603aa-548e-418b-a070-918475337925" providerId="ADAL" clId="{AED328CA-5486-4EEB-813F-9A5FB28906E1}" dt="2023-11-14T00:58:58.050" v="1633"/>
        <pc:sldMkLst>
          <pc:docMk/>
          <pc:sldMk cId="3727965401" sldId="1298"/>
        </pc:sldMkLst>
        <pc:spChg chg="add mod">
          <ac:chgData name="김명호" userId="e0d603aa-548e-418b-a070-918475337925" providerId="ADAL" clId="{AED328CA-5486-4EEB-813F-9A5FB28906E1}" dt="2023-11-14T00:58:58.050" v="1633"/>
          <ac:spMkLst>
            <pc:docMk/>
            <pc:sldMk cId="3727965401" sldId="1298"/>
            <ac:spMk id="4" creationId="{F349D373-2650-79E4-995F-ECE49DAA7932}"/>
          </ac:spMkLst>
        </pc:spChg>
      </pc:sldChg>
      <pc:sldChg chg="addSp modSp">
        <pc:chgData name="김명호" userId="e0d603aa-548e-418b-a070-918475337925" providerId="ADAL" clId="{AED328CA-5486-4EEB-813F-9A5FB28906E1}" dt="2023-11-14T01:15:20.878" v="1634"/>
        <pc:sldMkLst>
          <pc:docMk/>
          <pc:sldMk cId="2667494506" sldId="1299"/>
        </pc:sldMkLst>
        <pc:spChg chg="add mod">
          <ac:chgData name="김명호" userId="e0d603aa-548e-418b-a070-918475337925" providerId="ADAL" clId="{AED328CA-5486-4EEB-813F-9A5FB28906E1}" dt="2023-11-14T01:15:20.878" v="1634"/>
          <ac:spMkLst>
            <pc:docMk/>
            <pc:sldMk cId="2667494506" sldId="1299"/>
            <ac:spMk id="4" creationId="{1BFB5DF2-A5CC-F580-8B9A-CCB41A520C91}"/>
          </ac:spMkLst>
        </pc:spChg>
      </pc:sldChg>
      <pc:sldChg chg="addSp modSp">
        <pc:chgData name="김명호" userId="e0d603aa-548e-418b-a070-918475337925" providerId="ADAL" clId="{AED328CA-5486-4EEB-813F-9A5FB28906E1}" dt="2023-11-14T01:15:59.230" v="1635"/>
        <pc:sldMkLst>
          <pc:docMk/>
          <pc:sldMk cId="1224469565" sldId="1300"/>
        </pc:sldMkLst>
        <pc:spChg chg="add mod">
          <ac:chgData name="김명호" userId="e0d603aa-548e-418b-a070-918475337925" providerId="ADAL" clId="{AED328CA-5486-4EEB-813F-9A5FB28906E1}" dt="2023-11-14T01:15:59.230" v="1635"/>
          <ac:spMkLst>
            <pc:docMk/>
            <pc:sldMk cId="1224469565" sldId="1300"/>
            <ac:spMk id="4" creationId="{9BE30399-16B4-48E5-D4BF-63A51B2B7AA8}"/>
          </ac:spMkLst>
        </pc:spChg>
      </pc:sldChg>
      <pc:sldChg chg="addSp modSp">
        <pc:chgData name="김명호" userId="e0d603aa-548e-418b-a070-918475337925" providerId="ADAL" clId="{AED328CA-5486-4EEB-813F-9A5FB28906E1}" dt="2023-11-14T02:34:06.819" v="1767"/>
        <pc:sldMkLst>
          <pc:docMk/>
          <pc:sldMk cId="2128605699" sldId="1310"/>
        </pc:sldMkLst>
        <pc:spChg chg="add mod">
          <ac:chgData name="김명호" userId="e0d603aa-548e-418b-a070-918475337925" providerId="ADAL" clId="{AED328CA-5486-4EEB-813F-9A5FB28906E1}" dt="2023-11-14T02:34:06.819" v="1767"/>
          <ac:spMkLst>
            <pc:docMk/>
            <pc:sldMk cId="2128605699" sldId="1310"/>
            <ac:spMk id="4" creationId="{82DDBB00-2800-D9A2-396B-9FFF67349A82}"/>
          </ac:spMkLst>
        </pc:spChg>
      </pc:sldChg>
      <pc:sldChg chg="addSp modSp">
        <pc:chgData name="김명호" userId="e0d603aa-548e-418b-a070-918475337925" providerId="ADAL" clId="{AED328CA-5486-4EEB-813F-9A5FB28906E1}" dt="2023-11-14T02:05:48.950" v="1636"/>
        <pc:sldMkLst>
          <pc:docMk/>
          <pc:sldMk cId="3199713195" sldId="1311"/>
        </pc:sldMkLst>
        <pc:spChg chg="add mod">
          <ac:chgData name="김명호" userId="e0d603aa-548e-418b-a070-918475337925" providerId="ADAL" clId="{AED328CA-5486-4EEB-813F-9A5FB28906E1}" dt="2023-11-14T02:05:48.950" v="1636"/>
          <ac:spMkLst>
            <pc:docMk/>
            <pc:sldMk cId="3199713195" sldId="1311"/>
            <ac:spMk id="4" creationId="{A1AE6E20-946C-2E8E-7E9B-E3145D81177B}"/>
          </ac:spMkLst>
        </pc:spChg>
      </pc:sldChg>
      <pc:sldChg chg="addSp modSp">
        <pc:chgData name="김명호" userId="e0d603aa-548e-418b-a070-918475337925" providerId="ADAL" clId="{AED328CA-5486-4EEB-813F-9A5FB28906E1}" dt="2023-11-14T02:06:07.358" v="1637"/>
        <pc:sldMkLst>
          <pc:docMk/>
          <pc:sldMk cId="780203822" sldId="1312"/>
        </pc:sldMkLst>
        <pc:spChg chg="add mod">
          <ac:chgData name="김명호" userId="e0d603aa-548e-418b-a070-918475337925" providerId="ADAL" clId="{AED328CA-5486-4EEB-813F-9A5FB28906E1}" dt="2023-11-14T02:06:07.358" v="1637"/>
          <ac:spMkLst>
            <pc:docMk/>
            <pc:sldMk cId="780203822" sldId="1312"/>
            <ac:spMk id="6" creationId="{0A3826C6-D1EE-30DC-B11E-132FA4F68964}"/>
          </ac:spMkLst>
        </pc:spChg>
      </pc:sldChg>
      <pc:sldChg chg="modSp mod">
        <pc:chgData name="김명호" userId="e0d603aa-548e-418b-a070-918475337925" providerId="ADAL" clId="{AED328CA-5486-4EEB-813F-9A5FB28906E1}" dt="2023-11-14T02:08:37.738" v="1759"/>
        <pc:sldMkLst>
          <pc:docMk/>
          <pc:sldMk cId="1030202963" sldId="1313"/>
        </pc:sldMkLst>
        <pc:spChg chg="mod">
          <ac:chgData name="김명호" userId="e0d603aa-548e-418b-a070-918475337925" providerId="ADAL" clId="{AED328CA-5486-4EEB-813F-9A5FB28906E1}" dt="2023-11-14T02:08:37.738" v="1759"/>
          <ac:spMkLst>
            <pc:docMk/>
            <pc:sldMk cId="1030202963" sldId="1313"/>
            <ac:spMk id="7" creationId="{0C81DD60-D84B-4D3C-8F3E-7D0E22E11300}"/>
          </ac:spMkLst>
        </pc:spChg>
      </pc:sldChg>
      <pc:sldChg chg="modSp mod">
        <pc:chgData name="김명호" userId="e0d603aa-548e-418b-a070-918475337925" providerId="ADAL" clId="{AED328CA-5486-4EEB-813F-9A5FB28906E1}" dt="2023-11-14T02:08:03.571" v="1757" actId="20577"/>
        <pc:sldMkLst>
          <pc:docMk/>
          <pc:sldMk cId="1364553854" sldId="1314"/>
        </pc:sldMkLst>
        <pc:spChg chg="mod">
          <ac:chgData name="김명호" userId="e0d603aa-548e-418b-a070-918475337925" providerId="ADAL" clId="{AED328CA-5486-4EEB-813F-9A5FB28906E1}" dt="2023-11-14T02:08:03.571" v="1757" actId="20577"/>
          <ac:spMkLst>
            <pc:docMk/>
            <pc:sldMk cId="1364553854" sldId="1314"/>
            <ac:spMk id="7" creationId="{0C81DD60-D84B-4D3C-8F3E-7D0E22E11300}"/>
          </ac:spMkLst>
        </pc:spChg>
      </pc:sldChg>
      <pc:sldChg chg="modSp mod">
        <pc:chgData name="김명호" userId="e0d603aa-548e-418b-a070-918475337925" providerId="ADAL" clId="{AED328CA-5486-4EEB-813F-9A5FB28906E1}" dt="2023-11-14T02:08:43.355" v="1761"/>
        <pc:sldMkLst>
          <pc:docMk/>
          <pc:sldMk cId="1507145212" sldId="1315"/>
        </pc:sldMkLst>
        <pc:spChg chg="mod">
          <ac:chgData name="김명호" userId="e0d603aa-548e-418b-a070-918475337925" providerId="ADAL" clId="{AED328CA-5486-4EEB-813F-9A5FB28906E1}" dt="2023-11-14T02:08:43.355" v="1761"/>
          <ac:spMkLst>
            <pc:docMk/>
            <pc:sldMk cId="1507145212" sldId="1315"/>
            <ac:spMk id="7" creationId="{0C81DD60-D84B-4D3C-8F3E-7D0E22E11300}"/>
          </ac:spMkLst>
        </pc:spChg>
      </pc:sldChg>
      <pc:sldChg chg="addSp modSp mod">
        <pc:chgData name="김명호" userId="e0d603aa-548e-418b-a070-918475337925" providerId="ADAL" clId="{AED328CA-5486-4EEB-813F-9A5FB28906E1}" dt="2023-11-14T02:38:49.553" v="2256"/>
        <pc:sldMkLst>
          <pc:docMk/>
          <pc:sldMk cId="2873122813" sldId="1316"/>
        </pc:sldMkLst>
        <pc:spChg chg="add mod">
          <ac:chgData name="김명호" userId="e0d603aa-548e-418b-a070-918475337925" providerId="ADAL" clId="{AED328CA-5486-4EEB-813F-9A5FB28906E1}" dt="2023-11-14T02:38:49.553" v="2256"/>
          <ac:spMkLst>
            <pc:docMk/>
            <pc:sldMk cId="2873122813" sldId="1316"/>
            <ac:spMk id="5" creationId="{AD70754C-9E15-5423-6D48-73A16BB5B740}"/>
          </ac:spMkLst>
        </pc:spChg>
        <pc:spChg chg="mod">
          <ac:chgData name="김명호" userId="e0d603aa-548e-418b-a070-918475337925" providerId="ADAL" clId="{AED328CA-5486-4EEB-813F-9A5FB28906E1}" dt="2023-11-14T02:08:48.108" v="1763"/>
          <ac:spMkLst>
            <pc:docMk/>
            <pc:sldMk cId="2873122813" sldId="1316"/>
            <ac:spMk id="7" creationId="{0C81DD60-D84B-4D3C-8F3E-7D0E22E11300}"/>
          </ac:spMkLst>
        </pc:spChg>
      </pc:sldChg>
      <pc:sldChg chg="modSp mod">
        <pc:chgData name="김명호" userId="e0d603aa-548e-418b-a070-918475337925" providerId="ADAL" clId="{AED328CA-5486-4EEB-813F-9A5FB28906E1}" dt="2023-11-14T02:08:52.715" v="1764"/>
        <pc:sldMkLst>
          <pc:docMk/>
          <pc:sldMk cId="1549033675" sldId="1317"/>
        </pc:sldMkLst>
        <pc:spChg chg="mod">
          <ac:chgData name="김명호" userId="e0d603aa-548e-418b-a070-918475337925" providerId="ADAL" clId="{AED328CA-5486-4EEB-813F-9A5FB28906E1}" dt="2023-11-14T02:08:52.715" v="1764"/>
          <ac:spMkLst>
            <pc:docMk/>
            <pc:sldMk cId="1549033675" sldId="1317"/>
            <ac:spMk id="7" creationId="{0C81DD60-D84B-4D3C-8F3E-7D0E22E11300}"/>
          </ac:spMkLst>
        </pc:spChg>
      </pc:sldChg>
      <pc:sldChg chg="modSp mod">
        <pc:chgData name="김명호" userId="e0d603aa-548e-418b-a070-918475337925" providerId="ADAL" clId="{AED328CA-5486-4EEB-813F-9A5FB28906E1}" dt="2023-11-14T02:08:57.371" v="1766"/>
        <pc:sldMkLst>
          <pc:docMk/>
          <pc:sldMk cId="2933574779" sldId="1318"/>
        </pc:sldMkLst>
        <pc:spChg chg="mod">
          <ac:chgData name="김명호" userId="e0d603aa-548e-418b-a070-918475337925" providerId="ADAL" clId="{AED328CA-5486-4EEB-813F-9A5FB28906E1}" dt="2023-11-14T02:08:57.371" v="1766"/>
          <ac:spMkLst>
            <pc:docMk/>
            <pc:sldMk cId="2933574779" sldId="1318"/>
            <ac:spMk id="7" creationId="{0C81DD60-D84B-4D3C-8F3E-7D0E22E11300}"/>
          </ac:spMkLst>
        </pc:spChg>
      </pc:sldChg>
      <pc:sldChg chg="addSp modSp">
        <pc:chgData name="김명호" userId="e0d603aa-548e-418b-a070-918475337925" providerId="ADAL" clId="{AED328CA-5486-4EEB-813F-9A5FB28906E1}" dt="2023-11-14T02:34:55.112" v="1768"/>
        <pc:sldMkLst>
          <pc:docMk/>
          <pc:sldMk cId="449420495" sldId="1319"/>
        </pc:sldMkLst>
        <pc:spChg chg="add mod">
          <ac:chgData name="김명호" userId="e0d603aa-548e-418b-a070-918475337925" providerId="ADAL" clId="{AED328CA-5486-4EEB-813F-9A5FB28906E1}" dt="2023-11-14T02:34:55.112" v="1768"/>
          <ac:spMkLst>
            <pc:docMk/>
            <pc:sldMk cId="449420495" sldId="1319"/>
            <ac:spMk id="4" creationId="{07972AFB-EED3-7E3E-30D5-604B77C4AD4E}"/>
          </ac:spMkLst>
        </pc:spChg>
      </pc:sldChg>
      <pc:sldChg chg="addSp delSp modSp mod">
        <pc:chgData name="김명호" userId="e0d603aa-548e-418b-a070-918475337925" providerId="ADAL" clId="{AED328CA-5486-4EEB-813F-9A5FB28906E1}" dt="2023-11-14T02:37:38.918" v="2255" actId="20577"/>
        <pc:sldMkLst>
          <pc:docMk/>
          <pc:sldMk cId="4122176090" sldId="1320"/>
        </pc:sldMkLst>
        <pc:spChg chg="add del mod">
          <ac:chgData name="김명호" userId="e0d603aa-548e-418b-a070-918475337925" providerId="ADAL" clId="{AED328CA-5486-4EEB-813F-9A5FB28906E1}" dt="2023-11-14T02:35:39.283" v="1770"/>
          <ac:spMkLst>
            <pc:docMk/>
            <pc:sldMk cId="4122176090" sldId="1320"/>
            <ac:spMk id="5" creationId="{80658CE0-50BE-A513-143E-84C81ED25BAB}"/>
          </ac:spMkLst>
        </pc:spChg>
        <pc:spChg chg="mod">
          <ac:chgData name="김명호" userId="e0d603aa-548e-418b-a070-918475337925" providerId="ADAL" clId="{AED328CA-5486-4EEB-813F-9A5FB28906E1}" dt="2023-11-14T02:37:38.918" v="2255" actId="20577"/>
          <ac:spMkLst>
            <pc:docMk/>
            <pc:sldMk cId="4122176090" sldId="1320"/>
            <ac:spMk id="7" creationId="{0C81DD60-D84B-4D3C-8F3E-7D0E22E11300}"/>
          </ac:spMkLst>
        </pc:spChg>
      </pc:sldChg>
      <pc:sldChg chg="modSp mod">
        <pc:chgData name="김명호" userId="e0d603aa-548e-418b-a070-918475337925" providerId="ADAL" clId="{AED328CA-5486-4EEB-813F-9A5FB28906E1}" dt="2023-11-14T02:47:10.673" v="2648" actId="6549"/>
        <pc:sldMkLst>
          <pc:docMk/>
          <pc:sldMk cId="4200675675" sldId="1322"/>
        </pc:sldMkLst>
        <pc:spChg chg="mod">
          <ac:chgData name="김명호" userId="e0d603aa-548e-418b-a070-918475337925" providerId="ADAL" clId="{AED328CA-5486-4EEB-813F-9A5FB28906E1}" dt="2023-11-14T02:47:10.673" v="2648" actId="6549"/>
          <ac:spMkLst>
            <pc:docMk/>
            <pc:sldMk cId="4200675675" sldId="1322"/>
            <ac:spMk id="7" creationId="{0C81DD60-D84B-4D3C-8F3E-7D0E22E11300}"/>
          </ac:spMkLst>
        </pc:spChg>
      </pc:sldChg>
      <pc:sldChg chg="addSp delSp modSp mod">
        <pc:chgData name="김명호" userId="e0d603aa-548e-418b-a070-918475337925" providerId="ADAL" clId="{AED328CA-5486-4EEB-813F-9A5FB28906E1}" dt="2023-11-14T02:47:46.492" v="2651"/>
        <pc:sldMkLst>
          <pc:docMk/>
          <pc:sldMk cId="781500531" sldId="1323"/>
        </pc:sldMkLst>
        <pc:spChg chg="add del">
          <ac:chgData name="김명호" userId="e0d603aa-548e-418b-a070-918475337925" providerId="ADAL" clId="{AED328CA-5486-4EEB-813F-9A5FB28906E1}" dt="2023-11-14T02:47:43.294" v="2650" actId="22"/>
          <ac:spMkLst>
            <pc:docMk/>
            <pc:sldMk cId="781500531" sldId="1323"/>
            <ac:spMk id="10" creationId="{4AE52D8D-4C56-B231-9EAC-A31543A534CF}"/>
          </ac:spMkLst>
        </pc:spChg>
        <pc:spChg chg="add mod">
          <ac:chgData name="김명호" userId="e0d603aa-548e-418b-a070-918475337925" providerId="ADAL" clId="{AED328CA-5486-4EEB-813F-9A5FB28906E1}" dt="2023-11-14T02:47:46.492" v="2651"/>
          <ac:spMkLst>
            <pc:docMk/>
            <pc:sldMk cId="781500531" sldId="1323"/>
            <ac:spMk id="11" creationId="{C43BEE0C-5394-09D2-1D42-3E36CFB74E00}"/>
          </ac:spMkLst>
        </pc:spChg>
      </pc:sldChg>
      <pc:sldChg chg="addSp modSp">
        <pc:chgData name="김명호" userId="e0d603aa-548e-418b-a070-918475337925" providerId="ADAL" clId="{AED328CA-5486-4EEB-813F-9A5FB28906E1}" dt="2023-11-14T02:47:49.475" v="2652"/>
        <pc:sldMkLst>
          <pc:docMk/>
          <pc:sldMk cId="3674964490" sldId="1324"/>
        </pc:sldMkLst>
        <pc:spChg chg="add mod">
          <ac:chgData name="김명호" userId="e0d603aa-548e-418b-a070-918475337925" providerId="ADAL" clId="{AED328CA-5486-4EEB-813F-9A5FB28906E1}" dt="2023-11-14T02:47:49.475" v="2652"/>
          <ac:spMkLst>
            <pc:docMk/>
            <pc:sldMk cId="3674964490" sldId="1324"/>
            <ac:spMk id="11" creationId="{498A921F-D189-A77B-BA56-F51352602619}"/>
          </ac:spMkLst>
        </pc:spChg>
      </pc:sldChg>
      <pc:sldChg chg="addSp modSp mod">
        <pc:chgData name="김명호" userId="e0d603aa-548e-418b-a070-918475337925" providerId="ADAL" clId="{AED328CA-5486-4EEB-813F-9A5FB28906E1}" dt="2023-11-14T02:41:11.105" v="2337"/>
        <pc:sldMkLst>
          <pc:docMk/>
          <pc:sldMk cId="1404549546" sldId="1327"/>
        </pc:sldMkLst>
        <pc:spChg chg="add mod">
          <ac:chgData name="김명호" userId="e0d603aa-548e-418b-a070-918475337925" providerId="ADAL" clId="{AED328CA-5486-4EEB-813F-9A5FB28906E1}" dt="2023-11-14T02:41:11.105" v="2337"/>
          <ac:spMkLst>
            <pc:docMk/>
            <pc:sldMk cId="1404549546" sldId="1327"/>
            <ac:spMk id="5" creationId="{867F91CA-F4FA-DD86-A46C-4EB9B157453A}"/>
          </ac:spMkLst>
        </pc:spChg>
        <pc:spChg chg="mod">
          <ac:chgData name="김명호" userId="e0d603aa-548e-418b-a070-918475337925" providerId="ADAL" clId="{AED328CA-5486-4EEB-813F-9A5FB28906E1}" dt="2023-11-14T02:41:06.596" v="2336" actId="6549"/>
          <ac:spMkLst>
            <pc:docMk/>
            <pc:sldMk cId="1404549546" sldId="1327"/>
            <ac:spMk id="7" creationId="{0C81DD60-D84B-4D3C-8F3E-7D0E22E11300}"/>
          </ac:spMkLst>
        </pc:spChg>
      </pc:sldChg>
      <pc:sldChg chg="addSp modSp">
        <pc:chgData name="김명호" userId="e0d603aa-548e-418b-a070-918475337925" providerId="ADAL" clId="{AED328CA-5486-4EEB-813F-9A5FB28906E1}" dt="2023-11-14T02:42:20.686" v="2338"/>
        <pc:sldMkLst>
          <pc:docMk/>
          <pc:sldMk cId="784386078" sldId="1328"/>
        </pc:sldMkLst>
        <pc:spChg chg="add mod">
          <ac:chgData name="김명호" userId="e0d603aa-548e-418b-a070-918475337925" providerId="ADAL" clId="{AED328CA-5486-4EEB-813F-9A5FB28906E1}" dt="2023-11-14T02:42:20.686" v="2338"/>
          <ac:spMkLst>
            <pc:docMk/>
            <pc:sldMk cId="784386078" sldId="1328"/>
            <ac:spMk id="6" creationId="{785E2CAE-C4B9-2ED9-0A72-1992C59E40C9}"/>
          </ac:spMkLst>
        </pc:spChg>
      </pc:sldChg>
      <pc:sldChg chg="addSp modSp">
        <pc:chgData name="김명호" userId="e0d603aa-548e-418b-a070-918475337925" providerId="ADAL" clId="{AED328CA-5486-4EEB-813F-9A5FB28906E1}" dt="2023-11-14T02:43:22.183" v="2339"/>
        <pc:sldMkLst>
          <pc:docMk/>
          <pc:sldMk cId="3264352737" sldId="1329"/>
        </pc:sldMkLst>
        <pc:spChg chg="add mod">
          <ac:chgData name="김명호" userId="e0d603aa-548e-418b-a070-918475337925" providerId="ADAL" clId="{AED328CA-5486-4EEB-813F-9A5FB28906E1}" dt="2023-11-14T02:43:22.183" v="2339"/>
          <ac:spMkLst>
            <pc:docMk/>
            <pc:sldMk cId="3264352737" sldId="1329"/>
            <ac:spMk id="5" creationId="{B1E4604C-2BBC-3431-0633-1A388510B808}"/>
          </ac:spMkLst>
        </pc:spChg>
      </pc:sldChg>
      <pc:sldChg chg="addSp delSp modSp">
        <pc:chgData name="김명호" userId="e0d603aa-548e-418b-a070-918475337925" providerId="ADAL" clId="{AED328CA-5486-4EEB-813F-9A5FB28906E1}" dt="2023-11-14T02:59:40.967" v="3026"/>
        <pc:sldMkLst>
          <pc:docMk/>
          <pc:sldMk cId="1712874369" sldId="1333"/>
        </pc:sldMkLst>
        <pc:spChg chg="add del mod">
          <ac:chgData name="김명호" userId="e0d603aa-548e-418b-a070-918475337925" providerId="ADAL" clId="{AED328CA-5486-4EEB-813F-9A5FB28906E1}" dt="2023-11-14T02:59:29.930" v="3023"/>
          <ac:spMkLst>
            <pc:docMk/>
            <pc:sldMk cId="1712874369" sldId="1333"/>
            <ac:spMk id="5" creationId="{DF38ABC4-C370-F856-2249-B34D42AB0E81}"/>
          </ac:spMkLst>
        </pc:spChg>
        <pc:spChg chg="add del mod">
          <ac:chgData name="김명호" userId="e0d603aa-548e-418b-a070-918475337925" providerId="ADAL" clId="{AED328CA-5486-4EEB-813F-9A5FB28906E1}" dt="2023-11-14T02:59:34.417" v="3025"/>
          <ac:spMkLst>
            <pc:docMk/>
            <pc:sldMk cId="1712874369" sldId="1333"/>
            <ac:spMk id="11" creationId="{0E9B9E6F-37C7-479B-C1B1-6FC2A092FF3C}"/>
          </ac:spMkLst>
        </pc:spChg>
        <pc:spChg chg="add mod">
          <ac:chgData name="김명호" userId="e0d603aa-548e-418b-a070-918475337925" providerId="ADAL" clId="{AED328CA-5486-4EEB-813F-9A5FB28906E1}" dt="2023-11-14T02:59:40.967" v="3026"/>
          <ac:spMkLst>
            <pc:docMk/>
            <pc:sldMk cId="1712874369" sldId="1333"/>
            <ac:spMk id="13" creationId="{550AD20D-24A4-B1E7-6595-75DCC8769B56}"/>
          </ac:spMkLst>
        </pc:spChg>
        <pc:cxnChg chg="add del mod">
          <ac:chgData name="김명호" userId="e0d603aa-548e-418b-a070-918475337925" providerId="ADAL" clId="{AED328CA-5486-4EEB-813F-9A5FB28906E1}" dt="2023-11-14T02:59:29.930" v="3023"/>
          <ac:cxnSpMkLst>
            <pc:docMk/>
            <pc:sldMk cId="1712874369" sldId="1333"/>
            <ac:cxnSpMk id="6" creationId="{AFB892DA-A197-3954-5B2F-7803A6B257A8}"/>
          </ac:cxnSpMkLst>
        </pc:cxnChg>
        <pc:cxnChg chg="add del mod">
          <ac:chgData name="김명호" userId="e0d603aa-548e-418b-a070-918475337925" providerId="ADAL" clId="{AED328CA-5486-4EEB-813F-9A5FB28906E1}" dt="2023-11-14T02:59:34.417" v="3025"/>
          <ac:cxnSpMkLst>
            <pc:docMk/>
            <pc:sldMk cId="1712874369" sldId="1333"/>
            <ac:cxnSpMk id="12" creationId="{E65CD7BD-F47B-E20F-09AC-7DF3BB3117D8}"/>
          </ac:cxnSpMkLst>
        </pc:cxnChg>
      </pc:sldChg>
      <pc:sldChg chg="addSp modSp">
        <pc:chgData name="김명호" userId="e0d603aa-548e-418b-a070-918475337925" providerId="ADAL" clId="{AED328CA-5486-4EEB-813F-9A5FB28906E1}" dt="2023-11-14T03:00:02.916" v="3027"/>
        <pc:sldMkLst>
          <pc:docMk/>
          <pc:sldMk cId="1435893700" sldId="1335"/>
        </pc:sldMkLst>
        <pc:spChg chg="add mod">
          <ac:chgData name="김명호" userId="e0d603aa-548e-418b-a070-918475337925" providerId="ADAL" clId="{AED328CA-5486-4EEB-813F-9A5FB28906E1}" dt="2023-11-14T03:00:02.916" v="3027"/>
          <ac:spMkLst>
            <pc:docMk/>
            <pc:sldMk cId="1435893700" sldId="1335"/>
            <ac:spMk id="5" creationId="{9AF2CE95-5E8D-A48D-BC6D-B4FA469E8139}"/>
          </ac:spMkLst>
        </pc:spChg>
      </pc:sldChg>
      <pc:sldChg chg="addSp delSp modSp mod">
        <pc:chgData name="김명호" userId="e0d603aa-548e-418b-a070-918475337925" providerId="ADAL" clId="{AED328CA-5486-4EEB-813F-9A5FB28906E1}" dt="2023-11-14T02:54:08.489" v="3021" actId="20577"/>
        <pc:sldMkLst>
          <pc:docMk/>
          <pc:sldMk cId="2682390883" sldId="1337"/>
        </pc:sldMkLst>
        <pc:spChg chg="mod">
          <ac:chgData name="김명호" userId="e0d603aa-548e-418b-a070-918475337925" providerId="ADAL" clId="{AED328CA-5486-4EEB-813F-9A5FB28906E1}" dt="2023-11-14T02:54:08.489" v="3021" actId="20577"/>
          <ac:spMkLst>
            <pc:docMk/>
            <pc:sldMk cId="2682390883" sldId="1337"/>
            <ac:spMk id="4" creationId="{A0F8C939-5574-DFEB-13CB-4016F6CBB9AD}"/>
          </ac:spMkLst>
        </pc:spChg>
        <pc:spChg chg="mod">
          <ac:chgData name="김명호" userId="e0d603aa-548e-418b-a070-918475337925" providerId="ADAL" clId="{AED328CA-5486-4EEB-813F-9A5FB28906E1}" dt="2023-11-14T02:54:00.331" v="3017" actId="20577"/>
          <ac:spMkLst>
            <pc:docMk/>
            <pc:sldMk cId="2682390883" sldId="1337"/>
            <ac:spMk id="7" creationId="{0C81DD60-D84B-4D3C-8F3E-7D0E22E11300}"/>
          </ac:spMkLst>
        </pc:spChg>
        <pc:spChg chg="add mod">
          <ac:chgData name="김명호" userId="e0d603aa-548e-418b-a070-918475337925" providerId="ADAL" clId="{AED328CA-5486-4EEB-813F-9A5FB28906E1}" dt="2023-11-14T02:53:26.664" v="2850" actId="693"/>
          <ac:spMkLst>
            <pc:docMk/>
            <pc:sldMk cId="2682390883" sldId="1337"/>
            <ac:spMk id="9" creationId="{E78390C2-C737-6B0F-1FD0-AF6E7092F72E}"/>
          </ac:spMkLst>
        </pc:spChg>
        <pc:graphicFrameChg chg="mod modGraphic">
          <ac:chgData name="김명호" userId="e0d603aa-548e-418b-a070-918475337925" providerId="ADAL" clId="{AED328CA-5486-4EEB-813F-9A5FB28906E1}" dt="2023-11-14T02:51:30.106" v="2668"/>
          <ac:graphicFrameMkLst>
            <pc:docMk/>
            <pc:sldMk cId="2682390883" sldId="1337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AED328CA-5486-4EEB-813F-9A5FB28906E1}" dt="2023-11-14T02:50:34.303" v="2653" actId="478"/>
          <ac:picMkLst>
            <pc:docMk/>
            <pc:sldMk cId="2682390883" sldId="1337"/>
            <ac:picMk id="6" creationId="{D06495F7-152C-88E2-ABB3-F8EB83D29FE7}"/>
          </ac:picMkLst>
        </pc:picChg>
        <pc:picChg chg="add mod modCrop">
          <ac:chgData name="김명호" userId="e0d603aa-548e-418b-a070-918475337925" providerId="ADAL" clId="{AED328CA-5486-4EEB-813F-9A5FB28906E1}" dt="2023-11-14T02:50:53.378" v="2662" actId="1076"/>
          <ac:picMkLst>
            <pc:docMk/>
            <pc:sldMk cId="2682390883" sldId="1337"/>
            <ac:picMk id="8" creationId="{6C34F4CE-5969-A3DA-FBAA-71E5B35241C8}"/>
          </ac:picMkLst>
        </pc:picChg>
        <pc:cxnChg chg="add mod">
          <ac:chgData name="김명호" userId="e0d603aa-548e-418b-a070-918475337925" providerId="ADAL" clId="{AED328CA-5486-4EEB-813F-9A5FB28906E1}" dt="2023-11-14T02:51:48.560" v="2673" actId="1076"/>
          <ac:cxnSpMkLst>
            <pc:docMk/>
            <pc:sldMk cId="2682390883" sldId="1337"/>
            <ac:cxnSpMk id="10" creationId="{09959B50-B23C-312F-683E-21D0E66933E6}"/>
          </ac:cxnSpMkLst>
        </pc:cxnChg>
      </pc:sldChg>
      <pc:sldChg chg="addSp modSp">
        <pc:chgData name="김명호" userId="e0d603aa-548e-418b-a070-918475337925" providerId="ADAL" clId="{AED328CA-5486-4EEB-813F-9A5FB28906E1}" dt="2023-11-14T03:01:47.865" v="3028"/>
        <pc:sldMkLst>
          <pc:docMk/>
          <pc:sldMk cId="2115765827" sldId="1340"/>
        </pc:sldMkLst>
        <pc:spChg chg="add mod">
          <ac:chgData name="김명호" userId="e0d603aa-548e-418b-a070-918475337925" providerId="ADAL" clId="{AED328CA-5486-4EEB-813F-9A5FB28906E1}" dt="2023-11-14T03:01:47.865" v="3028"/>
          <ac:spMkLst>
            <pc:docMk/>
            <pc:sldMk cId="2115765827" sldId="1340"/>
            <ac:spMk id="5" creationId="{016638A2-81D9-A75A-A5FF-C26CB7A253B6}"/>
          </ac:spMkLst>
        </pc:spChg>
      </pc:sldChg>
      <pc:sldChg chg="addSp modSp">
        <pc:chgData name="김명호" userId="e0d603aa-548e-418b-a070-918475337925" providerId="ADAL" clId="{AED328CA-5486-4EEB-813F-9A5FB28906E1}" dt="2023-11-14T03:03:04.239" v="3029"/>
        <pc:sldMkLst>
          <pc:docMk/>
          <pc:sldMk cId="4225943214" sldId="1342"/>
        </pc:sldMkLst>
        <pc:spChg chg="add mod">
          <ac:chgData name="김명호" userId="e0d603aa-548e-418b-a070-918475337925" providerId="ADAL" clId="{AED328CA-5486-4EEB-813F-9A5FB28906E1}" dt="2023-11-14T03:03:04.239" v="3029"/>
          <ac:spMkLst>
            <pc:docMk/>
            <pc:sldMk cId="4225943214" sldId="1342"/>
            <ac:spMk id="5" creationId="{00435A7C-818A-0B4A-DF0E-69C7F592571E}"/>
          </ac:spMkLst>
        </pc:spChg>
      </pc:sldChg>
      <pc:sldChg chg="addSp modSp">
        <pc:chgData name="김명호" userId="e0d603aa-548e-418b-a070-918475337925" providerId="ADAL" clId="{AED328CA-5486-4EEB-813F-9A5FB28906E1}" dt="2023-11-14T03:04:22.590" v="3030"/>
        <pc:sldMkLst>
          <pc:docMk/>
          <pc:sldMk cId="3557281895" sldId="1344"/>
        </pc:sldMkLst>
        <pc:spChg chg="add mod">
          <ac:chgData name="김명호" userId="e0d603aa-548e-418b-a070-918475337925" providerId="ADAL" clId="{AED328CA-5486-4EEB-813F-9A5FB28906E1}" dt="2023-11-14T03:04:22.590" v="3030"/>
          <ac:spMkLst>
            <pc:docMk/>
            <pc:sldMk cId="3557281895" sldId="1344"/>
            <ac:spMk id="5" creationId="{15E2B392-9855-0504-5534-F9F3945A54B9}"/>
          </ac:spMkLst>
        </pc:spChg>
      </pc:sldChg>
      <pc:sldChg chg="addSp modSp">
        <pc:chgData name="김명호" userId="e0d603aa-548e-418b-a070-918475337925" providerId="ADAL" clId="{AED328CA-5486-4EEB-813F-9A5FB28906E1}" dt="2023-11-14T03:04:52.160" v="3031"/>
        <pc:sldMkLst>
          <pc:docMk/>
          <pc:sldMk cId="915577697" sldId="1345"/>
        </pc:sldMkLst>
        <pc:spChg chg="add mod">
          <ac:chgData name="김명호" userId="e0d603aa-548e-418b-a070-918475337925" providerId="ADAL" clId="{AED328CA-5486-4EEB-813F-9A5FB28906E1}" dt="2023-11-14T03:04:52.160" v="3031"/>
          <ac:spMkLst>
            <pc:docMk/>
            <pc:sldMk cId="915577697" sldId="1345"/>
            <ac:spMk id="5" creationId="{8228A331-C67B-478F-DD77-3EF13B2C23D7}"/>
          </ac:spMkLst>
        </pc:spChg>
      </pc:sldChg>
      <pc:sldChg chg="addSp modSp">
        <pc:chgData name="김명호" userId="e0d603aa-548e-418b-a070-918475337925" providerId="ADAL" clId="{AED328CA-5486-4EEB-813F-9A5FB28906E1}" dt="2023-11-14T03:04:59.041" v="3032"/>
        <pc:sldMkLst>
          <pc:docMk/>
          <pc:sldMk cId="2551553666" sldId="1346"/>
        </pc:sldMkLst>
        <pc:spChg chg="add mod">
          <ac:chgData name="김명호" userId="e0d603aa-548e-418b-a070-918475337925" providerId="ADAL" clId="{AED328CA-5486-4EEB-813F-9A5FB28906E1}" dt="2023-11-14T03:04:59.041" v="3032"/>
          <ac:spMkLst>
            <pc:docMk/>
            <pc:sldMk cId="2551553666" sldId="1346"/>
            <ac:spMk id="5" creationId="{A578E62C-E098-23BC-A524-43D2227CAC0B}"/>
          </ac:spMkLst>
        </pc:spChg>
      </pc:sldChg>
      <pc:sldChg chg="addSp modSp">
        <pc:chgData name="김명호" userId="e0d603aa-548e-418b-a070-918475337925" providerId="ADAL" clId="{AED328CA-5486-4EEB-813F-9A5FB28906E1}" dt="2023-11-14T03:05:08.735" v="3033"/>
        <pc:sldMkLst>
          <pc:docMk/>
          <pc:sldMk cId="593923077" sldId="1347"/>
        </pc:sldMkLst>
        <pc:spChg chg="add mod">
          <ac:chgData name="김명호" userId="e0d603aa-548e-418b-a070-918475337925" providerId="ADAL" clId="{AED328CA-5486-4EEB-813F-9A5FB28906E1}" dt="2023-11-14T03:05:08.735" v="3033"/>
          <ac:spMkLst>
            <pc:docMk/>
            <pc:sldMk cId="593923077" sldId="1347"/>
            <ac:spMk id="5" creationId="{36A787C9-2749-0509-23C7-612E831E4853}"/>
          </ac:spMkLst>
        </pc:spChg>
      </pc:sldChg>
      <pc:sldChg chg="addSp modSp">
        <pc:chgData name="김명호" userId="e0d603aa-548e-418b-a070-918475337925" providerId="ADAL" clId="{AED328CA-5486-4EEB-813F-9A5FB28906E1}" dt="2023-11-14T03:06:01.788" v="3035"/>
        <pc:sldMkLst>
          <pc:docMk/>
          <pc:sldMk cId="2715922667" sldId="1348"/>
        </pc:sldMkLst>
        <pc:spChg chg="add mod">
          <ac:chgData name="김명호" userId="e0d603aa-548e-418b-a070-918475337925" providerId="ADAL" clId="{AED328CA-5486-4EEB-813F-9A5FB28906E1}" dt="2023-11-14T03:06:01.788" v="3035"/>
          <ac:spMkLst>
            <pc:docMk/>
            <pc:sldMk cId="2715922667" sldId="1348"/>
            <ac:spMk id="5" creationId="{A46A94B8-5A9E-5E94-C7E0-510972E743F9}"/>
          </ac:spMkLst>
        </pc:spChg>
      </pc:sldChg>
      <pc:sldChg chg="addSp modSp">
        <pc:chgData name="김명호" userId="e0d603aa-548e-418b-a070-918475337925" providerId="ADAL" clId="{AED328CA-5486-4EEB-813F-9A5FB28906E1}" dt="2023-11-14T03:05:58.509" v="3034"/>
        <pc:sldMkLst>
          <pc:docMk/>
          <pc:sldMk cId="3272142947" sldId="1351"/>
        </pc:sldMkLst>
        <pc:spChg chg="add mod">
          <ac:chgData name="김명호" userId="e0d603aa-548e-418b-a070-918475337925" providerId="ADAL" clId="{AED328CA-5486-4EEB-813F-9A5FB28906E1}" dt="2023-11-14T03:05:58.509" v="3034"/>
          <ac:spMkLst>
            <pc:docMk/>
            <pc:sldMk cId="3272142947" sldId="1351"/>
            <ac:spMk id="6" creationId="{06DACC5A-2A78-1875-5697-CDAD13B2A9C9}"/>
          </ac:spMkLst>
        </pc:spChg>
      </pc:sldChg>
      <pc:sldChg chg="addSp modSp">
        <pc:chgData name="김명호" userId="e0d603aa-548e-418b-a070-918475337925" providerId="ADAL" clId="{AED328CA-5486-4EEB-813F-9A5FB28906E1}" dt="2023-11-14T03:06:12.207" v="3036"/>
        <pc:sldMkLst>
          <pc:docMk/>
          <pc:sldMk cId="2116165651" sldId="1352"/>
        </pc:sldMkLst>
        <pc:spChg chg="add mod">
          <ac:chgData name="김명호" userId="e0d603aa-548e-418b-a070-918475337925" providerId="ADAL" clId="{AED328CA-5486-4EEB-813F-9A5FB28906E1}" dt="2023-11-14T03:06:12.207" v="3036"/>
          <ac:spMkLst>
            <pc:docMk/>
            <pc:sldMk cId="2116165651" sldId="1352"/>
            <ac:spMk id="5" creationId="{E7F1575F-E705-FD36-5077-4FA139CB1FEA}"/>
          </ac:spMkLst>
        </pc:spChg>
      </pc:sldChg>
      <pc:sldChg chg="addSp modSp">
        <pc:chgData name="김명호" userId="e0d603aa-548e-418b-a070-918475337925" providerId="ADAL" clId="{AED328CA-5486-4EEB-813F-9A5FB28906E1}" dt="2023-11-14T03:06:54.112" v="3037"/>
        <pc:sldMkLst>
          <pc:docMk/>
          <pc:sldMk cId="3589996671" sldId="1354"/>
        </pc:sldMkLst>
        <pc:spChg chg="add mod">
          <ac:chgData name="김명호" userId="e0d603aa-548e-418b-a070-918475337925" providerId="ADAL" clId="{AED328CA-5486-4EEB-813F-9A5FB28906E1}" dt="2023-11-14T03:06:54.112" v="3037"/>
          <ac:spMkLst>
            <pc:docMk/>
            <pc:sldMk cId="3589996671" sldId="1354"/>
            <ac:spMk id="5" creationId="{92F00E9A-E89B-721A-53B5-F2FFB01F73C4}"/>
          </ac:spMkLst>
        </pc:spChg>
      </pc:sldChg>
      <pc:sldChg chg="modSp mod">
        <pc:chgData name="김명호" userId="e0d603aa-548e-418b-a070-918475337925" providerId="ADAL" clId="{AED328CA-5486-4EEB-813F-9A5FB28906E1}" dt="2023-11-14T03:08:24.478" v="3131" actId="6549"/>
        <pc:sldMkLst>
          <pc:docMk/>
          <pc:sldMk cId="1253675464" sldId="1355"/>
        </pc:sldMkLst>
        <pc:spChg chg="mod">
          <ac:chgData name="김명호" userId="e0d603aa-548e-418b-a070-918475337925" providerId="ADAL" clId="{AED328CA-5486-4EEB-813F-9A5FB28906E1}" dt="2023-11-14T03:08:24.478" v="3131" actId="6549"/>
          <ac:spMkLst>
            <pc:docMk/>
            <pc:sldMk cId="1253675464" sldId="1355"/>
            <ac:spMk id="7" creationId="{0C81DD60-D84B-4D3C-8F3E-7D0E22E11300}"/>
          </ac:spMkLst>
        </pc:spChg>
      </pc:sldChg>
      <pc:sldChg chg="addSp modSp">
        <pc:chgData name="김명호" userId="e0d603aa-548e-418b-a070-918475337925" providerId="ADAL" clId="{AED328CA-5486-4EEB-813F-9A5FB28906E1}" dt="2023-11-14T03:11:09.536" v="3135"/>
        <pc:sldMkLst>
          <pc:docMk/>
          <pc:sldMk cId="3759303833" sldId="1359"/>
        </pc:sldMkLst>
        <pc:spChg chg="add mod">
          <ac:chgData name="김명호" userId="e0d603aa-548e-418b-a070-918475337925" providerId="ADAL" clId="{AED328CA-5486-4EEB-813F-9A5FB28906E1}" dt="2023-11-14T03:11:09.536" v="3135"/>
          <ac:spMkLst>
            <pc:docMk/>
            <pc:sldMk cId="3759303833" sldId="1359"/>
            <ac:spMk id="5" creationId="{25C50E54-DDD6-0FB3-8980-8D1115312B75}"/>
          </ac:spMkLst>
        </pc:spChg>
      </pc:sldChg>
      <pc:sldChg chg="addSp modSp">
        <pc:chgData name="김명호" userId="e0d603aa-548e-418b-a070-918475337925" providerId="ADAL" clId="{AED328CA-5486-4EEB-813F-9A5FB28906E1}" dt="2023-11-14T03:11:49.610" v="3136"/>
        <pc:sldMkLst>
          <pc:docMk/>
          <pc:sldMk cId="3174202715" sldId="1360"/>
        </pc:sldMkLst>
        <pc:spChg chg="add mod">
          <ac:chgData name="김명호" userId="e0d603aa-548e-418b-a070-918475337925" providerId="ADAL" clId="{AED328CA-5486-4EEB-813F-9A5FB28906E1}" dt="2023-11-14T03:11:49.610" v="3136"/>
          <ac:spMkLst>
            <pc:docMk/>
            <pc:sldMk cId="3174202715" sldId="1360"/>
            <ac:spMk id="5" creationId="{52906783-F347-412E-E3D2-FE163206A368}"/>
          </ac:spMkLst>
        </pc:spChg>
      </pc:sldChg>
      <pc:sldChg chg="addSp delSp modSp mod">
        <pc:chgData name="김명호" userId="e0d603aa-548e-418b-a070-918475337925" providerId="ADAL" clId="{AED328CA-5486-4EEB-813F-9A5FB28906E1}" dt="2023-11-14T03:10:48.585" v="3134"/>
        <pc:sldMkLst>
          <pc:docMk/>
          <pc:sldMk cId="2055606894" sldId="1361"/>
        </pc:sldMkLst>
        <pc:spChg chg="add del">
          <ac:chgData name="김명호" userId="e0d603aa-548e-418b-a070-918475337925" providerId="ADAL" clId="{AED328CA-5486-4EEB-813F-9A5FB28906E1}" dt="2023-11-14T03:10:42.022" v="3133" actId="22"/>
          <ac:spMkLst>
            <pc:docMk/>
            <pc:sldMk cId="2055606894" sldId="1361"/>
            <ac:spMk id="8" creationId="{421D6B22-44C3-338E-939D-C50261E1E5CD}"/>
          </ac:spMkLst>
        </pc:spChg>
        <pc:spChg chg="add mod">
          <ac:chgData name="김명호" userId="e0d603aa-548e-418b-a070-918475337925" providerId="ADAL" clId="{AED328CA-5486-4EEB-813F-9A5FB28906E1}" dt="2023-11-14T03:10:48.585" v="3134"/>
          <ac:spMkLst>
            <pc:docMk/>
            <pc:sldMk cId="2055606894" sldId="1361"/>
            <ac:spMk id="11" creationId="{E5792581-8160-7BDA-AD9F-A04F154A5ADF}"/>
          </ac:spMkLst>
        </pc:spChg>
      </pc:sldChg>
      <pc:sldChg chg="addSp delSp modSp mod">
        <pc:chgData name="김명호" userId="e0d603aa-548e-418b-a070-918475337925" providerId="ADAL" clId="{AED328CA-5486-4EEB-813F-9A5FB28906E1}" dt="2023-11-14T03:13:59.590" v="3314"/>
        <pc:sldMkLst>
          <pc:docMk/>
          <pc:sldMk cId="1425767390" sldId="1362"/>
        </pc:sldMkLst>
        <pc:spChg chg="add del mod">
          <ac:chgData name="김명호" userId="e0d603aa-548e-418b-a070-918475337925" providerId="ADAL" clId="{AED328CA-5486-4EEB-813F-9A5FB28906E1}" dt="2023-11-14T03:13:03.116" v="3139"/>
          <ac:spMkLst>
            <pc:docMk/>
            <pc:sldMk cId="1425767390" sldId="1362"/>
            <ac:spMk id="5" creationId="{095D80C2-5476-F43C-390C-96D8694B3CE8}"/>
          </ac:spMkLst>
        </pc:spChg>
        <pc:spChg chg="mod">
          <ac:chgData name="김명호" userId="e0d603aa-548e-418b-a070-918475337925" providerId="ADAL" clId="{AED328CA-5486-4EEB-813F-9A5FB28906E1}" dt="2023-11-14T03:13:59.590" v="3314"/>
          <ac:spMkLst>
            <pc:docMk/>
            <pc:sldMk cId="1425767390" sldId="1362"/>
            <ac:spMk id="7" creationId="{0C81DD60-D84B-4D3C-8F3E-7D0E22E11300}"/>
          </ac:spMkLst>
        </pc:spChg>
      </pc:sldChg>
      <pc:sldChg chg="addSp modSp">
        <pc:chgData name="김명호" userId="e0d603aa-548e-418b-a070-918475337925" providerId="ADAL" clId="{AED328CA-5486-4EEB-813F-9A5FB28906E1}" dt="2023-11-14T03:12:01.882" v="3137"/>
        <pc:sldMkLst>
          <pc:docMk/>
          <pc:sldMk cId="1894937702" sldId="1363"/>
        </pc:sldMkLst>
        <pc:spChg chg="add mod">
          <ac:chgData name="김명호" userId="e0d603aa-548e-418b-a070-918475337925" providerId="ADAL" clId="{AED328CA-5486-4EEB-813F-9A5FB28906E1}" dt="2023-11-14T03:12:01.882" v="3137"/>
          <ac:spMkLst>
            <pc:docMk/>
            <pc:sldMk cId="1894937702" sldId="1363"/>
            <ac:spMk id="6" creationId="{E1A7DD7A-9D44-0102-8D69-26ABC3878411}"/>
          </ac:spMkLst>
        </pc:spChg>
      </pc:sldChg>
      <pc:sldChg chg="addSp modSp">
        <pc:chgData name="김명호" userId="e0d603aa-548e-418b-a070-918475337925" providerId="ADAL" clId="{AED328CA-5486-4EEB-813F-9A5FB28906E1}" dt="2023-11-14T03:15:21.545" v="3320"/>
        <pc:sldMkLst>
          <pc:docMk/>
          <pc:sldMk cId="472758635" sldId="1364"/>
        </pc:sldMkLst>
        <pc:spChg chg="add mod">
          <ac:chgData name="김명호" userId="e0d603aa-548e-418b-a070-918475337925" providerId="ADAL" clId="{AED328CA-5486-4EEB-813F-9A5FB28906E1}" dt="2023-11-14T03:15:21.545" v="3320"/>
          <ac:spMkLst>
            <pc:docMk/>
            <pc:sldMk cId="472758635" sldId="1364"/>
            <ac:spMk id="5" creationId="{03E34C4E-D12B-CD15-2209-FE0EF1BC3232}"/>
          </ac:spMkLst>
        </pc:spChg>
      </pc:sldChg>
      <pc:sldChg chg="addSp delSp modSp mod">
        <pc:chgData name="김명호" userId="e0d603aa-548e-418b-a070-918475337925" providerId="ADAL" clId="{AED328CA-5486-4EEB-813F-9A5FB28906E1}" dt="2023-11-14T03:14:19.141" v="3317"/>
        <pc:sldMkLst>
          <pc:docMk/>
          <pc:sldMk cId="1435966409" sldId="1365"/>
        </pc:sldMkLst>
        <pc:spChg chg="add del">
          <ac:chgData name="김명호" userId="e0d603aa-548e-418b-a070-918475337925" providerId="ADAL" clId="{AED328CA-5486-4EEB-813F-9A5FB28906E1}" dt="2023-11-14T03:14:16.687" v="3316" actId="22"/>
          <ac:spMkLst>
            <pc:docMk/>
            <pc:sldMk cId="1435966409" sldId="1365"/>
            <ac:spMk id="8" creationId="{05C8EBB9-CC71-AC6A-D478-60049C354A18}"/>
          </ac:spMkLst>
        </pc:spChg>
        <pc:spChg chg="add mod">
          <ac:chgData name="김명호" userId="e0d603aa-548e-418b-a070-918475337925" providerId="ADAL" clId="{AED328CA-5486-4EEB-813F-9A5FB28906E1}" dt="2023-11-14T03:14:19.141" v="3317"/>
          <ac:spMkLst>
            <pc:docMk/>
            <pc:sldMk cId="1435966409" sldId="1365"/>
            <ac:spMk id="14" creationId="{ED8ACA25-8685-69FE-46CC-A8E6FF78F772}"/>
          </ac:spMkLst>
        </pc:spChg>
      </pc:sldChg>
      <pc:sldChg chg="addSp modSp">
        <pc:chgData name="김명호" userId="e0d603aa-548e-418b-a070-918475337925" providerId="ADAL" clId="{AED328CA-5486-4EEB-813F-9A5FB28906E1}" dt="2023-11-14T03:14:26.445" v="3318"/>
        <pc:sldMkLst>
          <pc:docMk/>
          <pc:sldMk cId="2599289030" sldId="1366"/>
        </pc:sldMkLst>
        <pc:spChg chg="add mod">
          <ac:chgData name="김명호" userId="e0d603aa-548e-418b-a070-918475337925" providerId="ADAL" clId="{AED328CA-5486-4EEB-813F-9A5FB28906E1}" dt="2023-11-14T03:14:26.445" v="3318"/>
          <ac:spMkLst>
            <pc:docMk/>
            <pc:sldMk cId="2599289030" sldId="1366"/>
            <ac:spMk id="5" creationId="{B951B56F-BEBD-AC6E-94EE-4799317E699C}"/>
          </ac:spMkLst>
        </pc:spChg>
      </pc:sldChg>
      <pc:sldChg chg="addSp modSp">
        <pc:chgData name="김명호" userId="e0d603aa-548e-418b-a070-918475337925" providerId="ADAL" clId="{AED328CA-5486-4EEB-813F-9A5FB28906E1}" dt="2023-11-14T03:14:44.285" v="3319"/>
        <pc:sldMkLst>
          <pc:docMk/>
          <pc:sldMk cId="3887852793" sldId="1367"/>
        </pc:sldMkLst>
        <pc:spChg chg="add mod">
          <ac:chgData name="김명호" userId="e0d603aa-548e-418b-a070-918475337925" providerId="ADAL" clId="{AED328CA-5486-4EEB-813F-9A5FB28906E1}" dt="2023-11-14T03:14:44.285" v="3319"/>
          <ac:spMkLst>
            <pc:docMk/>
            <pc:sldMk cId="3887852793" sldId="1367"/>
            <ac:spMk id="5" creationId="{1243A637-1876-0B31-D725-87B94D78A0DE}"/>
          </ac:spMkLst>
        </pc:spChg>
      </pc:sldChg>
      <pc:sldChg chg="modSp mod">
        <pc:chgData name="김명호" userId="e0d603aa-548e-418b-a070-918475337925" providerId="ADAL" clId="{AED328CA-5486-4EEB-813F-9A5FB28906E1}" dt="2023-11-14T03:18:35.632" v="3490" actId="20577"/>
        <pc:sldMkLst>
          <pc:docMk/>
          <pc:sldMk cId="2566669443" sldId="1371"/>
        </pc:sldMkLst>
        <pc:spChg chg="mod">
          <ac:chgData name="김명호" userId="e0d603aa-548e-418b-a070-918475337925" providerId="ADAL" clId="{AED328CA-5486-4EEB-813F-9A5FB28906E1}" dt="2023-11-14T03:18:35.632" v="3490" actId="20577"/>
          <ac:spMkLst>
            <pc:docMk/>
            <pc:sldMk cId="2566669443" sldId="1371"/>
            <ac:spMk id="7" creationId="{0C81DD60-D84B-4D3C-8F3E-7D0E22E11300}"/>
          </ac:spMkLst>
        </pc:spChg>
      </pc:sldChg>
      <pc:sldChg chg="addSp modSp">
        <pc:chgData name="김명호" userId="e0d603aa-548e-418b-a070-918475337925" providerId="ADAL" clId="{AED328CA-5486-4EEB-813F-9A5FB28906E1}" dt="2023-11-14T03:20:25.473" v="3491"/>
        <pc:sldMkLst>
          <pc:docMk/>
          <pc:sldMk cId="798792174" sldId="1374"/>
        </pc:sldMkLst>
        <pc:spChg chg="add mod">
          <ac:chgData name="김명호" userId="e0d603aa-548e-418b-a070-918475337925" providerId="ADAL" clId="{AED328CA-5486-4EEB-813F-9A5FB28906E1}" dt="2023-11-14T03:20:25.473" v="3491"/>
          <ac:spMkLst>
            <pc:docMk/>
            <pc:sldMk cId="798792174" sldId="1374"/>
            <ac:spMk id="5" creationId="{4A432F3C-02AD-623D-9F06-B04063F39444}"/>
          </ac:spMkLst>
        </pc:spChg>
      </pc:sldChg>
      <pc:sldChg chg="addSp modSp">
        <pc:chgData name="김명호" userId="e0d603aa-548e-418b-a070-918475337925" providerId="ADAL" clId="{AED328CA-5486-4EEB-813F-9A5FB28906E1}" dt="2023-11-14T03:20:31.162" v="3492"/>
        <pc:sldMkLst>
          <pc:docMk/>
          <pc:sldMk cId="4192994697" sldId="1375"/>
        </pc:sldMkLst>
        <pc:spChg chg="add mod">
          <ac:chgData name="김명호" userId="e0d603aa-548e-418b-a070-918475337925" providerId="ADAL" clId="{AED328CA-5486-4EEB-813F-9A5FB28906E1}" dt="2023-11-14T03:20:31.162" v="3492"/>
          <ac:spMkLst>
            <pc:docMk/>
            <pc:sldMk cId="4192994697" sldId="1375"/>
            <ac:spMk id="9" creationId="{30320CBB-DC77-A533-3B90-8A5F307E3BB9}"/>
          </ac:spMkLst>
        </pc:spChg>
      </pc:sldChg>
      <pc:sldChg chg="addSp modSp">
        <pc:chgData name="김명호" userId="e0d603aa-548e-418b-a070-918475337925" providerId="ADAL" clId="{AED328CA-5486-4EEB-813F-9A5FB28906E1}" dt="2023-11-14T03:20:41.146" v="3495"/>
        <pc:sldMkLst>
          <pc:docMk/>
          <pc:sldMk cId="2935220789" sldId="1376"/>
        </pc:sldMkLst>
        <pc:spChg chg="add mod">
          <ac:chgData name="김명호" userId="e0d603aa-548e-418b-a070-918475337925" providerId="ADAL" clId="{AED328CA-5486-4EEB-813F-9A5FB28906E1}" dt="2023-11-14T03:20:41.146" v="3495"/>
          <ac:spMkLst>
            <pc:docMk/>
            <pc:sldMk cId="2935220789" sldId="1376"/>
            <ac:spMk id="8" creationId="{F93C38BD-4786-5ECC-59AE-573416E7F312}"/>
          </ac:spMkLst>
        </pc:spChg>
      </pc:sldChg>
      <pc:sldChg chg="addSp modSp">
        <pc:chgData name="김명호" userId="e0d603aa-548e-418b-a070-918475337925" providerId="ADAL" clId="{AED328CA-5486-4EEB-813F-9A5FB28906E1}" dt="2023-11-14T03:20:34.363" v="3493"/>
        <pc:sldMkLst>
          <pc:docMk/>
          <pc:sldMk cId="2102851252" sldId="1377"/>
        </pc:sldMkLst>
        <pc:spChg chg="add mod">
          <ac:chgData name="김명호" userId="e0d603aa-548e-418b-a070-918475337925" providerId="ADAL" clId="{AED328CA-5486-4EEB-813F-9A5FB28906E1}" dt="2023-11-14T03:20:34.363" v="3493"/>
          <ac:spMkLst>
            <pc:docMk/>
            <pc:sldMk cId="2102851252" sldId="1377"/>
            <ac:spMk id="9" creationId="{6B60650F-30CB-BD2E-CF51-81FC8F0E5C39}"/>
          </ac:spMkLst>
        </pc:spChg>
      </pc:sldChg>
      <pc:sldChg chg="addSp modSp">
        <pc:chgData name="김명호" userId="e0d603aa-548e-418b-a070-918475337925" providerId="ADAL" clId="{AED328CA-5486-4EEB-813F-9A5FB28906E1}" dt="2023-11-14T03:20:38.378" v="3494"/>
        <pc:sldMkLst>
          <pc:docMk/>
          <pc:sldMk cId="2511703297" sldId="1378"/>
        </pc:sldMkLst>
        <pc:spChg chg="add mod">
          <ac:chgData name="김명호" userId="e0d603aa-548e-418b-a070-918475337925" providerId="ADAL" clId="{AED328CA-5486-4EEB-813F-9A5FB28906E1}" dt="2023-11-14T03:20:38.378" v="3494"/>
          <ac:spMkLst>
            <pc:docMk/>
            <pc:sldMk cId="2511703297" sldId="1378"/>
            <ac:spMk id="8" creationId="{25E8CA66-6115-6D1A-E631-27B139C35074}"/>
          </ac:spMkLst>
        </pc:spChg>
      </pc:sldChg>
      <pc:sldChg chg="addSp modSp">
        <pc:chgData name="김명호" userId="e0d603aa-548e-418b-a070-918475337925" providerId="ADAL" clId="{AED328CA-5486-4EEB-813F-9A5FB28906E1}" dt="2023-11-14T03:21:18.009" v="3496"/>
        <pc:sldMkLst>
          <pc:docMk/>
          <pc:sldMk cId="389842210" sldId="1379"/>
        </pc:sldMkLst>
        <pc:spChg chg="add mod">
          <ac:chgData name="김명호" userId="e0d603aa-548e-418b-a070-918475337925" providerId="ADAL" clId="{AED328CA-5486-4EEB-813F-9A5FB28906E1}" dt="2023-11-14T03:21:18.009" v="3496"/>
          <ac:spMkLst>
            <pc:docMk/>
            <pc:sldMk cId="389842210" sldId="1379"/>
            <ac:spMk id="8" creationId="{5B268752-883C-69DA-CE67-51E843830252}"/>
          </ac:spMkLst>
        </pc:spChg>
      </pc:sldChg>
      <pc:sldChg chg="addSp modSp">
        <pc:chgData name="김명호" userId="e0d603aa-548e-418b-a070-918475337925" providerId="ADAL" clId="{AED328CA-5486-4EEB-813F-9A5FB28906E1}" dt="2023-11-14T03:21:56.692" v="3497"/>
        <pc:sldMkLst>
          <pc:docMk/>
          <pc:sldMk cId="1127171238" sldId="1380"/>
        </pc:sldMkLst>
        <pc:spChg chg="add mod">
          <ac:chgData name="김명호" userId="e0d603aa-548e-418b-a070-918475337925" providerId="ADAL" clId="{AED328CA-5486-4EEB-813F-9A5FB28906E1}" dt="2023-11-14T03:21:56.692" v="3497"/>
          <ac:spMkLst>
            <pc:docMk/>
            <pc:sldMk cId="1127171238" sldId="1380"/>
            <ac:spMk id="8" creationId="{38865CC3-CC57-8AF2-6225-FDBB71A1E31F}"/>
          </ac:spMkLst>
        </pc:spChg>
      </pc:sldChg>
      <pc:sldChg chg="addSp modSp">
        <pc:chgData name="김명호" userId="e0d603aa-548e-418b-a070-918475337925" providerId="ADAL" clId="{AED328CA-5486-4EEB-813F-9A5FB28906E1}" dt="2023-11-14T03:22:49.587" v="3498"/>
        <pc:sldMkLst>
          <pc:docMk/>
          <pc:sldMk cId="4287194935" sldId="1382"/>
        </pc:sldMkLst>
        <pc:spChg chg="add mod">
          <ac:chgData name="김명호" userId="e0d603aa-548e-418b-a070-918475337925" providerId="ADAL" clId="{AED328CA-5486-4EEB-813F-9A5FB28906E1}" dt="2023-11-14T03:22:49.587" v="3498"/>
          <ac:spMkLst>
            <pc:docMk/>
            <pc:sldMk cId="4287194935" sldId="1382"/>
            <ac:spMk id="5" creationId="{0122EDE2-EC9E-ACED-A748-C10CED7F6F6E}"/>
          </ac:spMkLst>
        </pc:spChg>
      </pc:sldChg>
    </pc:docChg>
  </pc:docChgLst>
  <pc:docChgLst>
    <pc:chgData name="김명호" userId="e0d603aa-548e-418b-a070-918475337925" providerId="ADAL" clId="{A100A0AF-A561-4CA6-92E3-30FFD35094B0}"/>
    <pc:docChg chg="undo custSel addSld modSld addSection modSection">
      <pc:chgData name="김명호" userId="e0d603aa-548e-418b-a070-918475337925" providerId="ADAL" clId="{A100A0AF-A561-4CA6-92E3-30FFD35094B0}" dt="2023-09-21T02:07:35.480" v="1025" actId="1076"/>
      <pc:docMkLst>
        <pc:docMk/>
      </pc:docMkLst>
      <pc:sldChg chg="addSp modSp mod">
        <pc:chgData name="김명호" userId="e0d603aa-548e-418b-a070-918475337925" providerId="ADAL" clId="{A100A0AF-A561-4CA6-92E3-30FFD35094B0}" dt="2023-09-21T00:00:48.732" v="416"/>
        <pc:sldMkLst>
          <pc:docMk/>
          <pc:sldMk cId="3977313246" sldId="1103"/>
        </pc:sldMkLst>
        <pc:spChg chg="mod">
          <ac:chgData name="김명호" userId="e0d603aa-548e-418b-a070-918475337925" providerId="ADAL" clId="{A100A0AF-A561-4CA6-92E3-30FFD35094B0}" dt="2023-09-20T23:47:31.127" v="229"/>
          <ac:spMkLst>
            <pc:docMk/>
            <pc:sldMk cId="3977313246" sldId="1103"/>
            <ac:spMk id="7" creationId="{0C81DD60-D84B-4D3C-8F3E-7D0E22E11300}"/>
          </ac:spMkLst>
        </pc:spChg>
        <pc:spChg chg="mod">
          <ac:chgData name="김명호" userId="e0d603aa-548e-418b-a070-918475337925" providerId="ADAL" clId="{A100A0AF-A561-4CA6-92E3-30FFD35094B0}" dt="2023-09-20T23:49:26.607" v="230"/>
          <ac:spMkLst>
            <pc:docMk/>
            <pc:sldMk cId="3977313246" sldId="1103"/>
            <ac:spMk id="8" creationId="{F7FF7CAF-640C-87A0-ABB8-88CE6B8AB17B}"/>
          </ac:spMkLst>
        </pc:spChg>
        <pc:spChg chg="mod">
          <ac:chgData name="김명호" userId="e0d603aa-548e-418b-a070-918475337925" providerId="ADAL" clId="{A100A0AF-A561-4CA6-92E3-30FFD35094B0}" dt="2023-09-21T00:00:39.999" v="415" actId="6549"/>
          <ac:spMkLst>
            <pc:docMk/>
            <pc:sldMk cId="3977313246" sldId="1103"/>
            <ac:spMk id="10" creationId="{8A2D5D80-1F62-6431-3607-D596C66BC92F}"/>
          </ac:spMkLst>
        </pc:spChg>
        <pc:spChg chg="add mod">
          <ac:chgData name="김명호" userId="e0d603aa-548e-418b-a070-918475337925" providerId="ADAL" clId="{A100A0AF-A561-4CA6-92E3-30FFD35094B0}" dt="2023-09-21T00:00:48.732" v="416"/>
          <ac:spMkLst>
            <pc:docMk/>
            <pc:sldMk cId="3977313246" sldId="1103"/>
            <ac:spMk id="11" creationId="{E3F1D681-FBA9-2E23-6A8E-F1407564BA0B}"/>
          </ac:spMkLst>
        </pc:spChg>
        <pc:grpChg chg="add mod">
          <ac:chgData name="김명호" userId="e0d603aa-548e-418b-a070-918475337925" providerId="ADAL" clId="{A100A0AF-A561-4CA6-92E3-30FFD35094B0}" dt="2023-09-20T23:50:21.267" v="344" actId="1076"/>
          <ac:grpSpMkLst>
            <pc:docMk/>
            <pc:sldMk cId="3977313246" sldId="1103"/>
            <ac:grpSpMk id="6" creationId="{468A75AF-F78B-3991-7C09-6493602CA288}"/>
          </ac:grpSpMkLst>
        </pc:grpChg>
      </pc:sldChg>
      <pc:sldChg chg="addSp delSp modSp add mod">
        <pc:chgData name="김명호" userId="e0d603aa-548e-418b-a070-918475337925" providerId="ADAL" clId="{A100A0AF-A561-4CA6-92E3-30FFD35094B0}" dt="2023-09-21T00:02:15.020" v="419"/>
        <pc:sldMkLst>
          <pc:docMk/>
          <pc:sldMk cId="2655692448" sldId="1109"/>
        </pc:sldMkLst>
        <pc:spChg chg="mod ord">
          <ac:chgData name="김명호" userId="e0d603aa-548e-418b-a070-918475337925" providerId="ADAL" clId="{A100A0AF-A561-4CA6-92E3-30FFD35094B0}" dt="2023-09-20T23:59:08.488" v="402" actId="1035"/>
          <ac:spMkLst>
            <pc:docMk/>
            <pc:sldMk cId="2655692448" sldId="1109"/>
            <ac:spMk id="4" creationId="{6FB51CB1-0386-702D-473C-47C4459D41D9}"/>
          </ac:spMkLst>
        </pc:spChg>
        <pc:spChg chg="add del mod">
          <ac:chgData name="김명호" userId="e0d603aa-548e-418b-a070-918475337925" providerId="ADAL" clId="{A100A0AF-A561-4CA6-92E3-30FFD35094B0}" dt="2023-09-20T23:59:39.162" v="411"/>
          <ac:spMkLst>
            <pc:docMk/>
            <pc:sldMk cId="2655692448" sldId="1109"/>
            <ac:spMk id="7" creationId="{0C81DD60-D84B-4D3C-8F3E-7D0E22E11300}"/>
          </ac:spMkLst>
        </pc:spChg>
        <pc:spChg chg="mod">
          <ac:chgData name="김명호" userId="e0d603aa-548e-418b-a070-918475337925" providerId="ADAL" clId="{A100A0AF-A561-4CA6-92E3-30FFD35094B0}" dt="2023-09-20T23:58:59.226" v="365" actId="6549"/>
          <ac:spMkLst>
            <pc:docMk/>
            <pc:sldMk cId="2655692448" sldId="1109"/>
            <ac:spMk id="10" creationId="{E9D39091-88B8-837D-56EF-BDF090686FC9}"/>
          </ac:spMkLst>
        </pc:spChg>
        <pc:spChg chg="add del mod">
          <ac:chgData name="김명호" userId="e0d603aa-548e-418b-a070-918475337925" providerId="ADAL" clId="{A100A0AF-A561-4CA6-92E3-30FFD35094B0}" dt="2023-09-20T23:59:28.500" v="405"/>
          <ac:spMkLst>
            <pc:docMk/>
            <pc:sldMk cId="2655692448" sldId="1109"/>
            <ac:spMk id="11" creationId="{0D200058-23E9-B02F-F4E0-8BDF7A9CFDC5}"/>
          </ac:spMkLst>
        </pc:spChg>
        <pc:spChg chg="mod">
          <ac:chgData name="김명호" userId="e0d603aa-548e-418b-a070-918475337925" providerId="ADAL" clId="{A100A0AF-A561-4CA6-92E3-30FFD35094B0}" dt="2023-09-20T23:59:27.615" v="404"/>
          <ac:spMkLst>
            <pc:docMk/>
            <pc:sldMk cId="2655692448" sldId="1109"/>
            <ac:spMk id="13" creationId="{51C574C8-3BF2-6770-5105-D49B5BAE8A74}"/>
          </ac:spMkLst>
        </pc:spChg>
        <pc:spChg chg="mod">
          <ac:chgData name="김명호" userId="e0d603aa-548e-418b-a070-918475337925" providerId="ADAL" clId="{A100A0AF-A561-4CA6-92E3-30FFD35094B0}" dt="2023-09-20T23:59:27.615" v="404"/>
          <ac:spMkLst>
            <pc:docMk/>
            <pc:sldMk cId="2655692448" sldId="1109"/>
            <ac:spMk id="14" creationId="{2860878D-FAAD-BB4F-9C8B-25153580421A}"/>
          </ac:spMkLst>
        </pc:spChg>
        <pc:spChg chg="add del mod">
          <ac:chgData name="김명호" userId="e0d603aa-548e-418b-a070-918475337925" providerId="ADAL" clId="{A100A0AF-A561-4CA6-92E3-30FFD35094B0}" dt="2023-09-20T23:59:32.558" v="407" actId="478"/>
          <ac:spMkLst>
            <pc:docMk/>
            <pc:sldMk cId="2655692448" sldId="1109"/>
            <ac:spMk id="16" creationId="{A4475457-9FBA-0489-8C94-5C6AF7941A94}"/>
          </ac:spMkLst>
        </pc:spChg>
        <pc:spChg chg="add del mod">
          <ac:chgData name="김명호" userId="e0d603aa-548e-418b-a070-918475337925" providerId="ADAL" clId="{A100A0AF-A561-4CA6-92E3-30FFD35094B0}" dt="2023-09-20T23:59:37.844" v="410" actId="478"/>
          <ac:spMkLst>
            <pc:docMk/>
            <pc:sldMk cId="2655692448" sldId="1109"/>
            <ac:spMk id="17" creationId="{B388B87D-5F5C-2280-ABB2-3D1662F04FC7}"/>
          </ac:spMkLst>
        </pc:spChg>
        <pc:spChg chg="mod">
          <ac:chgData name="김명호" userId="e0d603aa-548e-418b-a070-918475337925" providerId="ADAL" clId="{A100A0AF-A561-4CA6-92E3-30FFD35094B0}" dt="2023-09-20T23:59:34.285" v="408"/>
          <ac:spMkLst>
            <pc:docMk/>
            <pc:sldMk cId="2655692448" sldId="1109"/>
            <ac:spMk id="19" creationId="{2EC63BC6-9EBE-E9EE-2561-C09906A5D17A}"/>
          </ac:spMkLst>
        </pc:spChg>
        <pc:spChg chg="mod">
          <ac:chgData name="김명호" userId="e0d603aa-548e-418b-a070-918475337925" providerId="ADAL" clId="{A100A0AF-A561-4CA6-92E3-30FFD35094B0}" dt="2023-09-21T00:02:15.020" v="419"/>
          <ac:spMkLst>
            <pc:docMk/>
            <pc:sldMk cId="2655692448" sldId="1109"/>
            <ac:spMk id="20" creationId="{E1818458-9E69-5091-4973-477892544C95}"/>
          </ac:spMkLst>
        </pc:spChg>
        <pc:grpChg chg="add del mod">
          <ac:chgData name="김명호" userId="e0d603aa-548e-418b-a070-918475337925" providerId="ADAL" clId="{A100A0AF-A561-4CA6-92E3-30FFD35094B0}" dt="2023-09-20T23:59:28.500" v="405"/>
          <ac:grpSpMkLst>
            <pc:docMk/>
            <pc:sldMk cId="2655692448" sldId="1109"/>
            <ac:grpSpMk id="12" creationId="{271F0448-D0E4-19A9-930E-8CA27A88FA89}"/>
          </ac:grpSpMkLst>
        </pc:grpChg>
        <pc:grpChg chg="add mod">
          <ac:chgData name="김명호" userId="e0d603aa-548e-418b-a070-918475337925" providerId="ADAL" clId="{A100A0AF-A561-4CA6-92E3-30FFD35094B0}" dt="2023-09-20T23:59:34.285" v="408"/>
          <ac:grpSpMkLst>
            <pc:docMk/>
            <pc:sldMk cId="2655692448" sldId="1109"/>
            <ac:grpSpMk id="18" creationId="{43416A2F-2943-BD06-5646-0D1806D9DAD6}"/>
          </ac:grpSpMkLst>
        </pc:grpChg>
        <pc:picChg chg="del">
          <ac:chgData name="김명호" userId="e0d603aa-548e-418b-a070-918475337925" providerId="ADAL" clId="{A100A0AF-A561-4CA6-92E3-30FFD35094B0}" dt="2023-09-20T23:58:36.675" v="358" actId="478"/>
          <ac:picMkLst>
            <pc:docMk/>
            <pc:sldMk cId="2655692448" sldId="1109"/>
            <ac:picMk id="8" creationId="{954EA7E0-6BF0-B1F2-5A9C-FEF72C2C38A7}"/>
          </ac:picMkLst>
        </pc:picChg>
        <pc:picChg chg="add mod modCrop">
          <ac:chgData name="김명호" userId="e0d603aa-548e-418b-a070-918475337925" providerId="ADAL" clId="{A100A0AF-A561-4CA6-92E3-30FFD35094B0}" dt="2023-09-20T23:58:39.223" v="359" actId="1076"/>
          <ac:picMkLst>
            <pc:docMk/>
            <pc:sldMk cId="2655692448" sldId="1109"/>
            <ac:picMk id="9" creationId="{1CB690E8-3254-A3FA-F295-DE3DC6043FB1}"/>
          </ac:picMkLst>
        </pc:picChg>
        <pc:cxnChg chg="mod ord">
          <ac:chgData name="김명호" userId="e0d603aa-548e-418b-a070-918475337925" providerId="ADAL" clId="{A100A0AF-A561-4CA6-92E3-30FFD35094B0}" dt="2023-09-20T23:59:11.967" v="403" actId="1076"/>
          <ac:cxnSpMkLst>
            <pc:docMk/>
            <pc:sldMk cId="2655692448" sldId="1109"/>
            <ac:cxnSpMk id="5" creationId="{838012D8-86F7-2460-D9BC-B9CD7ABE30AB}"/>
          </ac:cxnSpMkLst>
        </pc:cxnChg>
      </pc:sldChg>
      <pc:sldChg chg="addSp delSp modSp add mod">
        <pc:chgData name="김명호" userId="e0d603aa-548e-418b-a070-918475337925" providerId="ADAL" clId="{A100A0AF-A561-4CA6-92E3-30FFD35094B0}" dt="2023-09-21T01:39:03.287" v="852" actId="1076"/>
        <pc:sldMkLst>
          <pc:docMk/>
          <pc:sldMk cId="4142125621" sldId="1110"/>
        </pc:sldMkLst>
        <pc:spChg chg="mod">
          <ac:chgData name="김명호" userId="e0d603aa-548e-418b-a070-918475337925" providerId="ADAL" clId="{A100A0AF-A561-4CA6-92E3-30FFD35094B0}" dt="2023-09-21T01:31:45.114" v="752"/>
          <ac:spMkLst>
            <pc:docMk/>
            <pc:sldMk cId="4142125621" sldId="1110"/>
            <ac:spMk id="7" creationId="{0C81DD60-D84B-4D3C-8F3E-7D0E22E11300}"/>
          </ac:spMkLst>
        </pc:spChg>
        <pc:spChg chg="mod ord">
          <ac:chgData name="김명호" userId="e0d603aa-548e-418b-a070-918475337925" providerId="ADAL" clId="{A100A0AF-A561-4CA6-92E3-30FFD35094B0}" dt="2023-09-21T01:27:37.968" v="472" actId="1037"/>
          <ac:spMkLst>
            <pc:docMk/>
            <pc:sldMk cId="4142125621" sldId="1110"/>
            <ac:spMk id="10" creationId="{14F878EE-D031-B862-A82B-49EBF6A805B4}"/>
          </ac:spMkLst>
        </pc:spChg>
        <pc:spChg chg="add del mod">
          <ac:chgData name="김명호" userId="e0d603aa-548e-418b-a070-918475337925" providerId="ADAL" clId="{A100A0AF-A561-4CA6-92E3-30FFD35094B0}" dt="2023-09-21T01:28:09.218" v="477" actId="478"/>
          <ac:spMkLst>
            <pc:docMk/>
            <pc:sldMk cId="4142125621" sldId="1110"/>
            <ac:spMk id="12" creationId="{3406B0BA-B115-0EF4-9A27-44853297F717}"/>
          </ac:spMkLst>
        </pc:spChg>
        <pc:spChg chg="mod">
          <ac:chgData name="김명호" userId="e0d603aa-548e-418b-a070-918475337925" providerId="ADAL" clId="{A100A0AF-A561-4CA6-92E3-30FFD35094B0}" dt="2023-09-21T01:28:03.179" v="473"/>
          <ac:spMkLst>
            <pc:docMk/>
            <pc:sldMk cId="4142125621" sldId="1110"/>
            <ac:spMk id="15" creationId="{DD05477F-D93C-1362-13D2-7AC3253B69BD}"/>
          </ac:spMkLst>
        </pc:spChg>
        <pc:spChg chg="mod">
          <ac:chgData name="김명호" userId="e0d603aa-548e-418b-a070-918475337925" providerId="ADAL" clId="{A100A0AF-A561-4CA6-92E3-30FFD35094B0}" dt="2023-09-21T01:32:15.313" v="824"/>
          <ac:spMkLst>
            <pc:docMk/>
            <pc:sldMk cId="4142125621" sldId="1110"/>
            <ac:spMk id="16" creationId="{34C33D6A-1D34-AE4A-DC03-437A45610C54}"/>
          </ac:spMkLst>
        </pc:spChg>
        <pc:grpChg chg="del">
          <ac:chgData name="김명호" userId="e0d603aa-548e-418b-a070-918475337925" providerId="ADAL" clId="{A100A0AF-A561-4CA6-92E3-30FFD35094B0}" dt="2023-09-21T01:28:04.937" v="474" actId="478"/>
          <ac:grpSpMkLst>
            <pc:docMk/>
            <pc:sldMk cId="4142125621" sldId="1110"/>
            <ac:grpSpMk id="4" creationId="{09232AAC-0E11-E194-482A-3CC8A0D8397A}"/>
          </ac:grpSpMkLst>
        </pc:grpChg>
        <pc:grpChg chg="add mod">
          <ac:chgData name="김명호" userId="e0d603aa-548e-418b-a070-918475337925" providerId="ADAL" clId="{A100A0AF-A561-4CA6-92E3-30FFD35094B0}" dt="2023-09-21T01:32:21.010" v="825" actId="1076"/>
          <ac:grpSpMkLst>
            <pc:docMk/>
            <pc:sldMk cId="4142125621" sldId="1110"/>
            <ac:grpSpMk id="14" creationId="{9D0AAFA1-E888-A11D-08C1-4E23E77D5E5F}"/>
          </ac:grpSpMkLst>
        </pc:grpChg>
        <pc:picChg chg="del">
          <ac:chgData name="김명호" userId="e0d603aa-548e-418b-a070-918475337925" providerId="ADAL" clId="{A100A0AF-A561-4CA6-92E3-30FFD35094B0}" dt="2023-09-21T00:51:45.905" v="428" actId="478"/>
          <ac:picMkLst>
            <pc:docMk/>
            <pc:sldMk cId="4142125621" sldId="1110"/>
            <ac:picMk id="8" creationId="{11FA1606-CC61-1D61-EF55-9B77D5B11B0F}"/>
          </ac:picMkLst>
        </pc:picChg>
        <pc:picChg chg="add mod modCrop">
          <ac:chgData name="김명호" userId="e0d603aa-548e-418b-a070-918475337925" providerId="ADAL" clId="{A100A0AF-A561-4CA6-92E3-30FFD35094B0}" dt="2023-09-21T00:51:55.590" v="433" actId="1076"/>
          <ac:picMkLst>
            <pc:docMk/>
            <pc:sldMk cId="4142125621" sldId="1110"/>
            <ac:picMk id="11" creationId="{1ABB99C9-DC70-7863-2EF3-8EBC5BDF88C2}"/>
          </ac:picMkLst>
        </pc:picChg>
        <pc:cxnChg chg="del mod ord">
          <ac:chgData name="김명호" userId="e0d603aa-548e-418b-a070-918475337925" providerId="ADAL" clId="{A100A0AF-A561-4CA6-92E3-30FFD35094B0}" dt="2023-09-21T01:38:56.345" v="850" actId="478"/>
          <ac:cxnSpMkLst>
            <pc:docMk/>
            <pc:sldMk cId="4142125621" sldId="1110"/>
            <ac:cxnSpMk id="13" creationId="{331DDFAF-E372-E3B3-6B05-B0D7F3785A4E}"/>
          </ac:cxnSpMkLst>
        </pc:cxnChg>
        <pc:cxnChg chg="add mod">
          <ac:chgData name="김명호" userId="e0d603aa-548e-418b-a070-918475337925" providerId="ADAL" clId="{A100A0AF-A561-4CA6-92E3-30FFD35094B0}" dt="2023-09-21T01:39:03.287" v="852" actId="1076"/>
          <ac:cxnSpMkLst>
            <pc:docMk/>
            <pc:sldMk cId="4142125621" sldId="1110"/>
            <ac:cxnSpMk id="17" creationId="{1F03F7D7-6BB6-966F-FE2A-FE293F9217DA}"/>
          </ac:cxnSpMkLst>
        </pc:cxnChg>
      </pc:sldChg>
      <pc:sldChg chg="addSp delSp modSp add mod">
        <pc:chgData name="김명호" userId="e0d603aa-548e-418b-a070-918475337925" providerId="ADAL" clId="{A100A0AF-A561-4CA6-92E3-30FFD35094B0}" dt="2023-09-21T01:39:34.279" v="864" actId="14100"/>
        <pc:sldMkLst>
          <pc:docMk/>
          <pc:sldMk cId="787417576" sldId="1111"/>
        </pc:sldMkLst>
        <pc:spChg chg="mod">
          <ac:chgData name="김명호" userId="e0d603aa-548e-418b-a070-918475337925" providerId="ADAL" clId="{A100A0AF-A561-4CA6-92E3-30FFD35094B0}" dt="2023-09-21T01:32:50.781" v="833"/>
          <ac:spMkLst>
            <pc:docMk/>
            <pc:sldMk cId="787417576" sldId="1111"/>
            <ac:spMk id="7" creationId="{0C81DD60-D84B-4D3C-8F3E-7D0E22E11300}"/>
          </ac:spMkLst>
        </pc:spChg>
        <pc:spChg chg="add mod">
          <ac:chgData name="김명호" userId="e0d603aa-548e-418b-a070-918475337925" providerId="ADAL" clId="{A100A0AF-A561-4CA6-92E3-30FFD35094B0}" dt="2023-09-21T01:39:34.279" v="864" actId="14100"/>
          <ac:spMkLst>
            <pc:docMk/>
            <pc:sldMk cId="787417576" sldId="1111"/>
            <ac:spMk id="9" creationId="{D32CA4B5-7661-D65F-26E9-D08E31BD9BDB}"/>
          </ac:spMkLst>
        </pc:spChg>
        <pc:spChg chg="mod">
          <ac:chgData name="김명호" userId="e0d603aa-548e-418b-a070-918475337925" providerId="ADAL" clId="{A100A0AF-A561-4CA6-92E3-30FFD35094B0}" dt="2023-09-21T01:39:18.629" v="858" actId="14100"/>
          <ac:spMkLst>
            <pc:docMk/>
            <pc:sldMk cId="787417576" sldId="1111"/>
            <ac:spMk id="10" creationId="{14F878EE-D031-B862-A82B-49EBF6A805B4}"/>
          </ac:spMkLst>
        </pc:spChg>
        <pc:grpChg chg="del">
          <ac:chgData name="김명호" userId="e0d603aa-548e-418b-a070-918475337925" providerId="ADAL" clId="{A100A0AF-A561-4CA6-92E3-30FFD35094B0}" dt="2023-09-21T01:32:38.394" v="832" actId="478"/>
          <ac:grpSpMkLst>
            <pc:docMk/>
            <pc:sldMk cId="787417576" sldId="1111"/>
            <ac:grpSpMk id="14" creationId="{9D0AAFA1-E888-A11D-08C1-4E23E77D5E5F}"/>
          </ac:grpSpMkLst>
        </pc:grpChg>
        <pc:picChg chg="add mod ord modCrop">
          <ac:chgData name="김명호" userId="e0d603aa-548e-418b-a070-918475337925" providerId="ADAL" clId="{A100A0AF-A561-4CA6-92E3-30FFD35094B0}" dt="2023-09-21T01:35:47.892" v="847" actId="167"/>
          <ac:picMkLst>
            <pc:docMk/>
            <pc:sldMk cId="787417576" sldId="1111"/>
            <ac:picMk id="5" creationId="{18C36AEB-D3F7-AEF9-0129-EB416FF87024}"/>
          </ac:picMkLst>
        </pc:picChg>
        <pc:picChg chg="mod ord">
          <ac:chgData name="김명호" userId="e0d603aa-548e-418b-a070-918475337925" providerId="ADAL" clId="{A100A0AF-A561-4CA6-92E3-30FFD35094B0}" dt="2023-09-21T01:36:03.427" v="848" actId="167"/>
          <ac:picMkLst>
            <pc:docMk/>
            <pc:sldMk cId="787417576" sldId="1111"/>
            <ac:picMk id="11" creationId="{1ABB99C9-DC70-7863-2EF3-8EBC5BDF88C2}"/>
          </ac:picMkLst>
        </pc:picChg>
        <pc:cxnChg chg="add mod">
          <ac:chgData name="김명호" userId="e0d603aa-548e-418b-a070-918475337925" providerId="ADAL" clId="{A100A0AF-A561-4CA6-92E3-30FFD35094B0}" dt="2023-09-21T01:39:21.482" v="859" actId="1076"/>
          <ac:cxnSpMkLst>
            <pc:docMk/>
            <pc:sldMk cId="787417576" sldId="1111"/>
            <ac:cxnSpMk id="6" creationId="{E95479E7-2332-1DBF-73BA-25CD2B6D3FC1}"/>
          </ac:cxnSpMkLst>
        </pc:cxnChg>
        <pc:cxnChg chg="add mod">
          <ac:chgData name="김명호" userId="e0d603aa-548e-418b-a070-918475337925" providerId="ADAL" clId="{A100A0AF-A561-4CA6-92E3-30FFD35094B0}" dt="2023-09-21T01:39:27.441" v="861" actId="1076"/>
          <ac:cxnSpMkLst>
            <pc:docMk/>
            <pc:sldMk cId="787417576" sldId="1111"/>
            <ac:cxnSpMk id="12" creationId="{1818443F-5B8B-300E-B5C2-87BE97342827}"/>
          </ac:cxnSpMkLst>
        </pc:cxnChg>
        <pc:cxnChg chg="del mod">
          <ac:chgData name="김명호" userId="e0d603aa-548e-418b-a070-918475337925" providerId="ADAL" clId="{A100A0AF-A561-4CA6-92E3-30FFD35094B0}" dt="2023-09-21T01:38:54.446" v="849" actId="478"/>
          <ac:cxnSpMkLst>
            <pc:docMk/>
            <pc:sldMk cId="787417576" sldId="1111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A100A0AF-A561-4CA6-92E3-30FFD35094B0}" dt="2023-09-21T01:52:26.209" v="1021" actId="20577"/>
        <pc:sldMkLst>
          <pc:docMk/>
          <pc:sldMk cId="976008353" sldId="1112"/>
        </pc:sldMkLst>
        <pc:spChg chg="mod">
          <ac:chgData name="김명호" userId="e0d603aa-548e-418b-a070-918475337925" providerId="ADAL" clId="{A100A0AF-A561-4CA6-92E3-30FFD35094B0}" dt="2023-09-21T01:51:42.012" v="985" actId="14100"/>
          <ac:spMkLst>
            <pc:docMk/>
            <pc:sldMk cId="976008353" sldId="1112"/>
            <ac:spMk id="4" creationId="{6FB51CB1-0386-702D-473C-47C4459D41D9}"/>
          </ac:spMkLst>
        </pc:spChg>
        <pc:spChg chg="mod">
          <ac:chgData name="김명호" userId="e0d603aa-548e-418b-a070-918475337925" providerId="ADAL" clId="{A100A0AF-A561-4CA6-92E3-30FFD35094B0}" dt="2023-09-21T01:52:10.946" v="991"/>
          <ac:spMkLst>
            <pc:docMk/>
            <pc:sldMk cId="976008353" sldId="1112"/>
            <ac:spMk id="7" creationId="{0C81DD60-D84B-4D3C-8F3E-7D0E22E11300}"/>
          </ac:spMkLst>
        </pc:spChg>
        <pc:spChg chg="del">
          <ac:chgData name="김명호" userId="e0d603aa-548e-418b-a070-918475337925" providerId="ADAL" clId="{A100A0AF-A561-4CA6-92E3-30FFD35094B0}" dt="2023-09-21T01:42:35.981" v="868" actId="478"/>
          <ac:spMkLst>
            <pc:docMk/>
            <pc:sldMk cId="976008353" sldId="1112"/>
            <ac:spMk id="10" creationId="{E9D39091-88B8-837D-56EF-BDF090686FC9}"/>
          </ac:spMkLst>
        </pc:spChg>
        <pc:spChg chg="add del mod">
          <ac:chgData name="김명호" userId="e0d603aa-548e-418b-a070-918475337925" providerId="ADAL" clId="{A100A0AF-A561-4CA6-92E3-30FFD35094B0}" dt="2023-09-21T01:52:09.775" v="990" actId="478"/>
          <ac:spMkLst>
            <pc:docMk/>
            <pc:sldMk cId="976008353" sldId="1112"/>
            <ac:spMk id="12" creationId="{F727CBF6-6A6D-2E62-FFCF-ECE499C9A670}"/>
          </ac:spMkLst>
        </pc:spChg>
        <pc:spChg chg="mod">
          <ac:chgData name="김명호" userId="e0d603aa-548e-418b-a070-918475337925" providerId="ADAL" clId="{A100A0AF-A561-4CA6-92E3-30FFD35094B0}" dt="2023-09-21T01:52:06.890" v="988"/>
          <ac:spMkLst>
            <pc:docMk/>
            <pc:sldMk cId="976008353" sldId="1112"/>
            <ac:spMk id="14" creationId="{D9B9EC9A-2EB9-D211-E684-9C59EE7F5037}"/>
          </ac:spMkLst>
        </pc:spChg>
        <pc:spChg chg="mod">
          <ac:chgData name="김명호" userId="e0d603aa-548e-418b-a070-918475337925" providerId="ADAL" clId="{A100A0AF-A561-4CA6-92E3-30FFD35094B0}" dt="2023-09-21T01:52:26.209" v="1021" actId="20577"/>
          <ac:spMkLst>
            <pc:docMk/>
            <pc:sldMk cId="976008353" sldId="1112"/>
            <ac:spMk id="15" creationId="{36AC3DD5-EC2A-7A94-8C0F-6BF29BC70658}"/>
          </ac:spMkLst>
        </pc:spChg>
        <pc:grpChg chg="add mod">
          <ac:chgData name="김명호" userId="e0d603aa-548e-418b-a070-918475337925" providerId="ADAL" clId="{A100A0AF-A561-4CA6-92E3-30FFD35094B0}" dt="2023-09-21T01:52:06.890" v="988"/>
          <ac:grpSpMkLst>
            <pc:docMk/>
            <pc:sldMk cId="976008353" sldId="1112"/>
            <ac:grpSpMk id="13" creationId="{B83575CB-A598-D0A2-598E-74B1856A7E0C}"/>
          </ac:grpSpMkLst>
        </pc:grpChg>
        <pc:grpChg chg="del">
          <ac:chgData name="김명호" userId="e0d603aa-548e-418b-a070-918475337925" providerId="ADAL" clId="{A100A0AF-A561-4CA6-92E3-30FFD35094B0}" dt="2023-09-21T01:52:05.957" v="987" actId="478"/>
          <ac:grpSpMkLst>
            <pc:docMk/>
            <pc:sldMk cId="976008353" sldId="1112"/>
            <ac:grpSpMk id="18" creationId="{43416A2F-2943-BD06-5646-0D1806D9DAD6}"/>
          </ac:grpSpMkLst>
        </pc:grpChg>
        <pc:picChg chg="add mod ord modCrop">
          <ac:chgData name="김명호" userId="e0d603aa-548e-418b-a070-918475337925" providerId="ADAL" clId="{A100A0AF-A561-4CA6-92E3-30FFD35094B0}" dt="2023-09-21T01:48:35.199" v="978" actId="167"/>
          <ac:picMkLst>
            <pc:docMk/>
            <pc:sldMk cId="976008353" sldId="1112"/>
            <ac:picMk id="8" creationId="{A4C68C49-C105-69CD-290A-AFB33A362956}"/>
          </ac:picMkLst>
        </pc:picChg>
        <pc:picChg chg="add del">
          <ac:chgData name="김명호" userId="e0d603aa-548e-418b-a070-918475337925" providerId="ADAL" clId="{A100A0AF-A561-4CA6-92E3-30FFD35094B0}" dt="2023-09-21T01:48:11.523" v="966" actId="478"/>
          <ac:picMkLst>
            <pc:docMk/>
            <pc:sldMk cId="976008353" sldId="1112"/>
            <ac:picMk id="9" creationId="{1CB690E8-3254-A3FA-F295-DE3DC6043FB1}"/>
          </ac:picMkLst>
        </pc:picChg>
        <pc:cxnChg chg="mod">
          <ac:chgData name="김명호" userId="e0d603aa-548e-418b-a070-918475337925" providerId="ADAL" clId="{A100A0AF-A561-4CA6-92E3-30FFD35094B0}" dt="2023-09-21T01:51:44.810" v="986" actId="1076"/>
          <ac:cxnSpMkLst>
            <pc:docMk/>
            <pc:sldMk cId="976008353" sldId="1112"/>
            <ac:cxnSpMk id="5" creationId="{838012D8-86F7-2460-D9BC-B9CD7ABE30AB}"/>
          </ac:cxnSpMkLst>
        </pc:cxnChg>
      </pc:sldChg>
      <pc:sldChg chg="delSp modSp add mod">
        <pc:chgData name="김명호" userId="e0d603aa-548e-418b-a070-918475337925" providerId="ADAL" clId="{A100A0AF-A561-4CA6-92E3-30FFD35094B0}" dt="2023-09-21T01:43:32.005" v="965" actId="20577"/>
        <pc:sldMkLst>
          <pc:docMk/>
          <pc:sldMk cId="2778841007" sldId="1113"/>
        </pc:sldMkLst>
        <pc:spChg chg="mod">
          <ac:chgData name="김명호" userId="e0d603aa-548e-418b-a070-918475337925" providerId="ADAL" clId="{A100A0AF-A561-4CA6-92E3-30FFD35094B0}" dt="2023-09-21T01:43:01.749" v="874" actId="14100"/>
          <ac:spMkLst>
            <pc:docMk/>
            <pc:sldMk cId="2778841007" sldId="1113"/>
            <ac:spMk id="4" creationId="{6FB51CB1-0386-702D-473C-47C4459D41D9}"/>
          </ac:spMkLst>
        </pc:spChg>
        <pc:spChg chg="mod">
          <ac:chgData name="김명호" userId="e0d603aa-548e-418b-a070-918475337925" providerId="ADAL" clId="{A100A0AF-A561-4CA6-92E3-30FFD35094B0}" dt="2023-09-21T01:43:32.005" v="965" actId="20577"/>
          <ac:spMkLst>
            <pc:docMk/>
            <pc:sldMk cId="2778841007" sldId="1113"/>
            <ac:spMk id="7" creationId="{0C81DD60-D84B-4D3C-8F3E-7D0E22E11300}"/>
          </ac:spMkLst>
        </pc:spChg>
        <pc:spChg chg="del">
          <ac:chgData name="김명호" userId="e0d603aa-548e-418b-a070-918475337925" providerId="ADAL" clId="{A100A0AF-A561-4CA6-92E3-30FFD35094B0}" dt="2023-09-21T01:42:49.094" v="872" actId="478"/>
          <ac:spMkLst>
            <pc:docMk/>
            <pc:sldMk cId="2778841007" sldId="1113"/>
            <ac:spMk id="10" creationId="{E9D39091-88B8-837D-56EF-BDF090686FC9}"/>
          </ac:spMkLst>
        </pc:spChg>
        <pc:grpChg chg="del">
          <ac:chgData name="김명호" userId="e0d603aa-548e-418b-a070-918475337925" providerId="ADAL" clId="{A100A0AF-A561-4CA6-92E3-30FFD35094B0}" dt="2023-09-21T01:43:05.761" v="876" actId="478"/>
          <ac:grpSpMkLst>
            <pc:docMk/>
            <pc:sldMk cId="2778841007" sldId="1113"/>
            <ac:grpSpMk id="18" creationId="{43416A2F-2943-BD06-5646-0D1806D9DAD6}"/>
          </ac:grpSpMkLst>
        </pc:grpChg>
        <pc:cxnChg chg="mod">
          <ac:chgData name="김명호" userId="e0d603aa-548e-418b-a070-918475337925" providerId="ADAL" clId="{A100A0AF-A561-4CA6-92E3-30FFD35094B0}" dt="2023-09-21T01:43:03.843" v="875" actId="1076"/>
          <ac:cxnSpMkLst>
            <pc:docMk/>
            <pc:sldMk cId="2778841007" sldId="1113"/>
            <ac:cxnSpMk id="5" creationId="{838012D8-86F7-2460-D9BC-B9CD7ABE30AB}"/>
          </ac:cxnSpMkLst>
        </pc:cxnChg>
      </pc:sldChg>
      <pc:sldChg chg="modSp add mod">
        <pc:chgData name="김명호" userId="e0d603aa-548e-418b-a070-918475337925" providerId="ADAL" clId="{A100A0AF-A561-4CA6-92E3-30FFD35094B0}" dt="2023-09-21T02:07:35.480" v="1025" actId="1076"/>
        <pc:sldMkLst>
          <pc:docMk/>
          <pc:sldMk cId="2534469432" sldId="1114"/>
        </pc:sldMkLst>
        <pc:spChg chg="mod">
          <ac:chgData name="김명호" userId="e0d603aa-548e-418b-a070-918475337925" providerId="ADAL" clId="{A100A0AF-A561-4CA6-92E3-30FFD35094B0}" dt="2023-09-21T02:07:35.480" v="1025" actId="1076"/>
          <ac:spMkLst>
            <pc:docMk/>
            <pc:sldMk cId="2534469432" sldId="1114"/>
            <ac:spMk id="4" creationId="{6FB51CB1-0386-702D-473C-47C4459D41D9}"/>
          </ac:spMkLst>
        </pc:spChg>
        <pc:cxnChg chg="mod">
          <ac:chgData name="김명호" userId="e0d603aa-548e-418b-a070-918475337925" providerId="ADAL" clId="{A100A0AF-A561-4CA6-92E3-30FFD35094B0}" dt="2023-09-21T02:07:35.480" v="1025" actId="1076"/>
          <ac:cxnSpMkLst>
            <pc:docMk/>
            <pc:sldMk cId="2534469432" sldId="1114"/>
            <ac:cxnSpMk id="5" creationId="{838012D8-86F7-2460-D9BC-B9CD7ABE30AB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xmlns="" id="{135BE6EE-CA60-4322-A1D5-4F412874D7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E28B7296-2E1B-4599-BA95-879B2371291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31B5F-6633-49D3-B076-BCD6876A7ED6}" type="datetimeFigureOut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EE41D0E1-955F-4D62-97C0-BA102859C0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FFE3B44-5F7C-477E-9EDA-A7A7B25917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22889-ADBF-4C25-AB51-EEFA3E4391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4469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9787" cy="498693"/>
          </a:xfrm>
          <a:prstGeom prst="rect">
            <a:avLst/>
          </a:prstGeom>
        </p:spPr>
        <p:txBody>
          <a:bodyPr vert="horz" lIns="91420" tIns="45710" rIns="91420" bIns="4571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2"/>
            <a:ext cx="2949787" cy="498693"/>
          </a:xfrm>
          <a:prstGeom prst="rect">
            <a:avLst/>
          </a:prstGeom>
        </p:spPr>
        <p:txBody>
          <a:bodyPr vert="horz" lIns="91420" tIns="45710" rIns="91420" bIns="45710" rtlCol="0"/>
          <a:lstStyle>
            <a:lvl1pPr algn="r">
              <a:defRPr sz="1200"/>
            </a:lvl1pPr>
          </a:lstStyle>
          <a:p>
            <a:fld id="{83535A04-8F53-42F0-BE68-2A0C56FA6889}" type="datetimeFigureOut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0" tIns="45710" rIns="91420" bIns="4571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9"/>
            <a:ext cx="5445760" cy="3913614"/>
          </a:xfrm>
          <a:prstGeom prst="rect">
            <a:avLst/>
          </a:prstGeom>
        </p:spPr>
        <p:txBody>
          <a:bodyPr vert="horz" lIns="91420" tIns="45710" rIns="91420" bIns="4571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20" tIns="45710" rIns="91420" bIns="4571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20" tIns="45710" rIns="91420" bIns="45710" rtlCol="0" anchor="b"/>
          <a:lstStyle>
            <a:lvl1pPr algn="r">
              <a:defRPr sz="1200"/>
            </a:lvl1pPr>
          </a:lstStyle>
          <a:p>
            <a:fld id="{649C5E89-AF82-449E-973A-8741335DFE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009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진단 결과 요약에 나온 오류들만 처리되어도 </a:t>
            </a:r>
            <a:r>
              <a:rPr lang="en-US" altLang="ko-KR"/>
              <a:t>80% </a:t>
            </a:r>
            <a:r>
              <a:rPr lang="ko-KR" altLang="en-US"/>
              <a:t>이상은 수정이 완료된 것으로 생각해도 됨</a:t>
            </a:r>
            <a:r>
              <a:rPr lang="en-US" altLang="ko-KR"/>
              <a:t>.</a:t>
            </a:r>
          </a:p>
          <a:p>
            <a:r>
              <a:rPr lang="ko-KR" altLang="en-US"/>
              <a:t>우리가 전체 페이지를 검수하는 것이 아니기 때문에 요약에서 나온 오류 패턴들은 각 작업자 분들이 찾아서 수정해야 함</a:t>
            </a:r>
            <a:r>
              <a:rPr lang="en-US" altLang="ko-KR"/>
              <a:t>.</a:t>
            </a:r>
          </a:p>
          <a:p>
            <a:r>
              <a:rPr lang="ko-KR" altLang="en-US"/>
              <a:t>경험상 초반에 많이 수정을 하지 않을 경우</a:t>
            </a:r>
            <a:r>
              <a:rPr lang="en-US" altLang="ko-KR"/>
              <a:t>, </a:t>
            </a:r>
            <a:r>
              <a:rPr lang="ko-KR" altLang="en-US"/>
              <a:t>심사 단계에서 많은 고생을 함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C5E89-AF82-449E-973A-8741335DFEC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843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xmlns="" id="{E5F08ABE-3711-4C3A-BF09-AFEA62CD3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8923159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70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좁게_필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xmlns="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37967625"/>
              </p:ext>
            </p:extLst>
          </p:nvPr>
        </p:nvGraphicFramePr>
        <p:xfrm>
          <a:off x="412705" y="1864800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xmlns="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xmlns="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81396524"/>
                  </a:ext>
                </a:extLst>
              </a:tr>
            </a:tbl>
          </a:graphicData>
        </a:graphic>
      </p:graphicFrame>
      <p:sp>
        <p:nvSpPr>
          <p:cNvPr id="13" name="설명">
            <a:extLst>
              <a:ext uri="{FF2B5EF4-FFF2-40B4-BE49-F238E27FC236}">
                <a16:creationId xmlns:a16="http://schemas.microsoft.com/office/drawing/2014/main" xmlns="" id="{196E4C04-B516-4B97-87D2-D5D6CFC654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4105275" cy="60857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 dirty="0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2716113978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750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좁게_필수(계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231531415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659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넓게_필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설명">
            <a:extLst>
              <a:ext uri="{FF2B5EF4-FFF2-40B4-BE49-F238E27FC236}">
                <a16:creationId xmlns:a16="http://schemas.microsoft.com/office/drawing/2014/main" xmlns="" id="{D780F0F9-EB12-4D9A-9655-CF42605225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8642046" cy="60857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 dirty="0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868410022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750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넓게_필수(계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8839828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xmlns="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11414551"/>
              </p:ext>
            </p:extLst>
          </p:nvPr>
        </p:nvGraphicFramePr>
        <p:xfrm>
          <a:off x="412705" y="1865418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xmlns="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xmlns="" val="1793000155"/>
                    </a:ext>
                  </a:extLst>
                </a:gridCol>
              </a:tblGrid>
              <a:tr h="47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81396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373809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659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좁게_권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xmlns="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95316987"/>
              </p:ext>
            </p:extLst>
          </p:nvPr>
        </p:nvGraphicFramePr>
        <p:xfrm>
          <a:off x="412705" y="1864800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xmlns="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xmlns="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81396524"/>
                  </a:ext>
                </a:extLst>
              </a:tr>
            </a:tbl>
          </a:graphicData>
        </a:graphic>
      </p:graphicFrame>
      <p:sp>
        <p:nvSpPr>
          <p:cNvPr id="11" name="설명">
            <a:extLst>
              <a:ext uri="{FF2B5EF4-FFF2-40B4-BE49-F238E27FC236}">
                <a16:creationId xmlns:a16="http://schemas.microsoft.com/office/drawing/2014/main" xmlns="" id="{F81531E6-005D-4C3F-B48C-19F54610EC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4105275" cy="60857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 dirty="0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3899118015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750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개선방안_좁게_권장(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xmlns="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2760106"/>
              </p:ext>
            </p:extLst>
          </p:nvPr>
        </p:nvGraphicFramePr>
        <p:xfrm>
          <a:off x="412705" y="1864800"/>
          <a:ext cx="9080590" cy="47934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xmlns="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xmlns="" val="1793000155"/>
                    </a:ext>
                  </a:extLst>
                </a:gridCol>
              </a:tblGrid>
              <a:tr h="47934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81396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7236195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750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넓게_권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xmlns="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35779353"/>
              </p:ext>
            </p:extLst>
          </p:nvPr>
        </p:nvGraphicFramePr>
        <p:xfrm>
          <a:off x="412705" y="1865418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xmlns="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xmlns="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81396524"/>
                  </a:ext>
                </a:extLst>
              </a:tr>
            </a:tbl>
          </a:graphicData>
        </a:graphic>
      </p:graphicFrame>
      <p:sp>
        <p:nvSpPr>
          <p:cNvPr id="11" name="설명">
            <a:extLst>
              <a:ext uri="{FF2B5EF4-FFF2-40B4-BE49-F238E27FC236}">
                <a16:creationId xmlns:a16="http://schemas.microsoft.com/office/drawing/2014/main" xmlns="" id="{971E1D3C-7EA5-4003-B239-30BD61B622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8642046" cy="60857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 dirty="0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2542976959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659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제목 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78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3141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5010" y="444925"/>
            <a:ext cx="6436800" cy="2631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lvl="0" defTabSz="457200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xmlns="" id="{49D477C1-B80A-436A-873B-8939B1660757}"/>
              </a:ext>
            </a:extLst>
          </p:cNvPr>
          <p:cNvSpPr txBox="1">
            <a:spLocks/>
          </p:cNvSpPr>
          <p:nvPr userDrawn="1"/>
        </p:nvSpPr>
        <p:spPr>
          <a:xfrm>
            <a:off x="7175157" y="117001"/>
            <a:ext cx="2318919" cy="179562"/>
          </a:xfrm>
          <a:prstGeom prst="rect">
            <a:avLst/>
          </a:prstGeom>
        </p:spPr>
        <p:txBody>
          <a:bodyPr lIns="0" rIns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latinLnBrk="1"/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부산은행 모바일 웹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앱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접근성 진단 보고서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  </a:t>
            </a:r>
            <a:r>
              <a:rPr lang="ko-KR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fld id="{57DCFE9F-B2B4-47BC-97BE-9C043A2ED687}" type="slidenum">
              <a:rPr lang="en-US" altLang="ko-KR" sz="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defTabSz="914400" latinLnBrk="1"/>
              <a:t>‹#›</a:t>
            </a:fld>
            <a:r>
              <a:rPr lang="ko-KR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sz="800" b="1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0080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16" r:id="rId2"/>
    <p:sldLayoutId id="2147483717" r:id="rId3"/>
    <p:sldLayoutId id="2147483715" r:id="rId4"/>
    <p:sldLayoutId id="2147483718" r:id="rId5"/>
    <p:sldLayoutId id="2147483719" r:id="rId6"/>
    <p:sldLayoutId id="2147483724" r:id="rId7"/>
    <p:sldLayoutId id="2147483720" r:id="rId8"/>
    <p:sldLayoutId id="2147483721" r:id="rId9"/>
    <p:sldLayoutId id="2147483723" r:id="rId1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US" altLang="en-US" sz="1900" b="1" kern="1200" spc="-150" dirty="0">
          <a:solidFill>
            <a:schemeClr val="tx1">
              <a:lumMod val="95000"/>
              <a:lumOff val="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pos="262" userDrawn="1">
          <p15:clr>
            <a:srgbClr val="F26B43"/>
          </p15:clr>
        </p15:guide>
        <p15:guide id="2" pos="398" userDrawn="1">
          <p15:clr>
            <a:srgbClr val="F26B43"/>
          </p15:clr>
        </p15:guide>
        <p15:guide id="3" pos="5842" userDrawn="1">
          <p15:clr>
            <a:srgbClr val="F26B43"/>
          </p15:clr>
        </p15:guide>
        <p15:guide id="4" pos="5978" userDrawn="1">
          <p15:clr>
            <a:srgbClr val="F26B43"/>
          </p15:clr>
        </p15:guide>
        <p15:guide id="5" pos="3120" userDrawn="1">
          <p15:clr>
            <a:srgbClr val="F26B43"/>
          </p15:clr>
        </p15:guide>
        <p15:guide id="9" orient="horz" pos="4178" userDrawn="1">
          <p15:clr>
            <a:srgbClr val="F26B43"/>
          </p15:clr>
        </p15:guide>
        <p15:guide id="12" orient="horz" pos="5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jpe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jpe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jpeg"/><Relationship Id="rId2" Type="http://schemas.openxmlformats.org/officeDocument/2006/relationships/image" Target="../media/image127.jpe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jpe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jpe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jpe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eg"/><Relationship Id="rId2" Type="http://schemas.openxmlformats.org/officeDocument/2006/relationships/image" Target="../media/image135.jpe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jpe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1;p1">
            <a:extLst>
              <a:ext uri="{FF2B5EF4-FFF2-40B4-BE49-F238E27FC236}">
                <a16:creationId xmlns:a16="http://schemas.microsoft.com/office/drawing/2014/main" xmlns="" id="{029A339E-21A1-41D7-8EEF-1BB6F1C3B0B0}"/>
              </a:ext>
            </a:extLst>
          </p:cNvPr>
          <p:cNvSpPr txBox="1"/>
          <p:nvPr/>
        </p:nvSpPr>
        <p:spPr>
          <a:xfrm>
            <a:off x="646135" y="2166768"/>
            <a:ext cx="5750933" cy="43088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pPr algn="l"/>
            <a:r>
              <a:rPr lang="ko-KR" altLang="en-US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부산은행 </a:t>
            </a:r>
            <a:r>
              <a:rPr lang="ko-KR" altLang="en-US" sz="2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  <a:r>
              <a:rPr lang="ko-KR" altLang="en-US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애플리케이션</a:t>
            </a:r>
          </a:p>
        </p:txBody>
      </p:sp>
      <p:sp>
        <p:nvSpPr>
          <p:cNvPr id="6" name="Google Shape;32;p1">
            <a:extLst>
              <a:ext uri="{FF2B5EF4-FFF2-40B4-BE49-F238E27FC236}">
                <a16:creationId xmlns:a16="http://schemas.microsoft.com/office/drawing/2014/main" xmlns="" id="{648CA881-48B2-44CF-802C-77A8154BE220}"/>
              </a:ext>
            </a:extLst>
          </p:cNvPr>
          <p:cNvSpPr txBox="1"/>
          <p:nvPr/>
        </p:nvSpPr>
        <p:spPr>
          <a:xfrm>
            <a:off x="646135" y="2770910"/>
            <a:ext cx="7342020" cy="67710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>
              <a:defRPr sz="5400" b="1"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pPr algn="l"/>
            <a:r>
              <a:rPr lang="ko-KR" altLang="en-US" sz="4400" spc="-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접근성</a:t>
            </a:r>
            <a:r>
              <a:rPr lang="ko-KR" altLang="en-US" sz="44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진단 보고서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5F57DC9-C93A-4186-A70B-EE25477B45C9}"/>
              </a:ext>
            </a:extLst>
          </p:cNvPr>
          <p:cNvSpPr txBox="1"/>
          <p:nvPr/>
        </p:nvSpPr>
        <p:spPr>
          <a:xfrm>
            <a:off x="646135" y="3978603"/>
            <a:ext cx="3189216" cy="56938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pPr>
              <a:spcAft>
                <a:spcPts val="600"/>
              </a:spcAft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2023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에스앤씨랩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xmlns="" id="{A20E06FD-0F62-437B-8C74-48CDEDB646D7}"/>
              </a:ext>
            </a:extLst>
          </p:cNvPr>
          <p:cNvGrpSpPr/>
          <p:nvPr/>
        </p:nvGrpSpPr>
        <p:grpSpPr>
          <a:xfrm>
            <a:off x="5942298" y="5931401"/>
            <a:ext cx="3336208" cy="307777"/>
            <a:chOff x="5201082" y="6192270"/>
            <a:chExt cx="3336208" cy="307777"/>
          </a:xfrm>
        </p:grpSpPr>
        <p:pic>
          <p:nvPicPr>
            <p:cNvPr id="13" name="Picture 2" descr="C:\Users\sunnext\Desktop\세미폴더\SNCLAB최종로고수정\로고수정.png">
              <a:extLst>
                <a:ext uri="{FF2B5EF4-FFF2-40B4-BE49-F238E27FC236}">
                  <a16:creationId xmlns:a16="http://schemas.microsoft.com/office/drawing/2014/main" xmlns="" id="{43E613D0-E636-4973-A297-956141759F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611257" y="6218452"/>
              <a:ext cx="926033" cy="254837"/>
            </a:xfrm>
            <a:prstGeom prst="rect">
              <a:avLst/>
            </a:prstGeom>
            <a:noFill/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EA67A4BD-564E-449D-9C8B-772C40A104DD}"/>
                </a:ext>
              </a:extLst>
            </p:cNvPr>
            <p:cNvSpPr txBox="1"/>
            <p:nvPr/>
          </p:nvSpPr>
          <p:spPr>
            <a:xfrm>
              <a:off x="5201082" y="6192270"/>
              <a:ext cx="214399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>
                  <a:solidFill>
                    <a:schemeClr val="tx1">
                      <a:alpha val="4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Smart &amp; Creative Thinking </a:t>
              </a:r>
            </a:p>
            <a:p>
              <a:pPr algn="r"/>
              <a:r>
                <a:rPr lang="en-US" altLang="ko-KR" sz="1000" dirty="0">
                  <a:solidFill>
                    <a:schemeClr val="tx1">
                      <a:alpha val="4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User Experience Technology</a:t>
              </a:r>
              <a:endParaRPr lang="ko-KR" altLang="en-US" sz="1000" dirty="0">
                <a:solidFill>
                  <a:schemeClr val="tx1">
                    <a:alpha val="4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xmlns="" id="{9094B408-539A-4526-80E3-E3E149B3AAE6}"/>
                </a:ext>
              </a:extLst>
            </p:cNvPr>
            <p:cNvCxnSpPr/>
            <p:nvPr/>
          </p:nvCxnSpPr>
          <p:spPr>
            <a:xfrm>
              <a:off x="7492138" y="6228552"/>
              <a:ext cx="0" cy="22710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CA964287-0B35-B9F6-99E7-B4A9617B84F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1825" y="1153900"/>
            <a:ext cx="1945175" cy="50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090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2;p1">
            <a:extLst>
              <a:ext uri="{FF2B5EF4-FFF2-40B4-BE49-F238E27FC236}">
                <a16:creationId xmlns:a16="http://schemas.microsoft.com/office/drawing/2014/main" xmlns="" id="{2DE3EE04-BB26-461A-BF55-753FDF343DEF}"/>
              </a:ext>
            </a:extLst>
          </p:cNvPr>
          <p:cNvSpPr txBox="1"/>
          <p:nvPr/>
        </p:nvSpPr>
        <p:spPr>
          <a:xfrm>
            <a:off x="646135" y="661265"/>
            <a:ext cx="8628040" cy="30777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algn="ctr">
              <a:defRPr sz="5400" b="1"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 변경 이력</a:t>
            </a:r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xmlns="" id="{978119AB-B35B-4D30-BA38-8140FAF45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147082"/>
              </p:ext>
            </p:extLst>
          </p:nvPr>
        </p:nvGraphicFramePr>
        <p:xfrm>
          <a:off x="631825" y="1335733"/>
          <a:ext cx="8642352" cy="490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0008">
                  <a:extLst>
                    <a:ext uri="{9D8B030D-6E8A-4147-A177-3AD203B41FA5}">
                      <a16:colId xmlns:a16="http://schemas.microsoft.com/office/drawing/2014/main" xmlns="" val="1098485032"/>
                    </a:ext>
                  </a:extLst>
                </a:gridCol>
                <a:gridCol w="1330008">
                  <a:extLst>
                    <a:ext uri="{9D8B030D-6E8A-4147-A177-3AD203B41FA5}">
                      <a16:colId xmlns:a16="http://schemas.microsoft.com/office/drawing/2014/main" xmlns="" val="2528953290"/>
                    </a:ext>
                  </a:extLst>
                </a:gridCol>
                <a:gridCol w="3362959">
                  <a:extLst>
                    <a:ext uri="{9D8B030D-6E8A-4147-A177-3AD203B41FA5}">
                      <a16:colId xmlns:a16="http://schemas.microsoft.com/office/drawing/2014/main" xmlns="" val="830826969"/>
                    </a:ext>
                  </a:extLst>
                </a:gridCol>
                <a:gridCol w="1623263">
                  <a:extLst>
                    <a:ext uri="{9D8B030D-6E8A-4147-A177-3AD203B41FA5}">
                      <a16:colId xmlns:a16="http://schemas.microsoft.com/office/drawing/2014/main" xmlns="" val="2685032361"/>
                    </a:ext>
                  </a:extLst>
                </a:gridCol>
                <a:gridCol w="996114">
                  <a:extLst>
                    <a:ext uri="{9D8B030D-6E8A-4147-A177-3AD203B41FA5}">
                      <a16:colId xmlns:a16="http://schemas.microsoft.com/office/drawing/2014/main" xmlns="" val="1884465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 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검수자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71967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2023. 10. 30.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진단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고객센터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소비자정보포털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웰스타로보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B,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간편결제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전자증명서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재무설계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김명호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정지윤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김명호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28295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2023. 11. 14.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진단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이행 점검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김명호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37854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31155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52816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83637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4457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39987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56920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3921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7121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09618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9769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6676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7;p4">
            <a:extLst>
              <a:ext uri="{FF2B5EF4-FFF2-40B4-BE49-F238E27FC236}">
                <a16:creationId xmlns:a16="http://schemas.microsoft.com/office/drawing/2014/main" xmlns="" id="{44F0D469-BD89-4FEE-85D3-862CFE6E82FA}"/>
              </a:ext>
            </a:extLst>
          </p:cNvPr>
          <p:cNvSpPr/>
          <p:nvPr/>
        </p:nvSpPr>
        <p:spPr>
          <a:xfrm>
            <a:off x="1382067" y="1090255"/>
            <a:ext cx="587693" cy="5876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altLang="ko-KR" sz="2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Ⅰ</a:t>
            </a:r>
            <a:endParaRPr sz="2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4" name="Google Shape;78;p4">
            <a:extLst>
              <a:ext uri="{FF2B5EF4-FFF2-40B4-BE49-F238E27FC236}">
                <a16:creationId xmlns:a16="http://schemas.microsoft.com/office/drawing/2014/main" xmlns="" id="{FEC4E9F8-9F54-4403-818E-7B2AA489689F}"/>
              </a:ext>
            </a:extLst>
          </p:cNvPr>
          <p:cNvSpPr txBox="1"/>
          <p:nvPr/>
        </p:nvSpPr>
        <p:spPr>
          <a:xfrm>
            <a:off x="2159000" y="1128068"/>
            <a:ext cx="539442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o-KR" altLang="en-US" sz="2800" b="1" dirty="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Arial"/>
              </a:rPr>
              <a:t>개요</a:t>
            </a:r>
            <a:endParaRPr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67B09DC-00E1-488A-95EB-DE5320F5DD89}"/>
              </a:ext>
            </a:extLst>
          </p:cNvPr>
          <p:cNvSpPr txBox="1"/>
          <p:nvPr/>
        </p:nvSpPr>
        <p:spPr>
          <a:xfrm>
            <a:off x="2159001" y="2184851"/>
            <a:ext cx="1663917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진단 개요</a:t>
            </a:r>
            <a:endParaRPr lang="en-US" altLang="ko-KR" sz="20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진단 기준</a:t>
            </a:r>
            <a:endParaRPr lang="en-US" altLang="ko-KR" sz="20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진단 방법</a:t>
            </a:r>
            <a:endParaRPr lang="en-US" altLang="ko-KR" sz="20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endParaRPr lang="en-US" altLang="ko-KR" sz="20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4045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xmlns="" id="{13DA834D-A0F8-47B9-A105-974E6446F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진단 개요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86D2088E-D977-4413-8720-4EC7EB1E04E5}"/>
              </a:ext>
            </a:extLst>
          </p:cNvPr>
          <p:cNvGrpSpPr/>
          <p:nvPr/>
        </p:nvGrpSpPr>
        <p:grpSpPr>
          <a:xfrm>
            <a:off x="429000" y="767824"/>
            <a:ext cx="9059931" cy="1131417"/>
            <a:chOff x="429000" y="1004507"/>
            <a:chExt cx="9059931" cy="1131417"/>
          </a:xfrm>
        </p:grpSpPr>
        <p:sp>
          <p:nvSpPr>
            <p:cNvPr id="6" name="텍스트 개체 틀 16">
              <a:extLst>
                <a:ext uri="{FF2B5EF4-FFF2-40B4-BE49-F238E27FC236}">
                  <a16:creationId xmlns:a16="http://schemas.microsoft.com/office/drawing/2014/main" xmlns="" id="{DEC948E3-FBF5-45EE-B6C5-B3EBDB6CD957}"/>
                </a:ext>
              </a:extLst>
            </p:cNvPr>
            <p:cNvSpPr txBox="1">
              <a:spLocks/>
            </p:cNvSpPr>
            <p:nvPr/>
          </p:nvSpPr>
          <p:spPr>
            <a:xfrm>
              <a:off x="429000" y="1349216"/>
              <a:ext cx="9059931" cy="786708"/>
            </a:xfrm>
            <a:prstGeom prst="rect">
              <a:avLst/>
            </a:prstGeom>
            <a:solidFill>
              <a:srgbClr val="F0F2F5"/>
            </a:solidFill>
            <a:ln>
              <a:noFill/>
            </a:ln>
          </p:spPr>
          <p:txBody>
            <a:bodyPr wrap="square" lIns="252000" tIns="180000" rIns="252000" bIns="180000" anchor="t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100" b="1" kern="1200" spc="-20" baseline="0">
                  <a:solidFill>
                    <a:schemeClr val="tx1">
                      <a:lumMod val="50000"/>
                    </a:schemeClr>
                  </a:solidFill>
                  <a:latin typeface="SpoqaHanSans-Regular" panose="020B0500000000000000" pitchFamily="50" charset="-127"/>
                  <a:ea typeface="SpoqaHanSans-Regular" panose="020B0500000000000000" pitchFamily="50" charset="-127"/>
                  <a:cs typeface="+mn-cs"/>
                </a:defRPr>
              </a:lvl1pPr>
              <a:lvl2pPr marL="3429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부산은행 </a:t>
              </a:r>
              <a:r>
                <a:rPr lang="ko-KR" altLang="en-US" sz="1200" b="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모바일</a:t>
              </a:r>
              <a:r>
                <a:rPr lang="ko-KR" altLang="en-US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애플리케이션</a:t>
              </a:r>
              <a:endPara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spcAft>
                  <a:spcPts val="600"/>
                </a:spcAft>
              </a:pPr>
              <a:r>
                <a:rPr lang="en-US" altLang="ko-KR" sz="105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 </a:t>
              </a:r>
              <a:r>
                <a:rPr lang="ko-KR" altLang="en-US" sz="105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본 진단은 </a:t>
              </a:r>
              <a:r>
                <a:rPr lang="ko-KR" altLang="en-US" sz="105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개발계</a:t>
              </a:r>
              <a:r>
                <a:rPr lang="ko-KR" altLang="en-US" sz="105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애플리케이션으로 진행했습니다</a:t>
              </a:r>
              <a:r>
                <a:rPr lang="en-US" altLang="ko-KR" sz="105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xmlns="" id="{9715D6B3-AA0C-4681-97DB-742E3B978D2D}"/>
                </a:ext>
              </a:extLst>
            </p:cNvPr>
            <p:cNvGrpSpPr/>
            <p:nvPr/>
          </p:nvGrpSpPr>
          <p:grpSpPr>
            <a:xfrm>
              <a:off x="435868" y="1004507"/>
              <a:ext cx="9052687" cy="288000"/>
              <a:chOff x="430127" y="2729103"/>
              <a:chExt cx="9052687" cy="288000"/>
            </a:xfrm>
          </p:grpSpPr>
          <p:sp>
            <p:nvSpPr>
              <p:cNvPr id="13" name="텍스트 개체 틀 16">
                <a:extLst>
                  <a:ext uri="{FF2B5EF4-FFF2-40B4-BE49-F238E27FC236}">
                    <a16:creationId xmlns:a16="http://schemas.microsoft.com/office/drawing/2014/main" xmlns="" id="{5B18CB72-C004-4346-9B0D-5FDA942AA9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2814" y="2729103"/>
                <a:ext cx="8820000" cy="288000"/>
              </a:xfrm>
              <a:prstGeom prst="rect">
                <a:avLst/>
              </a:prstGeom>
            </p:spPr>
            <p:txBody>
              <a:bodyPr wrap="square" lIns="0" tIns="36000" rIns="0" bIns="36000" anchor="ctr">
                <a:sp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100" b="1" kern="1200" spc="-20" baseline="0">
                    <a:solidFill>
                      <a:schemeClr val="tx1">
                        <a:lumMod val="50000"/>
                      </a:schemeClr>
                    </a:solidFill>
                    <a:latin typeface="SpoqaHanSans-Regular" panose="020B0500000000000000" pitchFamily="50" charset="-127"/>
                    <a:ea typeface="SpoqaHanSans-Regular" panose="020B0500000000000000" pitchFamily="50" charset="-127"/>
                    <a:cs typeface="+mn-cs"/>
                  </a:defRPr>
                </a:lvl1pPr>
                <a:lvl2pPr marL="3429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진단 대상</a:t>
                </a:r>
              </a:p>
            </p:txBody>
          </p:sp>
          <p:sp>
            <p:nvSpPr>
              <p:cNvPr id="14" name="원형: 비어 있음 13">
                <a:extLst>
                  <a:ext uri="{FF2B5EF4-FFF2-40B4-BE49-F238E27FC236}">
                    <a16:creationId xmlns:a16="http://schemas.microsoft.com/office/drawing/2014/main" xmlns="" id="{AC0EA6BA-269A-4339-8AB9-56B4F237673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127" y="2793903"/>
                <a:ext cx="158400" cy="158400"/>
              </a:xfrm>
              <a:prstGeom prst="donut">
                <a:avLst>
                  <a:gd name="adj" fmla="val 26569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xmlns="" id="{661359AE-04CA-4C4E-93FB-04C024F975AB}"/>
              </a:ext>
            </a:extLst>
          </p:cNvPr>
          <p:cNvGrpSpPr/>
          <p:nvPr/>
        </p:nvGrpSpPr>
        <p:grpSpPr>
          <a:xfrm>
            <a:off x="415925" y="2303700"/>
            <a:ext cx="9059931" cy="1154501"/>
            <a:chOff x="429000" y="1004507"/>
            <a:chExt cx="9059931" cy="1154501"/>
          </a:xfrm>
        </p:grpSpPr>
        <p:sp>
          <p:nvSpPr>
            <p:cNvPr id="19" name="텍스트 개체 틀 16">
              <a:extLst>
                <a:ext uri="{FF2B5EF4-FFF2-40B4-BE49-F238E27FC236}">
                  <a16:creationId xmlns:a16="http://schemas.microsoft.com/office/drawing/2014/main" xmlns="" id="{49EB61F0-5091-4064-AF83-C21077B61AEB}"/>
                </a:ext>
              </a:extLst>
            </p:cNvPr>
            <p:cNvSpPr txBox="1">
              <a:spLocks/>
            </p:cNvSpPr>
            <p:nvPr/>
          </p:nvSpPr>
          <p:spPr>
            <a:xfrm>
              <a:off x="429000" y="1349216"/>
              <a:ext cx="9059931" cy="809792"/>
            </a:xfrm>
            <a:prstGeom prst="rect">
              <a:avLst/>
            </a:prstGeom>
            <a:solidFill>
              <a:srgbClr val="F0F2F5"/>
            </a:solidFill>
            <a:ln>
              <a:noFill/>
            </a:ln>
          </p:spPr>
          <p:txBody>
            <a:bodyPr wrap="square" lIns="252000" tIns="180000" rIns="252000" bIns="180000" anchor="t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100" b="1" kern="1200" spc="-20" baseline="0">
                  <a:solidFill>
                    <a:schemeClr val="tx1">
                      <a:lumMod val="50000"/>
                    </a:schemeClr>
                  </a:solidFill>
                  <a:latin typeface="SpoqaHanSans-Regular" panose="020B0500000000000000" pitchFamily="50" charset="-127"/>
                  <a:ea typeface="SpoqaHanSans-Regular" panose="020B0500000000000000" pitchFamily="50" charset="-127"/>
                  <a:cs typeface="+mn-cs"/>
                </a:defRPr>
              </a:lvl1pPr>
              <a:lvl2pPr marL="3429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2023</a:t>
              </a:r>
              <a:r>
                <a:rPr lang="ko-KR" altLang="en-US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년 </a:t>
              </a:r>
              <a:r>
                <a:rPr lang="en-US" altLang="ko-KR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10</a:t>
              </a:r>
              <a:r>
                <a:rPr lang="ko-KR" altLang="en-US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월 </a:t>
              </a:r>
              <a:r>
                <a:rPr lang="en-US" altLang="ko-KR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30</a:t>
              </a:r>
              <a:r>
                <a:rPr lang="ko-KR" altLang="en-US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 </a:t>
              </a:r>
              <a:r>
                <a:rPr lang="en-US" altLang="ko-KR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~ 2023</a:t>
              </a:r>
              <a:r>
                <a:rPr lang="ko-KR" altLang="en-US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년 </a:t>
              </a:r>
              <a:r>
                <a:rPr lang="en-US" altLang="ko-KR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11</a:t>
              </a:r>
              <a:r>
                <a:rPr lang="ko-KR" altLang="en-US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월 </a:t>
              </a:r>
              <a:r>
                <a:rPr lang="en-US" altLang="ko-KR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r>
                <a:rPr lang="ko-KR" altLang="en-US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</a:t>
              </a:r>
              <a:endPara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2023</a:t>
              </a:r>
              <a:r>
                <a:rPr lang="ko-KR" altLang="en-US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년 </a:t>
              </a:r>
              <a:r>
                <a:rPr lang="en-US" altLang="ko-KR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11</a:t>
              </a:r>
              <a:r>
                <a:rPr lang="ko-KR" altLang="en-US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월 </a:t>
              </a:r>
              <a:r>
                <a:rPr lang="en-US" altLang="ko-KR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13</a:t>
              </a:r>
              <a:r>
                <a:rPr lang="ko-KR" altLang="en-US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 </a:t>
              </a:r>
              <a:r>
                <a:rPr lang="en-US" altLang="ko-KR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~ 2023</a:t>
              </a:r>
              <a:r>
                <a:rPr lang="ko-KR" altLang="en-US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년 </a:t>
              </a:r>
              <a:r>
                <a:rPr lang="en-US" altLang="ko-KR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11</a:t>
              </a:r>
              <a:r>
                <a:rPr lang="ko-KR" altLang="en-US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월 </a:t>
              </a:r>
              <a:r>
                <a:rPr lang="en-US" altLang="ko-KR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14</a:t>
              </a:r>
              <a:r>
                <a:rPr lang="ko-KR" altLang="en-US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</a:t>
              </a:r>
              <a:endPara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xmlns="" id="{ED16BE54-C13A-4A10-A2E9-486F6FC8BCAE}"/>
                </a:ext>
              </a:extLst>
            </p:cNvPr>
            <p:cNvGrpSpPr/>
            <p:nvPr/>
          </p:nvGrpSpPr>
          <p:grpSpPr>
            <a:xfrm>
              <a:off x="435868" y="1004507"/>
              <a:ext cx="9052687" cy="288000"/>
              <a:chOff x="430127" y="2729103"/>
              <a:chExt cx="9052687" cy="288000"/>
            </a:xfrm>
          </p:grpSpPr>
          <p:sp>
            <p:nvSpPr>
              <p:cNvPr id="21" name="텍스트 개체 틀 16">
                <a:extLst>
                  <a:ext uri="{FF2B5EF4-FFF2-40B4-BE49-F238E27FC236}">
                    <a16:creationId xmlns:a16="http://schemas.microsoft.com/office/drawing/2014/main" xmlns="" id="{8C9C35D8-FBEE-481B-A172-4FCE7A15DD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2814" y="2729103"/>
                <a:ext cx="8820000" cy="288000"/>
              </a:xfrm>
              <a:prstGeom prst="rect">
                <a:avLst/>
              </a:prstGeom>
            </p:spPr>
            <p:txBody>
              <a:bodyPr wrap="square" lIns="0" tIns="36000" rIns="0" bIns="36000" anchor="ctr">
                <a:sp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100" b="1" kern="1200" spc="-20" baseline="0">
                    <a:solidFill>
                      <a:schemeClr val="tx1">
                        <a:lumMod val="50000"/>
                      </a:schemeClr>
                    </a:solidFill>
                    <a:latin typeface="SpoqaHanSans-Regular" panose="020B0500000000000000" pitchFamily="50" charset="-127"/>
                    <a:ea typeface="SpoqaHanSans-Regular" panose="020B0500000000000000" pitchFamily="50" charset="-127"/>
                    <a:cs typeface="+mn-cs"/>
                  </a:defRPr>
                </a:lvl1pPr>
                <a:lvl2pPr marL="3429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진단 기간</a:t>
                </a:r>
              </a:p>
            </p:txBody>
          </p:sp>
          <p:sp>
            <p:nvSpPr>
              <p:cNvPr id="22" name="원형: 비어 있음 21">
                <a:extLst>
                  <a:ext uri="{FF2B5EF4-FFF2-40B4-BE49-F238E27FC236}">
                    <a16:creationId xmlns:a16="http://schemas.microsoft.com/office/drawing/2014/main" xmlns="" id="{13AA968E-CA76-4F60-BED5-04507F761D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127" y="2793903"/>
                <a:ext cx="158400" cy="158400"/>
              </a:xfrm>
              <a:prstGeom prst="donut">
                <a:avLst>
                  <a:gd name="adj" fmla="val 26569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6062F352-6EAB-4B10-AEEA-76730ECB3316}"/>
              </a:ext>
            </a:extLst>
          </p:cNvPr>
          <p:cNvGrpSpPr/>
          <p:nvPr/>
        </p:nvGrpSpPr>
        <p:grpSpPr>
          <a:xfrm>
            <a:off x="423034" y="3860582"/>
            <a:ext cx="9059931" cy="1523833"/>
            <a:chOff x="429000" y="1004507"/>
            <a:chExt cx="9059931" cy="1523833"/>
          </a:xfrm>
        </p:grpSpPr>
        <p:sp>
          <p:nvSpPr>
            <p:cNvPr id="24" name="텍스트 개체 틀 16">
              <a:extLst>
                <a:ext uri="{FF2B5EF4-FFF2-40B4-BE49-F238E27FC236}">
                  <a16:creationId xmlns:a16="http://schemas.microsoft.com/office/drawing/2014/main" xmlns="" id="{9B295392-FB91-4594-8D67-2C3EFB13B1D7}"/>
                </a:ext>
              </a:extLst>
            </p:cNvPr>
            <p:cNvSpPr txBox="1">
              <a:spLocks/>
            </p:cNvSpPr>
            <p:nvPr/>
          </p:nvSpPr>
          <p:spPr>
            <a:xfrm>
              <a:off x="429000" y="1349216"/>
              <a:ext cx="9059931" cy="1179124"/>
            </a:xfrm>
            <a:prstGeom prst="rect">
              <a:avLst/>
            </a:prstGeom>
            <a:solidFill>
              <a:srgbClr val="F0F2F5"/>
            </a:solidFill>
            <a:ln>
              <a:noFill/>
            </a:ln>
          </p:spPr>
          <p:txBody>
            <a:bodyPr wrap="square" lIns="252000" tIns="180000" rIns="252000" bIns="180000" anchor="t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100" b="1" kern="1200" spc="-20" baseline="0">
                  <a:solidFill>
                    <a:schemeClr val="tx1">
                      <a:lumMod val="50000"/>
                    </a:schemeClr>
                  </a:solidFill>
                  <a:latin typeface="SpoqaHanSans-Regular" panose="020B0500000000000000" pitchFamily="50" charset="-127"/>
                  <a:ea typeface="SpoqaHanSans-Regular" panose="020B0500000000000000" pitchFamily="50" charset="-127"/>
                  <a:cs typeface="+mn-cs"/>
                </a:defRPr>
              </a:lvl1pPr>
              <a:lvl2pPr marL="3429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운영체제</a:t>
              </a:r>
              <a:r>
                <a:rPr lang="en-US" altLang="ko-KR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(OS)</a:t>
              </a:r>
              <a:br>
                <a:rPr lang="en-US" altLang="ko-KR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en-US" altLang="ko-KR" sz="1200" b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Android, iOS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b="0" spc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스크린 리더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/>
              </a:r>
              <a:b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</a:br>
              <a:r>
                <a:rPr lang="en-US" altLang="ko-KR" sz="1200" b="0" spc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Android: </a:t>
              </a:r>
              <a:r>
                <a:rPr lang="en-US" altLang="ko-KR" sz="1200" b="0" spc="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TalkBack</a:t>
              </a:r>
              <a:r>
                <a:rPr lang="en-US" altLang="ko-KR" sz="1200" b="0" spc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iOS: </a:t>
              </a:r>
              <a:r>
                <a:rPr lang="en-US" altLang="ko-KR" sz="1200" b="0" spc="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VoiceOver</a:t>
              </a:r>
              <a:endParaRPr lang="en-US" altLang="ko-KR" sz="1050" b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xmlns="" id="{DCEC2FF1-5C6A-486D-87B8-B6B0E53A7055}"/>
                </a:ext>
              </a:extLst>
            </p:cNvPr>
            <p:cNvGrpSpPr/>
            <p:nvPr/>
          </p:nvGrpSpPr>
          <p:grpSpPr>
            <a:xfrm>
              <a:off x="435868" y="1004507"/>
              <a:ext cx="9052687" cy="288000"/>
              <a:chOff x="430127" y="2729103"/>
              <a:chExt cx="9052687" cy="288000"/>
            </a:xfrm>
          </p:grpSpPr>
          <p:sp>
            <p:nvSpPr>
              <p:cNvPr id="26" name="텍스트 개체 틀 16">
                <a:extLst>
                  <a:ext uri="{FF2B5EF4-FFF2-40B4-BE49-F238E27FC236}">
                    <a16:creationId xmlns:a16="http://schemas.microsoft.com/office/drawing/2014/main" xmlns="" id="{EBE7DC4B-23FC-4141-93C3-54F2866DB6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2814" y="2729103"/>
                <a:ext cx="8820000" cy="288000"/>
              </a:xfrm>
              <a:prstGeom prst="rect">
                <a:avLst/>
              </a:prstGeom>
            </p:spPr>
            <p:txBody>
              <a:bodyPr wrap="square" lIns="0" tIns="36000" rIns="0" bIns="36000" anchor="ctr">
                <a:sp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100" b="1" kern="1200" spc="-20" baseline="0">
                    <a:solidFill>
                      <a:schemeClr val="tx1">
                        <a:lumMod val="50000"/>
                      </a:schemeClr>
                    </a:solidFill>
                    <a:latin typeface="SpoqaHanSans-Regular" panose="020B0500000000000000" pitchFamily="50" charset="-127"/>
                    <a:ea typeface="SpoqaHanSans-Regular" panose="020B0500000000000000" pitchFamily="50" charset="-127"/>
                    <a:cs typeface="+mn-cs"/>
                  </a:defRPr>
                </a:lvl1pPr>
                <a:lvl2pPr marL="3429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진단 환경</a:t>
                </a:r>
              </a:p>
            </p:txBody>
          </p:sp>
          <p:sp>
            <p:nvSpPr>
              <p:cNvPr id="27" name="원형: 비어 있음 26">
                <a:extLst>
                  <a:ext uri="{FF2B5EF4-FFF2-40B4-BE49-F238E27FC236}">
                    <a16:creationId xmlns:a16="http://schemas.microsoft.com/office/drawing/2014/main" xmlns="" id="{CEE06776-D92C-4015-B4CB-D55B300F2C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127" y="2793903"/>
                <a:ext cx="158400" cy="158400"/>
              </a:xfrm>
              <a:prstGeom prst="donut">
                <a:avLst>
                  <a:gd name="adj" fmla="val 26569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87266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xmlns="" id="{13DA834D-A0F8-47B9-A105-974E6446F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기준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xmlns="" id="{7320FCB6-2DA6-416B-92CD-0337B54B7C51}"/>
              </a:ext>
            </a:extLst>
          </p:cNvPr>
          <p:cNvGraphicFramePr>
            <a:graphicFrameLocks noGrp="1"/>
          </p:cNvGraphicFramePr>
          <p:nvPr/>
        </p:nvGraphicFramePr>
        <p:xfrm>
          <a:off x="429001" y="1455885"/>
          <a:ext cx="9059931" cy="5836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2904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7105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5983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6042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원칙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지침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(18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(37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33509">
                <a:tc rowSpan="11"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인식의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0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용이성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0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(Perceivable)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strike="noStrike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1.1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5128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(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자막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수화 등의 제공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영상이나 음성 콘텐츠에는 동등한 내용의 자막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원고 또는 수화가 제공되어야 한다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lang="ko-KR" altLang="en-US" sz="900" b="0" strike="noStrike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2.1.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영상이나 음성 콘텐츠 내 제공되는 모든 음성정보는 동등한 내용의 자막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원고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수화 중 적어도 하나 이상을 제공해야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335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2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2.2. </a:t>
                      </a:r>
                      <a:r>
                        <a:rPr lang="ko-KR" altLang="en-US" sz="900" b="0" spc="-12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영상이나 음성 콘텐츠에서 화면에 문자정보가 의미를 가지고 있는 경우 이를 설명하는 별도의 음성 콘텐츠나 원고를 제공해야 한다</a:t>
                      </a:r>
                      <a:r>
                        <a:rPr lang="en-US" altLang="ko-KR" sz="900" b="0" spc="-12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spc="-12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335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2.3.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자막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원고 또는 수화는 재생되고 있는 영상이나 음성 콘텐츠와 동기화하여 제공한다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실시간으로 제공되는 영상이나 음성 콘텐츠의 경우는 실시간 자막 또는 수화로 제공할 수 있다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51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2.4.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음성이나 문자정보 없이 제공되는 영상이나 음성 콘텐츠는 이를 설명하는 화면해설을 제공하는 것이 바람직하다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3350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(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색에 무관한 인식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정보는 색에 관계없이 인식될 수 있어야 한다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strike="noStrike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콘텐츠에서 제공하는 모든 정보는 특정한 색을 구별할 수 없는 사용자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흑백 디스플레이 사용자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흑백 인쇄물을 보는 사용자 및 고대비 모드 사용자가 인식할 수 있도록 제공해야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573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(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명도 대비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사용자 인터페이스 컴포넌트와 텍스트는 전경색과 배경색이 구분될 수 있도록 제공되어야 한다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strike="noStrike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4.1.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사용자 인터페이스 컴포넌트와 텍스트는 전경색과 배경색이 구분될 수 있도록 명도 대비를 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3:1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이상으로 제공해야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1573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(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명확한 지시사항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지시사항은 모양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크기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방향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색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소리 등에 관계없이 인식될 수 있어야 한다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strike="noStrike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5.1.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특정 사용자 인터페이스 컴포넌트를 가리키거나 지시사항을 전달하는 경우 가리키고자 하는 사용자 인터페이스 컴포넌트의 실제 명칭이나 그 사용자 인터페이스 컴포넌트가 포함하고 있는 대체 텍스트를 사용해 지칭하거나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하나의 감각에 의존하지 않고 여러 감각을 이용하는 정보를 함께 제공해야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5128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5.2.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음성이나 음향을 사용해 지시사항을 전달하는 경우 사용자가 소리를 들을 수 없더라도 지시사항을 인식할 수 있어야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5128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 (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알림 기능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알림 정보는 화면 표시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소리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진동 등 다양한 방법으로 제공되어야 한다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lang="ko-KR" altLang="en-US" sz="900" b="0" strike="noStrike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6.1.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중요한 알림 정보는 시각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청각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촉각 등 다양한 감각으로 인식될 수 있어야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5128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6.2.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알림정보는 사용자가 자신에게 적합한 방법을 선택할 수 있도록 제공하는 것이 바람직하다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6042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운용의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용이성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(Operable)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just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7.1.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47896373"/>
                  </a:ext>
                </a:extLst>
              </a:tr>
              <a:tr h="160420"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7.2.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화면에서 보이지 않거나 논리적으로 의미를 갖지 않는 사용자 인터페이스 컴포넌트로 이동하지 않도록 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68306728"/>
                  </a:ext>
                </a:extLst>
              </a:tr>
              <a:tr h="160420"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7.3.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표시되는 초점의 영역은 콘텐츠의 위치와 크기가 맞도록 제공해야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5696325"/>
                  </a:ext>
                </a:extLst>
              </a:tr>
              <a:tr h="233509"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 (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누르기 동작 지원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터치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(touch)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모바일 기기의 모든 컨트롤은 누르기 동작으로 제어할 수 있어야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8.1.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두 개 이상의 손가락을 동시에 이용해야 하는 다중 누르기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(Multi-touch)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동작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팬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(Pan),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끌기와 놓기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(Drag and drop)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등의 복잡한 누르기 동작은 단순한 누르기 동작을 함께 제공해야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417864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FE20F56-C11E-4BEC-8244-ED762E5226AB}"/>
              </a:ext>
            </a:extLst>
          </p:cNvPr>
          <p:cNvSpPr txBox="1"/>
          <p:nvPr/>
        </p:nvSpPr>
        <p:spPr>
          <a:xfrm>
            <a:off x="423307" y="807388"/>
            <a:ext cx="7955922" cy="3955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2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모바일 애플리케이션 콘텐츠 지침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2.0(Mobile Application Content Accessibility Guidelines 2.0) 37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 검사항목과 검사항목 준수 여부를 판단하기 위한 웹 접근성 인증심사 표준 지침을 기준으로 진단 수행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1663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xmlns="" id="{13DA834D-A0F8-47B9-A105-974E6446F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기준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xmlns="" id="{7320FCB6-2DA6-416B-92CD-0337B54B7C51}"/>
              </a:ext>
            </a:extLst>
          </p:cNvPr>
          <p:cNvGraphicFramePr>
            <a:graphicFrameLocks noGrp="1"/>
          </p:cNvGraphicFramePr>
          <p:nvPr/>
        </p:nvGraphicFramePr>
        <p:xfrm>
          <a:off x="429001" y="800101"/>
          <a:ext cx="9059931" cy="62194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2904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7105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5983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282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원칙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지침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(18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(37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120">
                <a:tc rowSpan="5">
                  <a:txBody>
                    <a:bodyPr/>
                    <a:lstStyle/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운용의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용이성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(Operable)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 (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응답시간 조절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 제한이 있는 콘텐츠는 응답시간을 조절할 수 있어야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9.1.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시간제한이 있는 경우에는 제한시간 연장 또는 이를 제어할 수 있는 수단을 함께 제공해야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22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9.2.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불가피한 사유로 항의 기능을 제공할 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 없는 경우에는 사용자에게 시간제한이 있다는 것을 미리 알려주고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종료되었을 경우에도 이를 알려주어야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2245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 (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정지기능 제공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자동으로 변경되는 콘텐츠는 움직임을 제어할 수 있어야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10.1.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자동으로 변경되는 콘텐츠에는 앞으로 이동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뒤로 이동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 정지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정지와 같이 이를 제어할 수 있는 수단을 제공해야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1441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 (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컨트롤의 크기와 간격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컨트롤은 충분한 크기와 간격으로 제공되어야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11.1.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컨트롤 간에 외곽선을 표시하지 않는 경우 컨트롤 간의 중심간 간격을 충분히 제공해야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1441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11.2.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모바일 기기의 화면크기에 관계없이 컨트롤의 가로와 세로 크기는 각각 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9mm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이상으로 제공하는 것이 바람직하다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130551">
                <a:tc rowSpan="12">
                  <a:txBody>
                    <a:bodyPr/>
                    <a:lstStyle/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이해의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용이성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(Understand-able)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 (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도움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입력서식 이용 시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오류를 방지하거나 정정할 수 있는 방법을 제공해야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12.1.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입력서식에는 용도와 목적을 알 수 있는 대체정보를 제공해야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27251165"/>
                  </a:ext>
                </a:extLst>
              </a:tr>
              <a:tr h="13055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12.2.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별도의 입력 방식이 있는 입력서식에는 입력오류를 방지하기 위하여 입력내용에 대한 설명정보를 제공해야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92398560"/>
                  </a:ext>
                </a:extLst>
              </a:tr>
              <a:tr h="2088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12.3.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사용자 입력 값에 오류가 있는 경우 오류 내용을 이해하고 이를 정정할 수 있도록 해당 오류 내용을 알릴 수 있는 방법을 제공해야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52827086"/>
                  </a:ext>
                </a:extLst>
              </a:tr>
              <a:tr h="13055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12.4.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입력서식의 오류 내용을 수정하기 용이하도록 오류가 발생된 지점으로 초점을 이동시키는 것이 바람직하다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21690161"/>
                  </a:ext>
                </a:extLst>
              </a:tr>
              <a:tr h="13055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 (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인터페이스의 일관성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인터페이스 컴포넌트들은 일관성 있게 배치되어야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13.1.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화면에 표시되는 콘텐츠들의 배치는 일관성 있게 제공되어야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22796876"/>
                  </a:ext>
                </a:extLst>
              </a:tr>
              <a:tr h="13055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13.2.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애플리케이션 내의 유사한 기능을 가지고 있는 컨트롤은 동일하게 제공되어야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99520328"/>
                  </a:ext>
                </a:extLst>
              </a:tr>
              <a:tr h="13055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 (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깜박거림의 사용 제한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깜빡이거나 번쩍이는 콘텐츠를 제공하지 않아야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14.1.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화면상에서 깜빡임의 효과를 제공해야 하는 콘텐츠는 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3~50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회의 주기는 피해서 제공하는 것이 바람직하다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7605634"/>
                  </a:ext>
                </a:extLst>
              </a:tr>
              <a:tr h="13055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14.2.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불가피하게 사용할 경우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깜빡임을 제공하는 콘텐츠는 사전에 알리고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회피할 수 있는 방법을 제공해야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10525604"/>
                  </a:ext>
                </a:extLst>
              </a:tr>
              <a:tr h="13055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15. (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자동재생 금지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자동으로 재생되는 배경음을 사용하지 않아야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15.1.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자동으로 재생되는 배경음은 제공하지 않아야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단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3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초 미만의 배경음은 예외로 인정한다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9273315"/>
                  </a:ext>
                </a:extLst>
              </a:tr>
              <a:tr h="13055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15.2.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배경음을 사용할 경우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사용자가 손쉽게 멈춤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일시정지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음량조절 등과 같이 이를 제어할 수 있는 수단을 제공해야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81504595"/>
                  </a:ext>
                </a:extLst>
              </a:tr>
              <a:tr h="1305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2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 (</a:t>
                      </a:r>
                      <a:r>
                        <a:rPr lang="ko-KR" altLang="en-US" sz="900" b="0" spc="-12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예측가능성</a:t>
                      </a:r>
                      <a:r>
                        <a:rPr lang="en-US" altLang="ko-KR" sz="900" b="0" spc="-12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spc="-12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의도하지 않은 화면 전환이나 이벤트 등이 실행되는 경우 사용자가 이해할 수 있는 방법으로 제공되어야 한다</a:t>
                      </a:r>
                      <a:r>
                        <a:rPr lang="en-US" altLang="ko-KR" sz="900" b="0" spc="-12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lang="ko-KR" altLang="en-US" sz="900" b="0" spc="-12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16.1.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화면이 전환되거나 팝업과 같은 이벤트가 실행되는 경우 이를 예측할 수 있는 방법을 제공해야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80183167"/>
                  </a:ext>
                </a:extLst>
              </a:tr>
              <a:tr h="13266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16.2.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다른 애플리케이션으로 연결 및 전환되는 경우 이를 예측할 수 있는 방법을 제공해야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2620038"/>
                  </a:ext>
                </a:extLst>
              </a:tr>
              <a:tr h="132668">
                <a:tc rowSpan="5">
                  <a:txBody>
                    <a:bodyPr/>
                    <a:lstStyle/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견고성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(Robust)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17. (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폰트 관련 기능의 활용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콘텐츠는 운영체제에서 제공하는 폰트 관련 기능을 활용할 수 있는 방법을 제공해야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17.1.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텍스트 콘텐츠는 폰트 크기의 조절이 가능하도록 제공되어야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56908389"/>
                  </a:ext>
                </a:extLst>
              </a:tr>
              <a:tr h="1326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17.2.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폰트 관련 기능을 활용할 수 있도록 범용폰트를 활용하는 것이 바람직하다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33100832"/>
                  </a:ext>
                </a:extLst>
              </a:tr>
              <a:tr h="1326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 (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보조기술과의 호환성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인터페이스 컴포넌트는 보조 기술을 이용하여 사용할 수 있도록 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18.1.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운영체제에서 제공하는 기본 사용자 인터페이스 컴포넌트를 최대한 이용하는 것이 바람직하다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83926024"/>
                  </a:ext>
                </a:extLst>
              </a:tr>
              <a:tr h="2088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18.2.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부득이하게 기본 사용자 인터페이스 컴포넌트를 사용할 수 없을 시에는 운영체제에서 제공하는 보조 기술을 사용할 수 있도록 해야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16879697"/>
                  </a:ext>
                </a:extLst>
              </a:tr>
              <a:tr h="2088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18.3.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기본 컴포넌트를 원래의 기능과 다른 기능으로 제공할 경우 사용자가 컨트롤의 기능을 이해할 수 있도록 그 기능에 대한 정보를 제공해야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81187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407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xmlns="" id="{96E36EB2-DB61-4425-8FA0-98537E3AD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진단 방법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5EDB2B2-0731-4254-88AA-0F48F509B9E1}"/>
              </a:ext>
            </a:extLst>
          </p:cNvPr>
          <p:cNvSpPr txBox="1"/>
          <p:nvPr/>
        </p:nvSpPr>
        <p:spPr>
          <a:xfrm>
            <a:off x="423307" y="815700"/>
            <a:ext cx="7955922" cy="3955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2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웹 접근성 진단은 접근성 전문가와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전맹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시각 장애인 사용자가 국가 표준 웹 접근성 품질 인증 심사와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동일한 기준과 방법으로 진단 수행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1CD4E8BC-082C-43C3-A96F-B4F902938671}"/>
              </a:ext>
            </a:extLst>
          </p:cNvPr>
          <p:cNvSpPr/>
          <p:nvPr/>
        </p:nvSpPr>
        <p:spPr>
          <a:xfrm>
            <a:off x="3220426" y="2035750"/>
            <a:ext cx="1920684" cy="544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진단</a:t>
            </a: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xmlns="" id="{2AD1E820-C86B-4A58-B0D0-D9ABF5A64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996364" y="1455020"/>
            <a:ext cx="368808" cy="368808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7EEA93CC-9A4E-4C27-A2CC-9258829A137C}"/>
              </a:ext>
            </a:extLst>
          </p:cNvPr>
          <p:cNvSpPr/>
          <p:nvPr/>
        </p:nvSpPr>
        <p:spPr>
          <a:xfrm>
            <a:off x="6676249" y="2035750"/>
            <a:ext cx="1920684" cy="544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장애인 사용자 진단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xmlns="" id="{DA0014FD-A317-400E-90D9-F8A729B976E2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>
            <a:off x="4180768" y="1823828"/>
            <a:ext cx="0" cy="21192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래픽 14">
            <a:extLst>
              <a:ext uri="{FF2B5EF4-FFF2-40B4-BE49-F238E27FC236}">
                <a16:creationId xmlns:a16="http://schemas.microsoft.com/office/drawing/2014/main" xmlns="" id="{7A1F47D9-7E20-4E04-BBC1-56FF7F5EA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452187" y="1457820"/>
            <a:ext cx="368808" cy="368808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xmlns="" id="{CD4A0C47-AC61-4376-8490-0D775FF98A2E}"/>
              </a:ext>
            </a:extLst>
          </p:cNvPr>
          <p:cNvCxnSpPr>
            <a:cxnSpLocks/>
            <a:stCxn id="15" idx="2"/>
            <a:endCxn id="13" idx="0"/>
          </p:cNvCxnSpPr>
          <p:nvPr/>
        </p:nvCxnSpPr>
        <p:spPr>
          <a:xfrm>
            <a:off x="7636591" y="1826628"/>
            <a:ext cx="0" cy="20912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표 24">
            <a:extLst>
              <a:ext uri="{FF2B5EF4-FFF2-40B4-BE49-F238E27FC236}">
                <a16:creationId xmlns:a16="http://schemas.microsoft.com/office/drawing/2014/main" xmlns="" id="{8DE66E96-4099-460C-8F6D-3CED5C7D56FE}"/>
              </a:ext>
            </a:extLst>
          </p:cNvPr>
          <p:cNvGraphicFramePr>
            <a:graphicFrameLocks noGrp="1"/>
          </p:cNvGraphicFramePr>
          <p:nvPr/>
        </p:nvGraphicFramePr>
        <p:xfrm>
          <a:off x="631825" y="2788035"/>
          <a:ext cx="8642350" cy="31131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3680">
                  <a:extLst>
                    <a:ext uri="{9D8B030D-6E8A-4147-A177-3AD203B41FA5}">
                      <a16:colId xmlns:a16="http://schemas.microsoft.com/office/drawing/2014/main" xmlns="" val="3213519000"/>
                    </a:ext>
                  </a:extLst>
                </a:gridCol>
                <a:gridCol w="3394335">
                  <a:extLst>
                    <a:ext uri="{9D8B030D-6E8A-4147-A177-3AD203B41FA5}">
                      <a16:colId xmlns:a16="http://schemas.microsoft.com/office/drawing/2014/main" xmlns="" val="3136034544"/>
                    </a:ext>
                  </a:extLst>
                </a:gridCol>
                <a:gridCol w="3394335">
                  <a:extLst>
                    <a:ext uri="{9D8B030D-6E8A-4147-A177-3AD203B41FA5}">
                      <a16:colId xmlns:a16="http://schemas.microsoft.com/office/drawing/2014/main" xmlns="" val="3779783522"/>
                    </a:ext>
                  </a:extLst>
                </a:gridCol>
              </a:tblGrid>
              <a:tr h="852813"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진단 내용</a:t>
                      </a:r>
                    </a:p>
                  </a:txBody>
                  <a:tcPr marT="216000" marB="216000"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진단 기준의 정성적 평가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 사항 적용 여부 점검</a:t>
                      </a:r>
                    </a:p>
                  </a:txBody>
                  <a:tcPr marL="432000" marR="432000" marT="216000" marB="216000"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전맹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시각 장애인 사용자의 주요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과업별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성공여부 진단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과업 성공률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여부 점검</a:t>
                      </a:r>
                    </a:p>
                  </a:txBody>
                  <a:tcPr marL="432000" marR="432000" marT="216000" marB="216000"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8141572"/>
                  </a:ext>
                </a:extLst>
              </a:tr>
              <a:tr h="852813"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진단 기준</a:t>
                      </a:r>
                    </a:p>
                  </a:txBody>
                  <a:tcPr marT="216000" marB="216000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MACAG2.0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지표를 소스수준에서 평가</a:t>
                      </a:r>
                    </a:p>
                  </a:txBody>
                  <a:tcPr marL="432000" marR="432000" marT="216000" marB="216000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사이트별 주요 과업에 대해 성공 여부 평가</a:t>
                      </a:r>
                    </a:p>
                  </a:txBody>
                  <a:tcPr marL="432000" marR="432000" marT="216000" marB="216000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4534685"/>
                  </a:ext>
                </a:extLst>
              </a:tr>
              <a:tr h="610346"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활용 도구</a:t>
                      </a:r>
                    </a:p>
                  </a:txBody>
                  <a:tcPr marT="216000" marB="216000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웹 접근성 자동 진단 도구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명도대비 점검 도구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2000" marR="432000" marT="216000" marB="216000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스크린 리더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VoiceOver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Talkback)</a:t>
                      </a:r>
                    </a:p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웹브라우저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확대도구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고대비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모드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2000" marR="432000" marT="216000" marB="216000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139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528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7;p4">
            <a:extLst>
              <a:ext uri="{FF2B5EF4-FFF2-40B4-BE49-F238E27FC236}">
                <a16:creationId xmlns:a16="http://schemas.microsoft.com/office/drawing/2014/main" xmlns="" id="{44F0D469-BD89-4FEE-85D3-862CFE6E82FA}"/>
              </a:ext>
            </a:extLst>
          </p:cNvPr>
          <p:cNvSpPr/>
          <p:nvPr/>
        </p:nvSpPr>
        <p:spPr>
          <a:xfrm>
            <a:off x="1382067" y="1090255"/>
            <a:ext cx="587693" cy="5876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altLang="ko-KR" sz="2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Ⅱ</a:t>
            </a:r>
            <a:endParaRPr sz="2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4" name="Google Shape;78;p4">
            <a:extLst>
              <a:ext uri="{FF2B5EF4-FFF2-40B4-BE49-F238E27FC236}">
                <a16:creationId xmlns:a16="http://schemas.microsoft.com/office/drawing/2014/main" xmlns="" id="{FEC4E9F8-9F54-4403-818E-7B2AA489689F}"/>
              </a:ext>
            </a:extLst>
          </p:cNvPr>
          <p:cNvSpPr txBox="1"/>
          <p:nvPr/>
        </p:nvSpPr>
        <p:spPr>
          <a:xfrm>
            <a:off x="2159000" y="1128068"/>
            <a:ext cx="539442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o-KR" altLang="en-US" sz="2800" b="1" dirty="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Arial"/>
              </a:rPr>
              <a:t>진단 결과 및 개선 방안</a:t>
            </a:r>
            <a:endParaRPr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67B09DC-00E1-488A-95EB-DE5320F5DD89}"/>
              </a:ext>
            </a:extLst>
          </p:cNvPr>
          <p:cNvSpPr txBox="1"/>
          <p:nvPr/>
        </p:nvSpPr>
        <p:spPr>
          <a:xfrm>
            <a:off x="2159001" y="2184851"/>
            <a:ext cx="3215624" cy="836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진단 결과 요약</a:t>
            </a:r>
            <a:endParaRPr lang="en-US" altLang="ko-KR" sz="20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진단 결과 및 개선 방안</a:t>
            </a:r>
          </a:p>
        </p:txBody>
      </p:sp>
    </p:spTree>
    <p:extLst>
      <p:ext uri="{BB962C8B-B14F-4D97-AF65-F5344CB8AC3E}">
        <p14:creationId xmlns:p14="http://schemas.microsoft.com/office/powerpoint/2010/main" val="3846560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xmlns="" id="{71B3DE18-F3D7-4015-A398-ECA330CB1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진단 결과 요약</a:t>
            </a:r>
            <a:endParaRPr lang="ko-KR" altLang="en-US" b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9B0F59A-2BB4-43BB-99AB-2C610FC0395B}"/>
              </a:ext>
            </a:extLst>
          </p:cNvPr>
          <p:cNvSpPr txBox="1"/>
          <p:nvPr/>
        </p:nvSpPr>
        <p:spPr>
          <a:xfrm>
            <a:off x="415925" y="1125538"/>
            <a:ext cx="8860539" cy="53681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2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애플리케이션 진단은 휴대 전화로 진단하기 때문에 소스 코드를 확인할 수 없습니다</a:t>
            </a:r>
            <a:r>
              <a:rPr lang="en-US" altLang="ko-KR" sz="12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2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본 보고서에서 제공되는 개선 코드는 </a:t>
            </a:r>
            <a:r>
              <a:rPr lang="en-US" altLang="ko-KR" sz="12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2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예시</a:t>
            </a:r>
            <a:r>
              <a:rPr lang="en-US" altLang="ko-KR" sz="12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 </a:t>
            </a:r>
            <a:r>
              <a:rPr lang="ko-KR" altLang="en-US" sz="12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코드이기 때문에 그대로 적용하시면 안되고 내부 소스 코드 구조에 맞게 변경하시기 바랍니다</a:t>
            </a:r>
            <a:r>
              <a:rPr lang="en-US" altLang="ko-KR" sz="12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171450" indent="-171450">
              <a:lnSpc>
                <a:spcPct val="112000"/>
              </a:lnSpc>
              <a:spcAft>
                <a:spcPts val="600"/>
              </a:spcAft>
              <a:buFont typeface="Spoqa Han Sans Neo Regular" panose="020B0500000000000000" pitchFamily="34" charset="-127"/>
              <a:buChar char="‐"/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12000"/>
              </a:lnSpc>
              <a:spcAft>
                <a:spcPts val="600"/>
              </a:spcAft>
              <a:buFont typeface="Spoqa Han Sans Neo Regular" panose="020B0500000000000000" pitchFamily="34" charset="-127"/>
              <a:buChar char="‐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대부분의 </a:t>
            </a:r>
            <a:r>
              <a:rPr lang="en-US" altLang="ko-KR" sz="120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a </a:t>
            </a:r>
            <a:r>
              <a:rPr lang="ko-KR" altLang="en-US" sz="120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요소에 </a:t>
            </a:r>
            <a:r>
              <a:rPr lang="en-US" altLang="ko-KR" sz="1200" dirty="0" err="1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href</a:t>
            </a:r>
            <a:r>
              <a:rPr lang="en-US" altLang="ko-KR" sz="120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속성이 누락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되어 모바일 스크린 리더에서 초점 접근 불가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(iOS),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링크 요소 인지 불가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(Android)</a:t>
            </a:r>
          </a:p>
          <a:p>
            <a:pPr marL="171450" indent="-171450">
              <a:lnSpc>
                <a:spcPct val="112000"/>
              </a:lnSpc>
              <a:spcAft>
                <a:spcPts val="600"/>
              </a:spcAft>
              <a:buFont typeface="Spoqa Han Sans Neo Regular" panose="020B0500000000000000" pitchFamily="34" charset="-127"/>
              <a:buChar char="‐"/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12000"/>
              </a:lnSpc>
              <a:spcAft>
                <a:spcPts val="600"/>
              </a:spcAft>
              <a:buFont typeface="Spoqa Han Sans Neo Regular" panose="020B0500000000000000" pitchFamily="34" charset="-127"/>
              <a:buChar char="‐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숨겨진 요소를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CSS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display:none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visibility:hidden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속성 또는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HTML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aria-hidden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속성을 사용하지 않고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opacity, position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등을 통해 위치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시각적으로만 숨겨두어 </a:t>
            </a:r>
            <a:r>
              <a:rPr lang="ko-KR" altLang="en-US" sz="120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모바일 스크린 리더에서 숨겨진 요소에 초점이 접근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되고 있음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12000"/>
              </a:lnSpc>
              <a:spcAft>
                <a:spcPts val="600"/>
              </a:spcAft>
              <a:buFont typeface="Spoqa Han Sans Neo Regular" panose="020B0500000000000000" pitchFamily="34" charset="-127"/>
              <a:buChar char="‐"/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12000"/>
              </a:lnSpc>
              <a:spcAft>
                <a:spcPts val="600"/>
              </a:spcAft>
              <a:buFont typeface="Spoqa Han Sans Neo Regular" panose="020B0500000000000000" pitchFamily="34" charset="-127"/>
              <a:buChar char="‐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레이어 팝업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바텀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시트 활성화 시 </a:t>
            </a:r>
            <a:r>
              <a:rPr lang="ko-KR" altLang="en-US" sz="120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초점이 활성화 된 레이어 팝업</a:t>
            </a:r>
            <a:r>
              <a:rPr lang="en-US" altLang="ko-KR" sz="120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 err="1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바텀</a:t>
            </a:r>
            <a:r>
              <a:rPr lang="ko-KR" altLang="en-US" sz="120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시트 내로 진입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하지 못하고 있음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12000"/>
              </a:lnSpc>
              <a:spcAft>
                <a:spcPts val="600"/>
              </a:spcAft>
              <a:buFont typeface="Spoqa Han Sans Neo Regular" panose="020B0500000000000000" pitchFamily="34" charset="-127"/>
              <a:buChar char="‐"/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12000"/>
              </a:lnSpc>
              <a:spcAft>
                <a:spcPts val="600"/>
              </a:spcAft>
              <a:buFont typeface="Spoqa Han Sans Neo Regular" panose="020B0500000000000000" pitchFamily="34" charset="-127"/>
              <a:buChar char="‐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레이어 팝업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바텀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시트가 활성화 된 경우 </a:t>
            </a:r>
            <a:r>
              <a:rPr lang="ko-KR" altLang="en-US" sz="120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초점은 레이어 팝업</a:t>
            </a:r>
            <a:r>
              <a:rPr lang="en-US" altLang="ko-KR" sz="120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 err="1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바텀</a:t>
            </a:r>
            <a:r>
              <a:rPr lang="ko-KR" altLang="en-US" sz="120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시트 내에서만 순환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되어야 함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12000"/>
              </a:lnSpc>
              <a:spcAft>
                <a:spcPts val="600"/>
              </a:spcAft>
              <a:buFont typeface="Spoqa Han Sans Neo Regular" panose="020B0500000000000000" pitchFamily="34" charset="-127"/>
              <a:buChar char="‐"/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12000"/>
              </a:lnSpc>
              <a:spcAft>
                <a:spcPts val="600"/>
              </a:spcAft>
              <a:buFont typeface="Spoqa Han Sans Neo Regular" panose="020B0500000000000000" pitchFamily="34" charset="-127"/>
              <a:buChar char="‐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레이어 팝업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바텀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시트를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닫을 경우 </a:t>
            </a:r>
            <a:r>
              <a:rPr lang="ko-KR" altLang="en-US" sz="120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초점은 이전 실행했던 요소로 </a:t>
            </a:r>
            <a:r>
              <a:rPr lang="ko-KR" altLang="en-US" sz="1200" dirty="0" err="1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회귀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되어야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함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12000"/>
              </a:lnSpc>
              <a:spcAft>
                <a:spcPts val="600"/>
              </a:spcAft>
              <a:buFont typeface="Spoqa Han Sans Neo Regular" panose="020B0500000000000000" pitchFamily="34" charset="-127"/>
              <a:buChar char="‐"/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12000"/>
              </a:lnSpc>
              <a:spcAft>
                <a:spcPts val="600"/>
              </a:spcAft>
              <a:buFont typeface="Spoqa Han Sans Neo Regular" panose="020B0500000000000000" pitchFamily="34" charset="-127"/>
              <a:buChar char="‐"/>
            </a:pPr>
            <a:r>
              <a:rPr lang="ko-KR" altLang="en-US" sz="120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컨트롤 요소를 </a:t>
            </a:r>
            <a:r>
              <a:rPr lang="en-US" altLang="ko-KR" sz="120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div</a:t>
            </a:r>
            <a:r>
              <a:rPr lang="ko-KR" altLang="en-US" sz="120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요소와 같이 상호 작용이 불가능한 요소로 마크업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후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JavaScript click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이벤트 부여하여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모바일 스크린 리더에서 해당 요소가 컨트롤 요소임을 인지할 수 없음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12000"/>
              </a:lnSpc>
              <a:spcAft>
                <a:spcPts val="600"/>
              </a:spcAft>
              <a:buFont typeface="Spoqa Han Sans Neo Regular" panose="020B0500000000000000" pitchFamily="34" charset="-127"/>
              <a:buChar char="‐"/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12000"/>
              </a:lnSpc>
              <a:spcAft>
                <a:spcPts val="600"/>
              </a:spcAft>
              <a:buFont typeface="Spoqa Han Sans Neo Regular" panose="020B0500000000000000" pitchFamily="34" charset="-127"/>
              <a:buChar char="‐"/>
            </a:pP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의미없는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이미지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프로필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아이콘 등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에는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alt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속성을 빈 값으로 제공해야 함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콘텐츠 맥락상 의미를 가져야 하는 경우는 제외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71450" indent="-171450">
              <a:lnSpc>
                <a:spcPct val="112000"/>
              </a:lnSpc>
              <a:spcAft>
                <a:spcPts val="600"/>
              </a:spcAft>
              <a:buFont typeface="Spoqa Han Sans Neo Regular" panose="020B0500000000000000" pitchFamily="34" charset="-127"/>
              <a:buChar char="‐"/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7645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온라인 광고, 웹 페이지이(가) 표시된 사진&#10;&#10;자동 생성된 설명">
            <a:extLst>
              <a:ext uri="{FF2B5EF4-FFF2-40B4-BE49-F238E27FC236}">
                <a16:creationId xmlns:a16="http://schemas.microsoft.com/office/drawing/2014/main" xmlns="" id="{917BE813-828B-726C-28BC-EAF3C76C48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1538" y="2246825"/>
            <a:ext cx="2160000" cy="414622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607997"/>
          </a:xfrm>
        </p:spPr>
        <p:txBody>
          <a:bodyPr/>
          <a:lstStyle/>
          <a:p>
            <a:r>
              <a:rPr lang="ko-KR" altLang="en-US"/>
              <a:t>이미지와 동등한 수준의 대체 텍스트를 </a:t>
            </a:r>
            <a:r>
              <a:rPr lang="en-US" altLang="ko-KR"/>
              <a:t>alt </a:t>
            </a:r>
            <a:r>
              <a:rPr lang="ko-KR" altLang="en-US"/>
              <a:t>속성 값으로 제공해야 함</a:t>
            </a:r>
            <a:r>
              <a:rPr lang="en-US" altLang="ko-KR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10928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공지사항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콘텐츠는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3FE12E65-DEF0-6E44-1ECC-436D7D88C3EB}"/>
              </a:ext>
            </a:extLst>
          </p:cNvPr>
          <p:cNvSpPr/>
          <p:nvPr/>
        </p:nvSpPr>
        <p:spPr>
          <a:xfrm>
            <a:off x="6223000" y="3088174"/>
            <a:ext cx="1955800" cy="1949493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xmlns="" id="{C9D4C90C-E161-237D-F44A-67E89D7016A9}"/>
              </a:ext>
            </a:extLst>
          </p:cNvPr>
          <p:cNvCxnSpPr>
            <a:cxnSpLocks/>
          </p:cNvCxnSpPr>
          <p:nvPr/>
        </p:nvCxnSpPr>
        <p:spPr>
          <a:xfrm flipH="1">
            <a:off x="7221538" y="2842640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타원 9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게시판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445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웹 페이지이(가) 표시된 사진&#10;&#10;자동 생성된 설명">
            <a:extLst>
              <a:ext uri="{FF2B5EF4-FFF2-40B4-BE49-F238E27FC236}">
                <a16:creationId xmlns:a16="http://schemas.microsoft.com/office/drawing/2014/main" xmlns="" id="{9E2674F9-0D4D-72FC-E542-C79363D6125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55224" y="2246825"/>
            <a:ext cx="2160000" cy="415185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607997"/>
          </a:xfrm>
        </p:spPr>
        <p:txBody>
          <a:bodyPr/>
          <a:lstStyle/>
          <a:p>
            <a:r>
              <a:rPr lang="ko-KR" altLang="en-US"/>
              <a:t>초점은 </a:t>
            </a:r>
            <a:r>
              <a:rPr lang="en-US" altLang="ko-KR"/>
              <a:t>"</a:t>
            </a:r>
            <a:r>
              <a:rPr lang="ko-KR" altLang="en-US"/>
              <a:t>최신순</a:t>
            </a:r>
            <a:r>
              <a:rPr lang="en-US" altLang="ko-KR"/>
              <a:t>/</a:t>
            </a:r>
            <a:r>
              <a:rPr lang="ko-KR" altLang="en-US"/>
              <a:t>마감일순</a:t>
            </a:r>
            <a:r>
              <a:rPr lang="en-US" altLang="ko-KR"/>
              <a:t>" </a:t>
            </a:r>
            <a:r>
              <a:rPr lang="ko-KR" altLang="en-US"/>
              <a:t>각 영역에 맞는 위치와 크기로 제공되어야 함</a:t>
            </a:r>
            <a:r>
              <a:rPr lang="en-US" altLang="ko-KR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943574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진행중이벤트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7.3.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표시되는 초점의 영역은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콘텐츠의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위치와 크기가 맞도록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3FE12E65-DEF0-6E44-1ECC-436D7D88C3EB}"/>
              </a:ext>
            </a:extLst>
          </p:cNvPr>
          <p:cNvSpPr/>
          <p:nvPr/>
        </p:nvSpPr>
        <p:spPr>
          <a:xfrm>
            <a:off x="7628466" y="2639440"/>
            <a:ext cx="587263" cy="188427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xmlns="" id="{C9D4C90C-E161-237D-F44A-67E89D7016A9}"/>
              </a:ext>
            </a:extLst>
          </p:cNvPr>
          <p:cNvCxnSpPr>
            <a:cxnSpLocks/>
          </p:cNvCxnSpPr>
          <p:nvPr/>
        </p:nvCxnSpPr>
        <p:spPr>
          <a:xfrm flipH="1">
            <a:off x="7908206" y="2393906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F532F41E-7064-FE69-B2B1-9DF7381D7443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7720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웹 페이지이(가) 표시된 사진&#10;&#10;자동 생성된 설명">
            <a:extLst>
              <a:ext uri="{FF2B5EF4-FFF2-40B4-BE49-F238E27FC236}">
                <a16:creationId xmlns:a16="http://schemas.microsoft.com/office/drawing/2014/main" xmlns="" id="{9E2674F9-0D4D-72FC-E542-C79363D6125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55224" y="2246825"/>
            <a:ext cx="2160000" cy="415185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500549"/>
          </a:xfrm>
        </p:spPr>
        <p:txBody>
          <a:bodyPr/>
          <a:lstStyle/>
          <a:p>
            <a:r>
              <a:rPr lang="ko-KR" altLang="en-US"/>
              <a:t>우측에 이벤트 제목을 텍스트로 제공하기 때문에 이미지 영역에는 대체 텍스트 속성</a:t>
            </a:r>
            <a:r>
              <a:rPr lang="en-US" altLang="ko-KR"/>
              <a:t>(alt)</a:t>
            </a:r>
            <a:r>
              <a:rPr lang="ko-KR" altLang="en-US"/>
              <a:t>을 빈 값</a:t>
            </a:r>
            <a:r>
              <a:rPr lang="en-US" altLang="ko-KR"/>
              <a:t>("")</a:t>
            </a:r>
            <a:r>
              <a:rPr lang="ko-KR" altLang="en-US"/>
              <a:t>으로 제공해야 함</a:t>
            </a:r>
            <a:r>
              <a:rPr lang="en-US" altLang="ko-KR"/>
              <a:t>.</a:t>
            </a:r>
          </a:p>
          <a:p>
            <a:pPr marL="0" indent="0">
              <a:buNone/>
            </a:pPr>
            <a:r>
              <a:rPr lang="en-US" altLang="ko-KR">
                <a:highlight>
                  <a:srgbClr val="FFFF00"/>
                </a:highlight>
              </a:rPr>
              <a:t>[</a:t>
            </a:r>
            <a:r>
              <a:rPr lang="ko-KR" altLang="en-US">
                <a:highlight>
                  <a:srgbClr val="FFFF00"/>
                </a:highlight>
              </a:rPr>
              <a:t>공통 오류 페이지</a:t>
            </a:r>
            <a:r>
              <a:rPr lang="en-US" altLang="ko-KR">
                <a:highlight>
                  <a:srgbClr val="FFFF00"/>
                </a:highlight>
              </a:rPr>
              <a:t>]</a:t>
            </a:r>
          </a:p>
          <a:p>
            <a:pPr marL="0" indent="0">
              <a:buNone/>
            </a:pPr>
            <a:r>
              <a:rPr lang="en-US" altLang="ko-KR"/>
              <a:t>- </a:t>
            </a:r>
            <a:r>
              <a:rPr lang="ko-KR" altLang="en-US"/>
              <a:t>이벤트 </a:t>
            </a:r>
            <a:r>
              <a:rPr lang="en-US" altLang="ko-KR"/>
              <a:t>&gt; </a:t>
            </a:r>
            <a:r>
              <a:rPr lang="ko-KR" altLang="en-US"/>
              <a:t>당첨자확인</a:t>
            </a:r>
            <a:r>
              <a:rPr lang="en-US" altLang="ko-KR"/>
              <a:t>(</a:t>
            </a:r>
            <a:r>
              <a:rPr lang="ko-KR" altLang="en-US"/>
              <a:t>목록</a:t>
            </a:r>
            <a:r>
              <a:rPr lang="en-US" altLang="ko-KR"/>
              <a:t>)</a:t>
            </a:r>
          </a:p>
          <a:p>
            <a:pPr marL="0" indent="0">
              <a:buNone/>
            </a:pPr>
            <a:endParaRPr lang="en-US" altLang="ko-KR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923338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진행중이벤트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콘텐츠는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3FE12E65-DEF0-6E44-1ECC-436D7D88C3EB}"/>
              </a:ext>
            </a:extLst>
          </p:cNvPr>
          <p:cNvSpPr/>
          <p:nvPr/>
        </p:nvSpPr>
        <p:spPr>
          <a:xfrm>
            <a:off x="6274547" y="2944240"/>
            <a:ext cx="587263" cy="2940093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xmlns="" id="{C9D4C90C-E161-237D-F44A-67E89D7016A9}"/>
              </a:ext>
            </a:extLst>
          </p:cNvPr>
          <p:cNvCxnSpPr>
            <a:cxnSpLocks/>
          </p:cNvCxnSpPr>
          <p:nvPr/>
        </p:nvCxnSpPr>
        <p:spPr>
          <a:xfrm flipH="1">
            <a:off x="6554287" y="2698706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7B0CE9EE-5A6F-AFF9-D650-30047570372F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4927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웹 페이지이(가) 표시된 사진&#10;&#10;자동 생성된 설명">
            <a:extLst>
              <a:ext uri="{FF2B5EF4-FFF2-40B4-BE49-F238E27FC236}">
                <a16:creationId xmlns:a16="http://schemas.microsoft.com/office/drawing/2014/main" xmlns="" id="{9E2674F9-0D4D-72FC-E542-C79363D6125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55224" y="2246825"/>
            <a:ext cx="2160000" cy="415185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843959"/>
          </a:xfrm>
        </p:spPr>
        <p:txBody>
          <a:bodyPr/>
          <a:lstStyle/>
          <a:p>
            <a:r>
              <a:rPr lang="ko-KR" altLang="en-US" dirty="0"/>
              <a:t>텍스트와 배경 간 명도 대비는 최소 </a:t>
            </a:r>
            <a:r>
              <a:rPr lang="en-US" altLang="ko-KR" dirty="0"/>
              <a:t>3:1 </a:t>
            </a:r>
            <a:r>
              <a:rPr lang="ko-KR" altLang="en-US" dirty="0"/>
              <a:t>이상으로 제공해야 함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>
                <a:highlight>
                  <a:srgbClr val="FFFF00"/>
                </a:highlight>
              </a:rPr>
              <a:t>* </a:t>
            </a:r>
            <a:r>
              <a:rPr lang="ko-KR" altLang="en-US" dirty="0">
                <a:highlight>
                  <a:srgbClr val="FFFF00"/>
                </a:highlight>
              </a:rPr>
              <a:t>공지사항 등</a:t>
            </a:r>
            <a:r>
              <a:rPr lang="en-US" altLang="ko-KR" dirty="0">
                <a:highlight>
                  <a:srgbClr val="FFFF00"/>
                </a:highlight>
              </a:rPr>
              <a:t> </a:t>
            </a:r>
            <a:r>
              <a:rPr lang="ko-KR" altLang="en-US" dirty="0">
                <a:highlight>
                  <a:srgbClr val="FFFF00"/>
                </a:highlight>
              </a:rPr>
              <a:t>게시판 목록 템플릿 영역 중 날짜 부분 공통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085396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진행중이벤트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명도 대비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사용자 인터페이스 컴포넌트와 텍스트는 전경색과 배경색이 구분될 수 있도록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사용자 인터페이스 컴포넌트와 텍스트는 전경색과 배경색이 구분될 수 있도록 명도 대비를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3:1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이상으로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3FE12E65-DEF0-6E44-1ECC-436D7D88C3EB}"/>
              </a:ext>
            </a:extLst>
          </p:cNvPr>
          <p:cNvSpPr/>
          <p:nvPr/>
        </p:nvSpPr>
        <p:spPr>
          <a:xfrm>
            <a:off x="6892614" y="3062773"/>
            <a:ext cx="917886" cy="171493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xmlns="" id="{C9D4C90C-E161-237D-F44A-67E89D7016A9}"/>
              </a:ext>
            </a:extLst>
          </p:cNvPr>
          <p:cNvCxnSpPr>
            <a:cxnSpLocks/>
          </p:cNvCxnSpPr>
          <p:nvPr/>
        </p:nvCxnSpPr>
        <p:spPr>
          <a:xfrm flipH="1">
            <a:off x="7351557" y="2817239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3D4BD92F-D59D-4E49-4255-B2EB4041358D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759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xmlns="" id="{B74C2465-2A00-49B9-2958-A7E05904274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646" y="2249996"/>
            <a:ext cx="2160000" cy="41631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607997"/>
          </a:xfrm>
        </p:spPr>
        <p:txBody>
          <a:bodyPr/>
          <a:lstStyle/>
          <a:p>
            <a:r>
              <a:rPr lang="en-US" altLang="ko-KR"/>
              <a:t>"</a:t>
            </a:r>
            <a:r>
              <a:rPr lang="ko-KR" altLang="en-US"/>
              <a:t>당첨자 조회 바로가기</a:t>
            </a:r>
            <a:r>
              <a:rPr lang="en-US" altLang="ko-KR"/>
              <a:t>" </a:t>
            </a:r>
            <a:r>
              <a:rPr lang="ko-KR" altLang="en-US"/>
              <a:t>버튼에 초점이 접근되어야 함</a:t>
            </a:r>
            <a:r>
              <a:rPr lang="en-US" altLang="ko-KR"/>
              <a:t>. (*</a:t>
            </a:r>
            <a:r>
              <a:rPr lang="ko-KR" altLang="en-US"/>
              <a:t>일부 게시물</a:t>
            </a:r>
            <a:r>
              <a:rPr lang="en-US" altLang="ko-KR"/>
              <a:t>)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950273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당첨자확인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3FE12E65-DEF0-6E44-1ECC-436D7D88C3EB}"/>
              </a:ext>
            </a:extLst>
          </p:cNvPr>
          <p:cNvSpPr/>
          <p:nvPr/>
        </p:nvSpPr>
        <p:spPr>
          <a:xfrm>
            <a:off x="6045200" y="4982110"/>
            <a:ext cx="2328333" cy="258757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xmlns="" id="{C9D4C90C-E161-237D-F44A-67E89D7016A9}"/>
              </a:ext>
            </a:extLst>
          </p:cNvPr>
          <p:cNvCxnSpPr>
            <a:cxnSpLocks/>
          </p:cNvCxnSpPr>
          <p:nvPr/>
        </p:nvCxnSpPr>
        <p:spPr>
          <a:xfrm flipH="1">
            <a:off x="7207646" y="4736576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게시판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2897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xmlns="" id="{B74C2465-2A00-49B9-2958-A7E05904274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646" y="2249996"/>
            <a:ext cx="2160000" cy="41631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843959"/>
          </a:xfrm>
        </p:spPr>
        <p:txBody>
          <a:bodyPr/>
          <a:lstStyle/>
          <a:p>
            <a:r>
              <a:rPr lang="ko-KR" altLang="en-US" dirty="0"/>
              <a:t>텍스트와 배경 간 명도 대비는 최소 </a:t>
            </a:r>
            <a:r>
              <a:rPr lang="en-US" altLang="ko-KR" dirty="0"/>
              <a:t>3:1 </a:t>
            </a:r>
            <a:r>
              <a:rPr lang="ko-KR" altLang="en-US" dirty="0"/>
              <a:t>이상으로 제공해야 함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>
                <a:highlight>
                  <a:srgbClr val="FFFF00"/>
                </a:highlight>
              </a:rPr>
              <a:t>* </a:t>
            </a:r>
            <a:r>
              <a:rPr lang="ko-KR" altLang="en-US" dirty="0">
                <a:highlight>
                  <a:srgbClr val="FFFF00"/>
                </a:highlight>
              </a:rPr>
              <a:t>공지사항 등</a:t>
            </a:r>
            <a:r>
              <a:rPr lang="en-US" altLang="ko-KR" dirty="0">
                <a:highlight>
                  <a:srgbClr val="FFFF00"/>
                </a:highlight>
              </a:rPr>
              <a:t> </a:t>
            </a:r>
            <a:r>
              <a:rPr lang="ko-KR" altLang="en-US" dirty="0">
                <a:highlight>
                  <a:srgbClr val="FFFF00"/>
                </a:highlight>
              </a:rPr>
              <a:t>게시판 상세 템플릿 영역 공통</a:t>
            </a:r>
            <a:endParaRPr lang="en-US" altLang="ko-KR" dirty="0">
              <a:highlight>
                <a:srgbClr val="FFFF00"/>
              </a:highlight>
            </a:endParaRP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30814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당첨자확인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명도 대비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사용자 인터페이스 컴포넌트와 텍스트는 전경색과 배경색이 구분될 수 있도록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사용자 인터페이스 컴포넌트와 텍스트는 전경색과 배경색이 구분될 수 있도록 명도 대비를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3:1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이상으로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3FE12E65-DEF0-6E44-1ECC-436D7D88C3EB}"/>
              </a:ext>
            </a:extLst>
          </p:cNvPr>
          <p:cNvSpPr/>
          <p:nvPr/>
        </p:nvSpPr>
        <p:spPr>
          <a:xfrm>
            <a:off x="6184795" y="2930255"/>
            <a:ext cx="897674" cy="146062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xmlns="" id="{C9D4C90C-E161-237D-F44A-67E89D7016A9}"/>
              </a:ext>
            </a:extLst>
          </p:cNvPr>
          <p:cNvCxnSpPr>
            <a:cxnSpLocks/>
          </p:cNvCxnSpPr>
          <p:nvPr/>
        </p:nvCxnSpPr>
        <p:spPr>
          <a:xfrm flipH="1">
            <a:off x="6631912" y="2687643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FA44F3D1-4148-A8BF-3C62-3E3E8E516D34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2162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xmlns="" id="{85625B2B-B232-D517-1F9E-1358D808F9D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646" y="2241550"/>
            <a:ext cx="2160000" cy="41349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64587"/>
          </a:xfrm>
        </p:spPr>
        <p:txBody>
          <a:bodyPr/>
          <a:lstStyle/>
          <a:p>
            <a:r>
              <a:rPr lang="en-US" altLang="ko-KR"/>
              <a:t>"</a:t>
            </a:r>
            <a:r>
              <a:rPr lang="ko-KR" altLang="en-US"/>
              <a:t>뽑기도전</a:t>
            </a:r>
            <a:r>
              <a:rPr lang="en-US" altLang="ko-KR"/>
              <a:t>!" </a:t>
            </a:r>
            <a:r>
              <a:rPr lang="ko-KR" altLang="en-US"/>
              <a:t>버튼에 초점이 접근되어야 함</a:t>
            </a:r>
            <a:r>
              <a:rPr lang="en-US" altLang="ko-KR"/>
              <a:t>.</a:t>
            </a:r>
          </a:p>
          <a:p>
            <a:pPr marL="0" indent="0">
              <a:buNone/>
            </a:pPr>
            <a:r>
              <a:rPr lang="en-US" altLang="ko-KR">
                <a:highlight>
                  <a:srgbClr val="FFFF00"/>
                </a:highlight>
              </a:rPr>
              <a:t>* </a:t>
            </a:r>
            <a:r>
              <a:rPr lang="ko-KR" altLang="en-US">
                <a:highlight>
                  <a:srgbClr val="FFFF00"/>
                </a:highlight>
              </a:rPr>
              <a:t>뽑기도전 실행 후 다음 화면 확인 불가</a:t>
            </a:r>
            <a:r>
              <a:rPr lang="en-US" altLang="ko-KR">
                <a:highlight>
                  <a:srgbClr val="FFFF00"/>
                </a:highlight>
              </a:rPr>
              <a:t>.(</a:t>
            </a:r>
            <a:r>
              <a:rPr lang="ko-KR" altLang="en-US">
                <a:highlight>
                  <a:srgbClr val="FFFF00"/>
                </a:highlight>
              </a:rPr>
              <a:t>존재하지 않는 이벤트 입니다</a:t>
            </a:r>
            <a:r>
              <a:rPr lang="en-US" altLang="ko-KR">
                <a:highlight>
                  <a:srgbClr val="FFFF00"/>
                </a:highlight>
              </a:rPr>
              <a:t>.)</a:t>
            </a:r>
          </a:p>
          <a:p>
            <a:pPr marL="0" indent="0">
              <a:buNone/>
            </a:pPr>
            <a:r>
              <a:rPr lang="en-US" altLang="ko-KR">
                <a:highlight>
                  <a:srgbClr val="FFFF00"/>
                </a:highlight>
              </a:rPr>
              <a:t>* "</a:t>
            </a:r>
            <a:r>
              <a:rPr lang="ko-KR" altLang="en-US">
                <a:highlight>
                  <a:srgbClr val="FFFF00"/>
                </a:highlight>
              </a:rPr>
              <a:t>이벤트 </a:t>
            </a:r>
            <a:r>
              <a:rPr lang="en-US" altLang="ko-KR">
                <a:highlight>
                  <a:srgbClr val="FFFF00"/>
                </a:highlight>
              </a:rPr>
              <a:t>&gt; </a:t>
            </a:r>
            <a:r>
              <a:rPr lang="ko-KR" altLang="en-US">
                <a:highlight>
                  <a:srgbClr val="FFFF00"/>
                </a:highlight>
              </a:rPr>
              <a:t>당첨확인메뉴</a:t>
            </a:r>
            <a:r>
              <a:rPr lang="en-US" altLang="ko-KR">
                <a:highlight>
                  <a:srgbClr val="FFFF00"/>
                </a:highlight>
              </a:rPr>
              <a:t>" </a:t>
            </a:r>
            <a:r>
              <a:rPr lang="ko-KR" altLang="en-US">
                <a:highlight>
                  <a:srgbClr val="FFFF00"/>
                </a:highlight>
              </a:rPr>
              <a:t>페이지 이동 시 </a:t>
            </a:r>
            <a:r>
              <a:rPr lang="en-US" altLang="ko-KR">
                <a:highlight>
                  <a:srgbClr val="FFFF00"/>
                </a:highlight>
              </a:rPr>
              <a:t>"Template Name is no match!" </a:t>
            </a:r>
            <a:r>
              <a:rPr lang="ko-KR" altLang="en-US">
                <a:highlight>
                  <a:srgbClr val="FFFF00"/>
                </a:highlight>
              </a:rPr>
              <a:t>경고 문구 발생하여 확인 불가</a:t>
            </a:r>
            <a:r>
              <a:rPr lang="en-US" altLang="ko-KR">
                <a:highlight>
                  <a:srgbClr val="FFFF00"/>
                </a:highlight>
              </a:rPr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10572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룰렛이벤트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3FE12E65-DEF0-6E44-1ECC-436D7D88C3EB}"/>
              </a:ext>
            </a:extLst>
          </p:cNvPr>
          <p:cNvSpPr/>
          <p:nvPr/>
        </p:nvSpPr>
        <p:spPr>
          <a:xfrm>
            <a:off x="6045200" y="6031977"/>
            <a:ext cx="2328333" cy="402690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xmlns="" id="{C9D4C90C-E161-237D-F44A-67E89D7016A9}"/>
              </a:ext>
            </a:extLst>
          </p:cNvPr>
          <p:cNvCxnSpPr>
            <a:cxnSpLocks/>
          </p:cNvCxnSpPr>
          <p:nvPr/>
        </p:nvCxnSpPr>
        <p:spPr>
          <a:xfrm flipH="1">
            <a:off x="7207646" y="5786443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타원 9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사용</a:t>
            </a:r>
            <a:r>
              <a:rPr lang="en-US" altLang="ko-KR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831111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xmlns="" id="{0F58D939-BD12-5C90-4C16-E215AEACBD7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1538" y="2241550"/>
            <a:ext cx="2160000" cy="414622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551845"/>
          </a:xfrm>
        </p:spPr>
        <p:txBody>
          <a:bodyPr/>
          <a:lstStyle/>
          <a:p>
            <a:r>
              <a:rPr lang="en-US" altLang="ko-KR"/>
              <a:t>Q, A</a:t>
            </a:r>
            <a:r>
              <a:rPr lang="ko-KR" altLang="en-US"/>
              <a:t>에 대한 정보를 숨김 텍스트로 제공해야 함</a:t>
            </a:r>
            <a:r>
              <a:rPr lang="en-US" altLang="ko-KR"/>
              <a:t>.(</a:t>
            </a:r>
            <a:r>
              <a:rPr lang="ko-KR" altLang="en-US"/>
              <a:t>질문</a:t>
            </a:r>
            <a:r>
              <a:rPr lang="en-US" altLang="ko-KR"/>
              <a:t>/</a:t>
            </a:r>
            <a:r>
              <a:rPr lang="ko-KR" altLang="en-US"/>
              <a:t>답변</a:t>
            </a:r>
            <a:r>
              <a:rPr lang="en-US" altLang="ko-KR"/>
              <a:t>)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ko-KR" altLang="en-US"/>
              <a:t>예시</a:t>
            </a:r>
            <a:r>
              <a:rPr lang="en-US" altLang="ko-KR"/>
              <a:t>)</a:t>
            </a:r>
          </a:p>
          <a:p>
            <a:pPr marL="0" indent="0">
              <a:buNone/>
            </a:pPr>
            <a:r>
              <a:rPr lang="ko-KR" altLang="en-US"/>
              <a:t>질문</a:t>
            </a:r>
            <a:r>
              <a:rPr lang="en-US" altLang="ko-KR"/>
              <a:t>, </a:t>
            </a:r>
            <a:r>
              <a:rPr lang="ko-KR" altLang="en-US"/>
              <a:t>통장 비밀번호를 </a:t>
            </a:r>
            <a:r>
              <a:rPr lang="en-US" altLang="ko-KR"/>
              <a:t>3</a:t>
            </a:r>
            <a:r>
              <a:rPr lang="ko-KR" altLang="en-US"/>
              <a:t>회 이상 틀렸을 경우에는</a:t>
            </a:r>
            <a:r>
              <a:rPr lang="en-US" altLang="ko-KR"/>
              <a:t>…</a:t>
            </a:r>
          </a:p>
          <a:p>
            <a:pPr marL="0" indent="0">
              <a:buNone/>
            </a:pPr>
            <a:r>
              <a:rPr lang="ko-KR" altLang="en-US"/>
              <a:t>답변</a:t>
            </a:r>
            <a:r>
              <a:rPr lang="en-US" altLang="ko-KR"/>
              <a:t>, </a:t>
            </a:r>
            <a:r>
              <a:rPr lang="ko-KR" altLang="en-US"/>
              <a:t>영업점 방문 또는</a:t>
            </a:r>
            <a:r>
              <a:rPr lang="en-US" altLang="ko-KR"/>
              <a:t>…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71543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FAQ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콘텐츠는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3FE12E65-DEF0-6E44-1ECC-436D7D88C3EB}"/>
              </a:ext>
            </a:extLst>
          </p:cNvPr>
          <p:cNvSpPr/>
          <p:nvPr/>
        </p:nvSpPr>
        <p:spPr>
          <a:xfrm>
            <a:off x="6141539" y="3522134"/>
            <a:ext cx="259262" cy="2527140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xmlns="" id="{C9D4C90C-E161-237D-F44A-67E89D7016A9}"/>
              </a:ext>
            </a:extLst>
          </p:cNvPr>
          <p:cNvCxnSpPr>
            <a:cxnSpLocks/>
          </p:cNvCxnSpPr>
          <p:nvPr/>
        </p:nvCxnSpPr>
        <p:spPr>
          <a:xfrm flipH="1">
            <a:off x="6271170" y="3276600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5E74AF1B-CF71-A22A-538E-72150C109B30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5E74AF1B-CF71-A22A-538E-72150C109B30}"/>
              </a:ext>
            </a:extLst>
          </p:cNvPr>
          <p:cNvSpPr/>
          <p:nvPr/>
        </p:nvSpPr>
        <p:spPr>
          <a:xfrm>
            <a:off x="-659423" y="37807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0920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xmlns="" id="{0F58D939-BD12-5C90-4C16-E215AEACBD7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1538" y="2241550"/>
            <a:ext cx="2160000" cy="414622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28625"/>
          </a:xfrm>
        </p:spPr>
        <p:txBody>
          <a:bodyPr/>
          <a:lstStyle/>
          <a:p>
            <a:r>
              <a:rPr lang="ko-KR" altLang="en-US"/>
              <a:t>각 질문 목록에서 </a:t>
            </a:r>
            <a:r>
              <a:rPr lang="en-US" altLang="ko-KR"/>
              <a:t>"</a:t>
            </a:r>
            <a:r>
              <a:rPr lang="ko-KR" altLang="en-US"/>
              <a:t>상세 열기</a:t>
            </a:r>
            <a:r>
              <a:rPr lang="en-US" altLang="ko-KR"/>
              <a:t>" </a:t>
            </a:r>
            <a:r>
              <a:rPr lang="ko-KR" altLang="en-US"/>
              <a:t>정보를 최초에는 읽어주지 않고</a:t>
            </a:r>
            <a:r>
              <a:rPr lang="en-US" altLang="ko-KR"/>
              <a:t>, UI</a:t>
            </a:r>
            <a:r>
              <a:rPr lang="ko-KR" altLang="en-US"/>
              <a:t>를 열고 닫은 후에 제공하고 있음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310929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FAQ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콘텐츠는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3FE12E65-DEF0-6E44-1ECC-436D7D88C3EB}"/>
              </a:ext>
            </a:extLst>
          </p:cNvPr>
          <p:cNvSpPr/>
          <p:nvPr/>
        </p:nvSpPr>
        <p:spPr>
          <a:xfrm>
            <a:off x="6141538" y="4493544"/>
            <a:ext cx="2148833" cy="1555729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xmlns="" id="{C9D4C90C-E161-237D-F44A-67E89D7016A9}"/>
              </a:ext>
            </a:extLst>
          </p:cNvPr>
          <p:cNvCxnSpPr>
            <a:cxnSpLocks/>
          </p:cNvCxnSpPr>
          <p:nvPr/>
        </p:nvCxnSpPr>
        <p:spPr>
          <a:xfrm flipH="1">
            <a:off x="7221538" y="4248011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41CEA7DB-9E1E-0B33-B61B-F3687B956E0D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8992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xmlns="" id="{8689E5DB-D23D-68D3-77F1-A107F48CC39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1538" y="2256443"/>
            <a:ext cx="2160000" cy="414622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315883"/>
          </a:xfrm>
        </p:spPr>
        <p:txBody>
          <a:bodyPr/>
          <a:lstStyle/>
          <a:p>
            <a:r>
              <a:rPr lang="ko-KR" altLang="en-US"/>
              <a:t>챗봇상담 실행 시 초점은 </a:t>
            </a:r>
            <a:r>
              <a:rPr lang="en-US" altLang="ko-KR"/>
              <a:t>"</a:t>
            </a:r>
            <a:r>
              <a:rPr lang="ko-KR" altLang="en-US"/>
              <a:t>챗봇상담 레이어 영역</a:t>
            </a:r>
            <a:r>
              <a:rPr lang="en-US" altLang="ko-KR"/>
              <a:t>"</a:t>
            </a:r>
            <a:r>
              <a:rPr lang="ko-KR" altLang="en-US"/>
              <a:t>에 진입해야 함</a:t>
            </a:r>
            <a:r>
              <a:rPr lang="en-US" altLang="ko-KR"/>
              <a:t>.</a:t>
            </a:r>
          </a:p>
          <a:p>
            <a:r>
              <a:rPr lang="ko-KR" altLang="en-US"/>
              <a:t>현재는 초점이 레이어 아래 페이지에 머물러 있음</a:t>
            </a:r>
            <a:r>
              <a:rPr lang="en-US" altLang="ko-KR"/>
              <a:t>.</a:t>
            </a:r>
          </a:p>
          <a:p>
            <a:r>
              <a:rPr lang="ko-KR" altLang="en-US"/>
              <a:t>또한</a:t>
            </a:r>
            <a:r>
              <a:rPr lang="en-US" altLang="ko-KR"/>
              <a:t>, </a:t>
            </a:r>
            <a:r>
              <a:rPr lang="ko-KR" altLang="en-US"/>
              <a:t>채팅 종료 시 초점은 챗봇상담을 실행했던 버튼 요소로 회귀해야 함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622985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챗봇상담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3FE12E65-DEF0-6E44-1ECC-436D7D88C3EB}"/>
              </a:ext>
            </a:extLst>
          </p:cNvPr>
          <p:cNvSpPr/>
          <p:nvPr/>
        </p:nvSpPr>
        <p:spPr>
          <a:xfrm>
            <a:off x="6141538" y="2256443"/>
            <a:ext cx="2148833" cy="4146223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xmlns="" id="{C9D4C90C-E161-237D-F44A-67E89D7016A9}"/>
              </a:ext>
            </a:extLst>
          </p:cNvPr>
          <p:cNvCxnSpPr>
            <a:cxnSpLocks/>
          </p:cNvCxnSpPr>
          <p:nvPr/>
        </p:nvCxnSpPr>
        <p:spPr>
          <a:xfrm>
            <a:off x="5871133" y="4365625"/>
            <a:ext cx="270405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타원 9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솔루</a:t>
            </a:r>
            <a:r>
              <a:rPr lang="ko-KR" altLang="en-US" sz="5400" dirty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션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1509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xmlns="" id="{8689E5DB-D23D-68D3-77F1-A107F48CC39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1538" y="2256443"/>
            <a:ext cx="2160000" cy="414622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843959"/>
          </a:xfrm>
        </p:spPr>
        <p:txBody>
          <a:bodyPr/>
          <a:lstStyle/>
          <a:p>
            <a:r>
              <a:rPr lang="ko-KR" altLang="en-US"/>
              <a:t>각 버튼에 대한 대체 텍스트를 제공해야 함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챗봇상담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콘텐츠는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3FE12E65-DEF0-6E44-1ECC-436D7D88C3EB}"/>
              </a:ext>
            </a:extLst>
          </p:cNvPr>
          <p:cNvSpPr/>
          <p:nvPr/>
        </p:nvSpPr>
        <p:spPr>
          <a:xfrm>
            <a:off x="8068733" y="2256443"/>
            <a:ext cx="221638" cy="258157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xmlns="" id="{C9D4C90C-E161-237D-F44A-67E89D7016A9}"/>
              </a:ext>
            </a:extLst>
          </p:cNvPr>
          <p:cNvCxnSpPr>
            <a:cxnSpLocks/>
          </p:cNvCxnSpPr>
          <p:nvPr/>
        </p:nvCxnSpPr>
        <p:spPr>
          <a:xfrm>
            <a:off x="7798328" y="2401358"/>
            <a:ext cx="270405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52C056DA-20E6-EAF8-9936-6DBE139EAA64}"/>
              </a:ext>
            </a:extLst>
          </p:cNvPr>
          <p:cNvSpPr/>
          <p:nvPr/>
        </p:nvSpPr>
        <p:spPr>
          <a:xfrm>
            <a:off x="6141537" y="2241550"/>
            <a:ext cx="631795" cy="258157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xmlns="" id="{790EE594-23BC-0B56-54E2-156A7E4BB153}"/>
              </a:ext>
            </a:extLst>
          </p:cNvPr>
          <p:cNvCxnSpPr>
            <a:cxnSpLocks/>
          </p:cNvCxnSpPr>
          <p:nvPr/>
        </p:nvCxnSpPr>
        <p:spPr>
          <a:xfrm>
            <a:off x="5871132" y="2355849"/>
            <a:ext cx="270405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타원 9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솔루</a:t>
            </a:r>
            <a:r>
              <a:rPr lang="ko-KR" altLang="en-US" sz="5400" dirty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션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0208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xmlns="" id="{8689E5DB-D23D-68D3-77F1-A107F48CC39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1538" y="2256443"/>
            <a:ext cx="2160000" cy="414622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843959"/>
          </a:xfrm>
        </p:spPr>
        <p:txBody>
          <a:bodyPr/>
          <a:lstStyle/>
          <a:p>
            <a:r>
              <a:rPr lang="en-US" altLang="ko-KR"/>
              <a:t>"</a:t>
            </a:r>
            <a:r>
              <a:rPr lang="ko-KR" altLang="en-US"/>
              <a:t>메시지 보내기</a:t>
            </a:r>
            <a:r>
              <a:rPr lang="en-US" altLang="ko-KR"/>
              <a:t>" </a:t>
            </a:r>
            <a:r>
              <a:rPr lang="ko-KR" altLang="en-US"/>
              <a:t>버튼에 대한 대체 텍스트를 </a:t>
            </a:r>
            <a:r>
              <a:rPr lang="en-US" altLang="ko-KR"/>
              <a:t>"send"</a:t>
            </a:r>
            <a:r>
              <a:rPr lang="ko-KR" altLang="en-US"/>
              <a:t>로 제공하고 있음</a:t>
            </a:r>
            <a:r>
              <a:rPr lang="en-US" altLang="ko-KR"/>
              <a:t>.</a:t>
            </a:r>
          </a:p>
          <a:p>
            <a:r>
              <a:rPr lang="ko-KR" altLang="en-US"/>
              <a:t>주 언어 속성</a:t>
            </a:r>
            <a:r>
              <a:rPr lang="en-US" altLang="ko-KR"/>
              <a:t>(</a:t>
            </a:r>
            <a:r>
              <a:rPr lang="ko-KR" altLang="en-US"/>
              <a:t>한국어</a:t>
            </a:r>
            <a:r>
              <a:rPr lang="en-US" altLang="ko-KR"/>
              <a:t>)</a:t>
            </a:r>
            <a:r>
              <a:rPr lang="ko-KR" altLang="en-US"/>
              <a:t>에 맞춰 </a:t>
            </a:r>
            <a:r>
              <a:rPr lang="en-US" altLang="ko-KR"/>
              <a:t>"</a:t>
            </a:r>
            <a:r>
              <a:rPr lang="ko-KR" altLang="en-US"/>
              <a:t>메시지 보내기</a:t>
            </a:r>
            <a:r>
              <a:rPr lang="en-US" altLang="ko-KR"/>
              <a:t>"</a:t>
            </a:r>
            <a:r>
              <a:rPr lang="ko-KR" altLang="en-US"/>
              <a:t>로 대체 텍스트로 제공해야 함</a:t>
            </a:r>
            <a:r>
              <a:rPr lang="en-US" altLang="ko-KR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챗봇상담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콘텐츠는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71F0F5AC-CBD1-F5B8-6F6D-926297B74232}"/>
              </a:ext>
            </a:extLst>
          </p:cNvPr>
          <p:cNvSpPr/>
          <p:nvPr/>
        </p:nvSpPr>
        <p:spPr>
          <a:xfrm>
            <a:off x="8068733" y="6144509"/>
            <a:ext cx="221638" cy="258157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xmlns="" id="{14022BA8-B4B9-F9F3-3C17-A330AA62795E}"/>
              </a:ext>
            </a:extLst>
          </p:cNvPr>
          <p:cNvCxnSpPr>
            <a:cxnSpLocks/>
          </p:cNvCxnSpPr>
          <p:nvPr/>
        </p:nvCxnSpPr>
        <p:spPr>
          <a:xfrm>
            <a:off x="7798328" y="6289424"/>
            <a:ext cx="270405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솔루</a:t>
            </a:r>
            <a:r>
              <a:rPr lang="ko-KR" altLang="en-US" sz="5400" dirty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션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0138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xmlns="" id="{A029657E-6EC3-DD79-AAC5-BA093B29C3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1538" y="2256443"/>
            <a:ext cx="2160000" cy="414622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3291"/>
          </a:xfrm>
        </p:spPr>
        <p:txBody>
          <a:bodyPr/>
          <a:lstStyle/>
          <a:p>
            <a:r>
              <a:rPr lang="ko-KR" altLang="en-US"/>
              <a:t>카테고리 열기 버튼 실행 후 다음 초점은 활성화 된 카테고리 버튼들에 접근되어야 함</a:t>
            </a:r>
            <a:r>
              <a:rPr lang="en-US" altLang="ko-KR"/>
              <a:t>.</a:t>
            </a:r>
          </a:p>
          <a:p>
            <a:r>
              <a:rPr lang="ko-KR" altLang="en-US"/>
              <a:t>현재는 </a:t>
            </a:r>
            <a:r>
              <a:rPr lang="en-US" altLang="ko-KR"/>
              <a:t>"</a:t>
            </a:r>
            <a:r>
              <a:rPr lang="ko-KR" altLang="en-US"/>
              <a:t>메시지 보내기</a:t>
            </a:r>
            <a:r>
              <a:rPr lang="en-US" altLang="ko-KR"/>
              <a:t>" </a:t>
            </a:r>
            <a:r>
              <a:rPr lang="ko-KR" altLang="en-US"/>
              <a:t>버튼까지 탐색한 이후에 활성화 된 카테고리에 접근되고 있음</a:t>
            </a:r>
            <a:r>
              <a:rPr lang="en-US" altLang="ko-KR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545567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챗봇상담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71F0F5AC-CBD1-F5B8-6F6D-926297B74232}"/>
              </a:ext>
            </a:extLst>
          </p:cNvPr>
          <p:cNvSpPr/>
          <p:nvPr/>
        </p:nvSpPr>
        <p:spPr>
          <a:xfrm>
            <a:off x="6141538" y="5045818"/>
            <a:ext cx="2138862" cy="1075582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xmlns="" id="{14022BA8-B4B9-F9F3-3C17-A330AA62795E}"/>
              </a:ext>
            </a:extLst>
          </p:cNvPr>
          <p:cNvCxnSpPr>
            <a:cxnSpLocks/>
          </p:cNvCxnSpPr>
          <p:nvPr/>
        </p:nvCxnSpPr>
        <p:spPr>
          <a:xfrm>
            <a:off x="5871134" y="5580200"/>
            <a:ext cx="270405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솔루</a:t>
            </a:r>
            <a:r>
              <a:rPr lang="ko-KR" altLang="en-US" sz="5400" dirty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션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3904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웹 페이지이(가) 표시된 사진&#10;&#10;자동 생성된 설명">
            <a:extLst>
              <a:ext uri="{FF2B5EF4-FFF2-40B4-BE49-F238E27FC236}">
                <a16:creationId xmlns:a16="http://schemas.microsoft.com/office/drawing/2014/main" xmlns="" id="{05CF126D-72B1-AE48-215C-A7F1C17A63C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1538" y="2246825"/>
            <a:ext cx="2160000" cy="41349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28625"/>
          </a:xfrm>
        </p:spPr>
        <p:txBody>
          <a:bodyPr/>
          <a:lstStyle/>
          <a:p>
            <a:r>
              <a:rPr lang="ko-KR" altLang="en-US"/>
              <a:t>첫 번째 상품 영역 외 스와이퍼 영역에 존재하는 상품에 초점이 접근되지 않음</a:t>
            </a:r>
            <a:r>
              <a:rPr lang="en-US" altLang="ko-KR"/>
              <a:t>.</a:t>
            </a:r>
          </a:p>
          <a:p>
            <a:r>
              <a:rPr lang="ko-KR" altLang="en-US"/>
              <a:t>스크린 리더에서 챗봇에 출력된 상품 목록 탐색이 가능해야 함</a:t>
            </a:r>
            <a:r>
              <a:rPr lang="en-US" altLang="ko-KR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611215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챗봇상담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예금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입출금통장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71F0F5AC-CBD1-F5B8-6F6D-926297B74232}"/>
              </a:ext>
            </a:extLst>
          </p:cNvPr>
          <p:cNvSpPr/>
          <p:nvPr/>
        </p:nvSpPr>
        <p:spPr>
          <a:xfrm>
            <a:off x="7628466" y="3047684"/>
            <a:ext cx="651933" cy="1473515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xmlns="" id="{3EE34006-DB1F-BD87-847D-94ECF4C32EA5}"/>
              </a:ext>
            </a:extLst>
          </p:cNvPr>
          <p:cNvCxnSpPr>
            <a:cxnSpLocks/>
          </p:cNvCxnSpPr>
          <p:nvPr/>
        </p:nvCxnSpPr>
        <p:spPr>
          <a:xfrm flipH="1">
            <a:off x="7942735" y="2802150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솔루</a:t>
            </a:r>
            <a:r>
              <a:rPr lang="ko-KR" altLang="en-US" sz="5400" dirty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션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85267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xmlns="" id="{CCFC3E29-1CC9-1E8B-9A9F-DEE1A4016E0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802150"/>
            <a:ext cx="2520000" cy="307377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28625"/>
          </a:xfrm>
        </p:spPr>
        <p:txBody>
          <a:bodyPr/>
          <a:lstStyle/>
          <a:p>
            <a:r>
              <a:rPr lang="ko-KR" altLang="en-US"/>
              <a:t>페이지 접근 시 </a:t>
            </a:r>
            <a:r>
              <a:rPr lang="en-US" altLang="ko-KR"/>
              <a:t>"EER-Talk" </a:t>
            </a:r>
            <a:r>
              <a:rPr lang="ko-KR" altLang="en-US"/>
              <a:t>라고 읽어주고 있음</a:t>
            </a:r>
            <a:r>
              <a:rPr lang="en-US" altLang="ko-KR"/>
              <a:t>.</a:t>
            </a:r>
          </a:p>
          <a:p>
            <a:r>
              <a:rPr lang="en-US" altLang="ko-KR"/>
              <a:t>Talk</a:t>
            </a:r>
            <a:r>
              <a:rPr lang="ko-KR" altLang="en-US"/>
              <a:t>상담 또는 부산은행 </a:t>
            </a:r>
            <a:r>
              <a:rPr lang="en-US" altLang="ko-KR"/>
              <a:t>Talk</a:t>
            </a:r>
            <a:r>
              <a:rPr lang="ko-KR" altLang="en-US"/>
              <a:t>상담으로 읽을 수 있도록 </a:t>
            </a:r>
            <a:r>
              <a:rPr lang="en-US" altLang="ko-KR"/>
              <a:t>title </a:t>
            </a:r>
            <a:r>
              <a:rPr lang="ko-KR" altLang="en-US"/>
              <a:t>요소 내 텍스트를 변경해야 함</a:t>
            </a:r>
            <a:r>
              <a:rPr lang="en-US" altLang="ko-KR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025182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Talk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콘텐츠는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71F0F5AC-CBD1-F5B8-6F6D-926297B74232}"/>
              </a:ext>
            </a:extLst>
          </p:cNvPr>
          <p:cNvSpPr/>
          <p:nvPr/>
        </p:nvSpPr>
        <p:spPr>
          <a:xfrm>
            <a:off x="5955133" y="2793685"/>
            <a:ext cx="2520000" cy="3082244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xmlns="" id="{3EE34006-DB1F-BD87-847D-94ECF4C32EA5}"/>
              </a:ext>
            </a:extLst>
          </p:cNvPr>
          <p:cNvCxnSpPr>
            <a:cxnSpLocks/>
          </p:cNvCxnSpPr>
          <p:nvPr/>
        </p:nvCxnSpPr>
        <p:spPr>
          <a:xfrm flipH="1">
            <a:off x="7205607" y="2548150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솔루</a:t>
            </a:r>
            <a:r>
              <a:rPr lang="ko-KR" altLang="en-US" sz="5400" dirty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션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7213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xmlns="" id="{CCFC3E29-1CC9-1E8B-9A9F-DEE1A4016E0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802150"/>
            <a:ext cx="2520000" cy="307377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607997"/>
          </a:xfrm>
        </p:spPr>
        <p:txBody>
          <a:bodyPr/>
          <a:lstStyle/>
          <a:p>
            <a:r>
              <a:rPr lang="ko-KR" altLang="en-US"/>
              <a:t>컨트롤 요소는 </a:t>
            </a:r>
            <a:r>
              <a:rPr lang="en-US" altLang="ko-KR"/>
              <a:t>"</a:t>
            </a:r>
            <a:r>
              <a:rPr lang="ko-KR" altLang="en-US"/>
              <a:t>버튼 또는 링크</a:t>
            </a:r>
            <a:r>
              <a:rPr lang="en-US" altLang="ko-KR"/>
              <a:t>"</a:t>
            </a:r>
            <a:r>
              <a:rPr lang="ko-KR" altLang="en-US"/>
              <a:t>로 제공해야 함</a:t>
            </a:r>
            <a:r>
              <a:rPr lang="en-US" altLang="ko-KR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Talk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콘텐츠는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71F0F5AC-CBD1-F5B8-6F6D-926297B74232}"/>
              </a:ext>
            </a:extLst>
          </p:cNvPr>
          <p:cNvSpPr/>
          <p:nvPr/>
        </p:nvSpPr>
        <p:spPr>
          <a:xfrm>
            <a:off x="7255933" y="2793685"/>
            <a:ext cx="1219200" cy="305116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xmlns="" id="{3EE34006-DB1F-BD87-847D-94ECF4C32EA5}"/>
              </a:ext>
            </a:extLst>
          </p:cNvPr>
          <p:cNvCxnSpPr>
            <a:cxnSpLocks/>
          </p:cNvCxnSpPr>
          <p:nvPr/>
        </p:nvCxnSpPr>
        <p:spPr>
          <a:xfrm flipH="1">
            <a:off x="7858069" y="2548150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60D9B1F0-D3EA-1420-4A04-9AE26E158053}"/>
              </a:ext>
            </a:extLst>
          </p:cNvPr>
          <p:cNvSpPr/>
          <p:nvPr/>
        </p:nvSpPr>
        <p:spPr>
          <a:xfrm>
            <a:off x="6316133" y="4182218"/>
            <a:ext cx="1955800" cy="745382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xmlns="" id="{B1E688C0-401C-3DA0-B7E8-3FA4C4CA4203}"/>
              </a:ext>
            </a:extLst>
          </p:cNvPr>
          <p:cNvCxnSpPr>
            <a:cxnSpLocks/>
          </p:cNvCxnSpPr>
          <p:nvPr/>
        </p:nvCxnSpPr>
        <p:spPr>
          <a:xfrm flipH="1">
            <a:off x="7210370" y="3936683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솔루</a:t>
            </a:r>
            <a:r>
              <a:rPr lang="ko-KR" altLang="en-US" sz="5400" dirty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션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50606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번호, 소프트웨어이(가) 표시된 사진&#10;&#10;자동 생성된 설명">
            <a:extLst>
              <a:ext uri="{FF2B5EF4-FFF2-40B4-BE49-F238E27FC236}">
                <a16:creationId xmlns:a16="http://schemas.microsoft.com/office/drawing/2014/main" xmlns="" id="{9BA0C973-4D9C-2C1D-54DF-5D80BF57C3B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34074" y="2258484"/>
            <a:ext cx="2160000" cy="410963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607997"/>
          </a:xfrm>
        </p:spPr>
        <p:txBody>
          <a:bodyPr/>
          <a:lstStyle/>
          <a:p>
            <a:r>
              <a:rPr lang="ko-KR" altLang="en-US" dirty="0"/>
              <a:t>텍스트와 배경 간 명도 대비는 최소 </a:t>
            </a:r>
            <a:r>
              <a:rPr lang="en-US" altLang="ko-KR" dirty="0"/>
              <a:t>3:1 </a:t>
            </a:r>
            <a:r>
              <a:rPr lang="ko-KR" altLang="en-US" dirty="0"/>
              <a:t>이상으로 제공해야 함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861987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Talk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명도 대비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사용자 인터페이스 컴포넌트와 텍스트는 전경색과 배경색이 구분될 수 있도록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사용자 인터페이스 컴포넌트와 텍스트는 전경색과 배경색이 구분될 수 있도록 명도 대비를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3:1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이상으로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71F0F5AC-CBD1-F5B8-6F6D-926297B74232}"/>
              </a:ext>
            </a:extLst>
          </p:cNvPr>
          <p:cNvSpPr/>
          <p:nvPr/>
        </p:nvSpPr>
        <p:spPr>
          <a:xfrm>
            <a:off x="6959600" y="2505818"/>
            <a:ext cx="533400" cy="262783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xmlns="" id="{3EE34006-DB1F-BD87-847D-94ECF4C32EA5}"/>
              </a:ext>
            </a:extLst>
          </p:cNvPr>
          <p:cNvCxnSpPr>
            <a:cxnSpLocks/>
          </p:cNvCxnSpPr>
          <p:nvPr/>
        </p:nvCxnSpPr>
        <p:spPr>
          <a:xfrm flipH="1">
            <a:off x="7214074" y="2260283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BD2C72E4-2621-29B3-A66C-30D269B432D0}"/>
              </a:ext>
            </a:extLst>
          </p:cNvPr>
          <p:cNvSpPr/>
          <p:nvPr/>
        </p:nvSpPr>
        <p:spPr>
          <a:xfrm>
            <a:off x="6412951" y="4045559"/>
            <a:ext cx="364319" cy="197433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xmlns="" id="{5FAF52B5-ADF5-D217-A345-9C152123426B}"/>
              </a:ext>
            </a:extLst>
          </p:cNvPr>
          <p:cNvCxnSpPr>
            <a:cxnSpLocks/>
          </p:cNvCxnSpPr>
          <p:nvPr/>
        </p:nvCxnSpPr>
        <p:spPr>
          <a:xfrm flipH="1">
            <a:off x="6582884" y="3801217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DA1CC933-53CA-1D56-4B10-CA0D2801D68C}"/>
              </a:ext>
            </a:extLst>
          </p:cNvPr>
          <p:cNvSpPr/>
          <p:nvPr/>
        </p:nvSpPr>
        <p:spPr>
          <a:xfrm>
            <a:off x="6412951" y="4810576"/>
            <a:ext cx="364319" cy="197433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xmlns="" id="{8644D771-A4B1-D8A2-2D38-2E3BF7208B94}"/>
              </a:ext>
            </a:extLst>
          </p:cNvPr>
          <p:cNvCxnSpPr>
            <a:cxnSpLocks/>
          </p:cNvCxnSpPr>
          <p:nvPr/>
        </p:nvCxnSpPr>
        <p:spPr>
          <a:xfrm flipH="1">
            <a:off x="6582884" y="4566234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솔루</a:t>
            </a:r>
            <a:r>
              <a:rPr lang="ko-KR" altLang="en-US" sz="5400" dirty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션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54468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xmlns="" id="{CCFC3E29-1CC9-1E8B-9A9F-DEE1A4016E0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8900" y="3267847"/>
            <a:ext cx="1800000" cy="219555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843959"/>
          </a:xfrm>
        </p:spPr>
        <p:txBody>
          <a:bodyPr/>
          <a:lstStyle/>
          <a:p>
            <a:r>
              <a:rPr lang="ko-KR" altLang="en-US" dirty="0"/>
              <a:t>키워드 실행 시 초점은 새로 출력된 내용 중 </a:t>
            </a:r>
            <a:r>
              <a:rPr lang="en-US" altLang="ko-KR" dirty="0"/>
              <a:t>"</a:t>
            </a:r>
            <a:r>
              <a:rPr lang="ko-KR" altLang="en-US" dirty="0"/>
              <a:t>첫 번째</a:t>
            </a:r>
            <a:r>
              <a:rPr lang="en-US" altLang="ko-KR" dirty="0"/>
              <a:t>" </a:t>
            </a:r>
            <a:r>
              <a:rPr lang="ko-KR" altLang="en-US" dirty="0"/>
              <a:t>요소로 이동되어야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현재는 키워드 실행 시 초점을 잃게 되어 최상단부터 다시 탐색하고 있음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516598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Talk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60D9B1F0-D3EA-1420-4A04-9AE26E158053}"/>
              </a:ext>
            </a:extLst>
          </p:cNvPr>
          <p:cNvSpPr/>
          <p:nvPr/>
        </p:nvSpPr>
        <p:spPr>
          <a:xfrm>
            <a:off x="5421895" y="4241515"/>
            <a:ext cx="1445405" cy="550864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pic>
        <p:nvPicPr>
          <p:cNvPr id="6" name="그림 5" descr="텍스트, 스크린샷, 번호, 소프트웨어이(가) 표시된 사진&#10;&#10;자동 생성된 설명">
            <a:extLst>
              <a:ext uri="{FF2B5EF4-FFF2-40B4-BE49-F238E27FC236}">
                <a16:creationId xmlns:a16="http://schemas.microsoft.com/office/drawing/2014/main" xmlns="" id="{EB964F41-9494-FC28-5E22-57B93486154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74175" y="2653279"/>
            <a:ext cx="1800000" cy="342469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2324DFAF-8792-E6B4-09F9-8193C63EF37F}"/>
              </a:ext>
            </a:extLst>
          </p:cNvPr>
          <p:cNvSpPr/>
          <p:nvPr/>
        </p:nvSpPr>
        <p:spPr>
          <a:xfrm>
            <a:off x="7474175" y="3564181"/>
            <a:ext cx="1800000" cy="1354951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xmlns="" id="{97AFA270-07B6-A2BC-6270-E91BFD2FF27A}"/>
              </a:ext>
            </a:extLst>
          </p:cNvPr>
          <p:cNvCxnSpPr>
            <a:stCxn id="9" idx="3"/>
            <a:endCxn id="12" idx="1"/>
          </p:cNvCxnSpPr>
          <p:nvPr/>
        </p:nvCxnSpPr>
        <p:spPr>
          <a:xfrm flipV="1">
            <a:off x="6867300" y="4241657"/>
            <a:ext cx="606875" cy="275290"/>
          </a:xfrm>
          <a:prstGeom prst="bentConnector3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타원 9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솔루</a:t>
            </a:r>
            <a:r>
              <a:rPr lang="ko-KR" altLang="en-US" sz="5400" dirty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션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63565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번호, 소프트웨어이(가) 표시된 사진&#10;&#10;자동 생성된 설명">
            <a:extLst>
              <a:ext uri="{FF2B5EF4-FFF2-40B4-BE49-F238E27FC236}">
                <a16:creationId xmlns:a16="http://schemas.microsoft.com/office/drawing/2014/main" xmlns="" id="{9BA0C973-4D9C-2C1D-54DF-5D80BF57C3B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34074" y="2258484"/>
            <a:ext cx="2160000" cy="410963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2023769"/>
          </a:xfrm>
        </p:spPr>
        <p:txBody>
          <a:bodyPr/>
          <a:lstStyle/>
          <a:p>
            <a:r>
              <a:rPr lang="ko-KR" altLang="en-US"/>
              <a:t>각 아이콘에 대한 대체 텍스트를 주 언어 설정에 맞게 제공해야 함</a:t>
            </a:r>
            <a:r>
              <a:rPr lang="en-US" altLang="ko-KR"/>
              <a:t>.</a:t>
            </a:r>
          </a:p>
          <a:p>
            <a:r>
              <a:rPr lang="ko-KR" altLang="en-US"/>
              <a:t>컨트롤 요소는 </a:t>
            </a:r>
            <a:r>
              <a:rPr lang="en-US" altLang="ko-KR"/>
              <a:t>"</a:t>
            </a:r>
            <a:r>
              <a:rPr lang="ko-KR" altLang="en-US"/>
              <a:t>버튼 또는 링크</a:t>
            </a:r>
            <a:r>
              <a:rPr lang="en-US" altLang="ko-KR"/>
              <a:t>"</a:t>
            </a:r>
            <a:r>
              <a:rPr lang="ko-KR" altLang="en-US"/>
              <a:t>로 제공해야 함</a:t>
            </a:r>
            <a:r>
              <a:rPr lang="en-US" altLang="ko-KR"/>
              <a:t>.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ko-KR" altLang="en-US"/>
              <a:t>예시</a:t>
            </a:r>
            <a:r>
              <a:rPr lang="en-US" altLang="ko-KR"/>
              <a:t>)</a:t>
            </a:r>
          </a:p>
          <a:p>
            <a:pPr marL="0" indent="0">
              <a:buNone/>
            </a:pPr>
            <a:r>
              <a:rPr lang="en-US" altLang="ko-KR"/>
              <a:t>- </a:t>
            </a:r>
            <a:r>
              <a:rPr lang="ko-KR" altLang="en-US"/>
              <a:t>파일 첨부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- </a:t>
            </a:r>
            <a:r>
              <a:rPr lang="ko-KR" altLang="en-US"/>
              <a:t>이모티콘 보기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- </a:t>
            </a:r>
            <a:r>
              <a:rPr lang="ko-KR" altLang="en-US"/>
              <a:t>메시지 보내기</a:t>
            </a:r>
            <a:endParaRPr lang="en-US" altLang="ko-KR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004955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Talk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콘텐츠는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DA1CC933-53CA-1D56-4B10-CA0D2801D68C}"/>
              </a:ext>
            </a:extLst>
          </p:cNvPr>
          <p:cNvSpPr/>
          <p:nvPr/>
        </p:nvSpPr>
        <p:spPr>
          <a:xfrm>
            <a:off x="7783027" y="6070600"/>
            <a:ext cx="455040" cy="279400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xmlns="" id="{8644D771-A4B1-D8A2-2D38-2E3BF7208B94}"/>
              </a:ext>
            </a:extLst>
          </p:cNvPr>
          <p:cNvCxnSpPr>
            <a:cxnSpLocks/>
          </p:cNvCxnSpPr>
          <p:nvPr/>
        </p:nvCxnSpPr>
        <p:spPr>
          <a:xfrm flipH="1">
            <a:off x="8004963" y="5825066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8C9D431F-6889-2EAF-1CD8-FAD2D41B357C}"/>
              </a:ext>
            </a:extLst>
          </p:cNvPr>
          <p:cNvSpPr/>
          <p:nvPr/>
        </p:nvSpPr>
        <p:spPr>
          <a:xfrm>
            <a:off x="6153151" y="6070600"/>
            <a:ext cx="295748" cy="279400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xmlns="" id="{DE09E8EC-9FC6-E4E0-4065-54F6E78185DC}"/>
              </a:ext>
            </a:extLst>
          </p:cNvPr>
          <p:cNvCxnSpPr>
            <a:cxnSpLocks/>
          </p:cNvCxnSpPr>
          <p:nvPr/>
        </p:nvCxnSpPr>
        <p:spPr>
          <a:xfrm flipH="1">
            <a:off x="6306477" y="5825066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타원 9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솔루</a:t>
            </a:r>
            <a:r>
              <a:rPr lang="ko-KR" altLang="en-US" sz="5400" dirty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션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07344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xmlns="" id="{4F833C89-E3B7-578D-FD0C-7BA3FBB25B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1538" y="2295328"/>
            <a:ext cx="2160000" cy="414059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2023769"/>
          </a:xfrm>
        </p:spPr>
        <p:txBody>
          <a:bodyPr/>
          <a:lstStyle/>
          <a:p>
            <a:r>
              <a:rPr lang="ko-KR" altLang="en-US"/>
              <a:t>각 이모티콘 이미지에 대한 묘사 내용을 대체 텍스트를 제공해야 함</a:t>
            </a:r>
            <a:r>
              <a:rPr lang="en-US" altLang="ko-KR"/>
              <a:t>.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ko-KR" altLang="en-US"/>
              <a:t>예시</a:t>
            </a:r>
            <a:r>
              <a:rPr lang="en-US" altLang="ko-KR"/>
              <a:t>)</a:t>
            </a:r>
          </a:p>
          <a:p>
            <a:pPr marL="0" indent="0">
              <a:buNone/>
            </a:pPr>
            <a:r>
              <a:rPr lang="en-US" altLang="ko-KR"/>
              <a:t>- </a:t>
            </a:r>
            <a:r>
              <a:rPr lang="ko-KR" altLang="en-US"/>
              <a:t>환영</a:t>
            </a:r>
            <a:r>
              <a:rPr lang="en-US" altLang="ko-KR"/>
              <a:t>,</a:t>
            </a:r>
            <a:r>
              <a:rPr lang="ko-KR" altLang="en-US"/>
              <a:t> 하트 이모티콘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- OK, </a:t>
            </a:r>
            <a:r>
              <a:rPr lang="ko-KR" altLang="en-US"/>
              <a:t>하트 이모티콘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- </a:t>
            </a:r>
            <a:r>
              <a:rPr lang="ko-KR" altLang="en-US"/>
              <a:t>궁금해</a:t>
            </a:r>
            <a:r>
              <a:rPr lang="en-US" altLang="ko-KR"/>
              <a:t>,</a:t>
            </a:r>
            <a:r>
              <a:rPr lang="ko-KR" altLang="en-US"/>
              <a:t> 하트 이모티콘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- </a:t>
            </a:r>
            <a:r>
              <a:rPr lang="ko-KR" altLang="en-US"/>
              <a:t>당황</a:t>
            </a:r>
            <a:r>
              <a:rPr lang="en-US" altLang="ko-KR"/>
              <a:t>, </a:t>
            </a:r>
            <a:r>
              <a:rPr lang="ko-KR" altLang="en-US"/>
              <a:t>하트 이모티콘 등</a:t>
            </a:r>
            <a:endParaRPr lang="en-US" altLang="ko-KR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Talk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콘텐츠는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DA1CC933-53CA-1D56-4B10-CA0D2801D68C}"/>
              </a:ext>
            </a:extLst>
          </p:cNvPr>
          <p:cNvSpPr/>
          <p:nvPr/>
        </p:nvSpPr>
        <p:spPr>
          <a:xfrm>
            <a:off x="6233627" y="5579534"/>
            <a:ext cx="1953640" cy="414866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xmlns="" id="{8644D771-A4B1-D8A2-2D38-2E3BF7208B94}"/>
              </a:ext>
            </a:extLst>
          </p:cNvPr>
          <p:cNvCxnSpPr>
            <a:cxnSpLocks/>
          </p:cNvCxnSpPr>
          <p:nvPr/>
        </p:nvCxnSpPr>
        <p:spPr>
          <a:xfrm flipH="1">
            <a:off x="7222348" y="5334000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솔루</a:t>
            </a:r>
            <a:r>
              <a:rPr lang="ko-KR" altLang="en-US" sz="5400" dirty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션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79120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xmlns="" id="{4F833C89-E3B7-578D-FD0C-7BA3FBB25B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1538" y="2295328"/>
            <a:ext cx="2160000" cy="414059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28625"/>
          </a:xfrm>
        </p:spPr>
        <p:txBody>
          <a:bodyPr/>
          <a:lstStyle/>
          <a:p>
            <a:r>
              <a:rPr lang="ko-KR" altLang="en-US" dirty="0"/>
              <a:t>슬라이드의 상태에 대한 정보를 색상 이외의 수단으로 구분할 수 있는 단서</a:t>
            </a:r>
            <a:r>
              <a:rPr lang="en-US" altLang="ko-KR" dirty="0"/>
              <a:t>(</a:t>
            </a:r>
            <a:r>
              <a:rPr lang="ko-KR" altLang="en-US" dirty="0"/>
              <a:t>밑줄</a:t>
            </a:r>
            <a:r>
              <a:rPr lang="en-US" altLang="ko-KR" dirty="0"/>
              <a:t>,  </a:t>
            </a:r>
            <a:r>
              <a:rPr lang="ko-KR" altLang="en-US" dirty="0"/>
              <a:t>크기 차이</a:t>
            </a:r>
            <a:r>
              <a:rPr lang="en-US" altLang="ko-KR" dirty="0"/>
              <a:t>, 1px </a:t>
            </a:r>
            <a:r>
              <a:rPr lang="ko-KR" altLang="en-US" dirty="0"/>
              <a:t>이상의 테두리 차이</a:t>
            </a:r>
            <a:r>
              <a:rPr lang="en-US" altLang="ko-KR" dirty="0"/>
              <a:t>, </a:t>
            </a:r>
            <a:r>
              <a:rPr lang="ko-KR" altLang="en-US" dirty="0" err="1"/>
              <a:t>표식자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  <a:r>
              <a:rPr lang="ko-KR" altLang="en-US" dirty="0"/>
              <a:t>를 제공해야 함</a:t>
            </a:r>
          </a:p>
          <a:p>
            <a:r>
              <a:rPr lang="ko-KR" altLang="en-US" dirty="0"/>
              <a:t>색상만으로 구분하고자 할 경우 </a:t>
            </a:r>
            <a:r>
              <a:rPr lang="en-US" altLang="ko-KR" dirty="0"/>
              <a:t>7:1</a:t>
            </a:r>
            <a:r>
              <a:rPr lang="ko-KR" altLang="en-US" dirty="0"/>
              <a:t>이상의 명도대비를 만족해야 함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423055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Talk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색에 무관한 인식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정보는 색에 관계없이 인식될 수 있어야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3.1.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콘텐츠에서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제공하는 모든 정보는 특정한 색을 구별할 수 없는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흑백 디스플레이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흑백 인쇄물을 보는 사용자 및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고대비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모드 사용자가 인식할 수 있도록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DA1CC933-53CA-1D56-4B10-CA0D2801D68C}"/>
              </a:ext>
            </a:extLst>
          </p:cNvPr>
          <p:cNvSpPr/>
          <p:nvPr/>
        </p:nvSpPr>
        <p:spPr>
          <a:xfrm>
            <a:off x="6233627" y="5969000"/>
            <a:ext cx="1953640" cy="135466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xmlns="" id="{8644D771-A4B1-D8A2-2D38-2E3BF7208B94}"/>
              </a:ext>
            </a:extLst>
          </p:cNvPr>
          <p:cNvCxnSpPr>
            <a:cxnSpLocks/>
          </p:cNvCxnSpPr>
          <p:nvPr/>
        </p:nvCxnSpPr>
        <p:spPr>
          <a:xfrm flipH="1">
            <a:off x="7222348" y="5723466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2A86E20-C853-E766-BCC9-DDE8FD0E7786}"/>
              </a:ext>
            </a:extLst>
          </p:cNvPr>
          <p:cNvSpPr txBox="1"/>
          <p:nvPr/>
        </p:nvSpPr>
        <p:spPr>
          <a:xfrm>
            <a:off x="633100" y="3174353"/>
            <a:ext cx="4104000" cy="211203"/>
          </a:xfrm>
          <a:prstGeom prst="rect">
            <a:avLst/>
          </a:prstGeom>
          <a:noFill/>
        </p:spPr>
        <p:txBody>
          <a:bodyPr wrap="square" lIns="0" tIns="0" rIns="0" bIns="72000" rtlCol="0">
            <a:spAutoFit/>
          </a:bodyPr>
          <a:lstStyle/>
          <a:p>
            <a:pPr algn="l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개선 방안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C615A7F2-FD6C-C780-6C1F-F175AC162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766" y="3385556"/>
            <a:ext cx="1800000" cy="269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5530D58E-1BD4-1108-2D8E-EADC22A3EB7F}"/>
              </a:ext>
            </a:extLst>
          </p:cNvPr>
          <p:cNvSpPr/>
          <p:nvPr/>
        </p:nvSpPr>
        <p:spPr>
          <a:xfrm>
            <a:off x="2516397" y="5789891"/>
            <a:ext cx="316452" cy="153082"/>
          </a:xfrm>
          <a:prstGeom prst="rect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솔루</a:t>
            </a:r>
            <a:r>
              <a:rPr lang="ko-KR" altLang="en-US" sz="5400" dirty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션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20418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xmlns="" id="{744B739B-2F23-2007-1E85-D9BD1D611A0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50447" y="3268610"/>
            <a:ext cx="2520000" cy="219402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843959"/>
          </a:xfrm>
        </p:spPr>
        <p:txBody>
          <a:bodyPr/>
          <a:lstStyle/>
          <a:p>
            <a:r>
              <a:rPr lang="ko-KR" altLang="en-US"/>
              <a:t>상담 이력</a:t>
            </a:r>
            <a:r>
              <a:rPr lang="en-US" altLang="ko-KR"/>
              <a:t>, </a:t>
            </a:r>
            <a:r>
              <a:rPr lang="ko-KR" altLang="en-US"/>
              <a:t>뒤로 가기 버튼에 초점이 접근되지 않음</a:t>
            </a:r>
            <a:r>
              <a:rPr lang="en-US" altLang="ko-KR"/>
              <a:t>.</a:t>
            </a:r>
          </a:p>
          <a:p>
            <a:r>
              <a:rPr lang="ko-KR" altLang="en-US"/>
              <a:t>뒤로가기 버튼의 경우 버튼에 대체 텍스트를 제공해야 함</a:t>
            </a:r>
            <a:r>
              <a:rPr lang="en-US" altLang="ko-KR"/>
              <a:t>.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27230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Talk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DA1CC933-53CA-1D56-4B10-CA0D2801D68C}"/>
              </a:ext>
            </a:extLst>
          </p:cNvPr>
          <p:cNvSpPr/>
          <p:nvPr/>
        </p:nvSpPr>
        <p:spPr>
          <a:xfrm>
            <a:off x="5950447" y="3585473"/>
            <a:ext cx="2497664" cy="681726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xmlns="" id="{8644D771-A4B1-D8A2-2D38-2E3BF7208B94}"/>
              </a:ext>
            </a:extLst>
          </p:cNvPr>
          <p:cNvCxnSpPr>
            <a:cxnSpLocks/>
          </p:cNvCxnSpPr>
          <p:nvPr/>
        </p:nvCxnSpPr>
        <p:spPr>
          <a:xfrm flipH="1">
            <a:off x="7221538" y="3339939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532BE11F-C2E4-08EF-6A97-892649017CBF}"/>
              </a:ext>
            </a:extLst>
          </p:cNvPr>
          <p:cNvSpPr/>
          <p:nvPr/>
        </p:nvSpPr>
        <p:spPr>
          <a:xfrm>
            <a:off x="5950447" y="3244610"/>
            <a:ext cx="388385" cy="340863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xmlns="" id="{43CB9F15-9729-B499-F110-B15F67A89561}"/>
              </a:ext>
            </a:extLst>
          </p:cNvPr>
          <p:cNvCxnSpPr>
            <a:cxnSpLocks/>
          </p:cNvCxnSpPr>
          <p:nvPr/>
        </p:nvCxnSpPr>
        <p:spPr>
          <a:xfrm flipH="1">
            <a:off x="6139055" y="3023076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솔루</a:t>
            </a:r>
            <a:r>
              <a:rPr lang="ko-KR" altLang="en-US" sz="5400" dirty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션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53146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xmlns="" id="{9A9ADE7A-5D1B-B7B0-B4A8-6532AFB8ED1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28111" y="2348643"/>
            <a:ext cx="2520000" cy="40339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843959"/>
          </a:xfrm>
        </p:spPr>
        <p:txBody>
          <a:bodyPr/>
          <a:lstStyle/>
          <a:p>
            <a:r>
              <a:rPr lang="ko-KR" altLang="en-US"/>
              <a:t>상담 종료 시</a:t>
            </a:r>
            <a:r>
              <a:rPr lang="en-US" altLang="ko-KR"/>
              <a:t> </a:t>
            </a:r>
            <a:r>
              <a:rPr lang="ko-KR" altLang="en-US"/>
              <a:t>초점은 </a:t>
            </a:r>
            <a:r>
              <a:rPr lang="en-US" altLang="ko-KR"/>
              <a:t>"confirm </a:t>
            </a:r>
            <a:r>
              <a:rPr lang="ko-KR" altLang="en-US"/>
              <a:t>창</a:t>
            </a:r>
            <a:r>
              <a:rPr lang="en-US" altLang="ko-KR"/>
              <a:t>"</a:t>
            </a:r>
            <a:r>
              <a:rPr lang="ko-KR" altLang="en-US"/>
              <a:t>으로 이동되어야 함</a:t>
            </a:r>
            <a:r>
              <a:rPr lang="en-US" altLang="ko-KR"/>
              <a:t>.</a:t>
            </a:r>
          </a:p>
          <a:p>
            <a:pPr marL="0" indent="0">
              <a:buNone/>
            </a:pP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Talk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DA1CC933-53CA-1D56-4B10-CA0D2801D68C}"/>
              </a:ext>
            </a:extLst>
          </p:cNvPr>
          <p:cNvSpPr/>
          <p:nvPr/>
        </p:nvSpPr>
        <p:spPr>
          <a:xfrm>
            <a:off x="7821580" y="2404664"/>
            <a:ext cx="594287" cy="203069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7BD13C15-5E8A-E87C-1B3D-CEDD3D898D32}"/>
              </a:ext>
            </a:extLst>
          </p:cNvPr>
          <p:cNvSpPr/>
          <p:nvPr/>
        </p:nvSpPr>
        <p:spPr>
          <a:xfrm>
            <a:off x="6204447" y="4402797"/>
            <a:ext cx="1982820" cy="711070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xmlns="" id="{BCA48136-B810-D097-9073-1DE909E76DCC}"/>
              </a:ext>
            </a:extLst>
          </p:cNvPr>
          <p:cNvCxnSpPr>
            <a:cxnSpLocks/>
            <a:stCxn id="13" idx="2"/>
            <a:endCxn id="6" idx="0"/>
          </p:cNvCxnSpPr>
          <p:nvPr/>
        </p:nvCxnSpPr>
        <p:spPr>
          <a:xfrm rot="5400000">
            <a:off x="6759759" y="3043832"/>
            <a:ext cx="1795064" cy="922867"/>
          </a:xfrm>
          <a:prstGeom prst="bentConnector3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솔루</a:t>
            </a:r>
            <a:r>
              <a:rPr lang="ko-KR" altLang="en-US" sz="5400" dirty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션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03925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xmlns="" id="{9A9ADE7A-5D1B-B7B0-B4A8-6532AFB8ED1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28111" y="2348643"/>
            <a:ext cx="2520000" cy="40339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607997"/>
          </a:xfrm>
        </p:spPr>
        <p:txBody>
          <a:bodyPr/>
          <a:lstStyle/>
          <a:p>
            <a:r>
              <a:rPr lang="ko-KR" altLang="en-US" dirty="0"/>
              <a:t>컨트롤 요소는 </a:t>
            </a:r>
            <a:r>
              <a:rPr lang="en-US" altLang="ko-KR" dirty="0"/>
              <a:t>"</a:t>
            </a:r>
            <a:r>
              <a:rPr lang="ko-KR" altLang="en-US" dirty="0"/>
              <a:t>버튼 또는 링크</a:t>
            </a:r>
            <a:r>
              <a:rPr lang="en-US" altLang="ko-KR" dirty="0"/>
              <a:t>"</a:t>
            </a:r>
            <a:r>
              <a:rPr lang="ko-KR" altLang="en-US" dirty="0"/>
              <a:t>로 제공해야 함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625337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Talk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콘텐츠는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7BD13C15-5E8A-E87C-1B3D-CEDD3D898D32}"/>
              </a:ext>
            </a:extLst>
          </p:cNvPr>
          <p:cNvSpPr/>
          <p:nvPr/>
        </p:nvSpPr>
        <p:spPr>
          <a:xfrm>
            <a:off x="6204447" y="4749799"/>
            <a:ext cx="1982820" cy="364067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xmlns="" id="{BADBA2A9-9A06-FC86-24F4-CA54F0FA9385}"/>
              </a:ext>
            </a:extLst>
          </p:cNvPr>
          <p:cNvCxnSpPr>
            <a:cxnSpLocks/>
          </p:cNvCxnSpPr>
          <p:nvPr/>
        </p:nvCxnSpPr>
        <p:spPr>
          <a:xfrm flipH="1">
            <a:off x="7195857" y="4504265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솔루</a:t>
            </a:r>
            <a:r>
              <a:rPr lang="ko-KR" altLang="en-US" sz="5400" dirty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션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52938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609408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텍스트와 배경 간 명도대비를 </a:t>
            </a:r>
            <a:r>
              <a:rPr lang="en-US" altLang="ko-KR" dirty="0"/>
              <a:t>3:1 </a:t>
            </a:r>
            <a:r>
              <a:rPr lang="ko-KR" altLang="en-US" dirty="0"/>
              <a:t>이상으로 제공해야 함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335437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전화상담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명도 대비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사용자 인터페이스 컴포넌트와 텍스트는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전경색과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배경색이 구분될 수 있도록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사용자 인터페이스 컴포넌트와 텍스트는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전경색과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배경색이 구분될 수 있도록 명도 대비를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3:1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이상으로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92FCD4D4-ECCC-23C7-43D0-DF1931B7161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0610" y="2743200"/>
            <a:ext cx="2520000" cy="323848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7E4AD932-241A-B4CA-BC0D-D9D8C7C94CB2}"/>
              </a:ext>
            </a:extLst>
          </p:cNvPr>
          <p:cNvSpPr/>
          <p:nvPr/>
        </p:nvSpPr>
        <p:spPr>
          <a:xfrm>
            <a:off x="6190636" y="2768120"/>
            <a:ext cx="488070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445AAD6B-76B0-687C-9875-C138E969C392}"/>
              </a:ext>
            </a:extLst>
          </p:cNvPr>
          <p:cNvCxnSpPr>
            <a:cxnSpLocks/>
          </p:cNvCxnSpPr>
          <p:nvPr/>
        </p:nvCxnSpPr>
        <p:spPr>
          <a:xfrm flipH="1">
            <a:off x="6410523" y="2522586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4C33D91B-94A1-713E-68C2-41058FCBC4A0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66878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폰트이(가) 표시된 사진&#10;&#10;자동 생성된 설명">
            <a:extLst>
              <a:ext uri="{FF2B5EF4-FFF2-40B4-BE49-F238E27FC236}">
                <a16:creationId xmlns:a16="http://schemas.microsoft.com/office/drawing/2014/main" xmlns="" id="{4B8EA4B5-6C7F-1826-E502-BCDD3966238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743199"/>
            <a:ext cx="2520000" cy="323848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84537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 err="1"/>
              <a:t>이메일상담</a:t>
            </a:r>
            <a:r>
              <a:rPr lang="ko-KR" altLang="en-US" dirty="0"/>
              <a:t> 영역의 링크에 대해서 링크 정보를 제공하지 않고 있음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  <a:p>
            <a:r>
              <a:rPr lang="ko-KR" altLang="en-US" dirty="0"/>
              <a:t>위쪽 </a:t>
            </a:r>
            <a:r>
              <a:rPr lang="en-US" altLang="ko-KR" dirty="0"/>
              <a:t>Talk </a:t>
            </a:r>
            <a:r>
              <a:rPr lang="ko-KR" altLang="en-US" dirty="0"/>
              <a:t>상담은 </a:t>
            </a:r>
            <a:r>
              <a:rPr lang="en-US" altLang="ko-KR" dirty="0"/>
              <a:t>'</a:t>
            </a:r>
            <a:r>
              <a:rPr lang="ko-KR" altLang="en-US" dirty="0"/>
              <a:t>링크</a:t>
            </a:r>
            <a:r>
              <a:rPr lang="en-US" altLang="ko-KR" dirty="0"/>
              <a:t>'</a:t>
            </a:r>
            <a:r>
              <a:rPr lang="ko-KR" altLang="en-US" dirty="0"/>
              <a:t>임을 읽어주고 있기 때문에 참고하여 개선해야 함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97368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상담내역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콘텐츠는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E4DC2D80-C0BE-32B2-3628-1B85C3768938}"/>
              </a:ext>
            </a:extLst>
          </p:cNvPr>
          <p:cNvSpPr/>
          <p:nvPr/>
        </p:nvSpPr>
        <p:spPr>
          <a:xfrm>
            <a:off x="5976850" y="4666672"/>
            <a:ext cx="2485505" cy="1318492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xmlns="" id="{86E5F79F-94C9-7EF2-F5F5-A4A209B6213E}"/>
              </a:ext>
            </a:extLst>
          </p:cNvPr>
          <p:cNvCxnSpPr>
            <a:cxnSpLocks/>
          </p:cNvCxnSpPr>
          <p:nvPr/>
        </p:nvCxnSpPr>
        <p:spPr>
          <a:xfrm flipH="1">
            <a:off x="7204169" y="4421138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9C5E30A4-7E5A-2043-2ED2-2175CD4D4E86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23533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66680C0E-9431-2C60-C6F0-80E4AD91524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746382"/>
            <a:ext cx="2520000" cy="323848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252788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영역 실행 시 필터 옵션을 변경할 수 있는 기능이 실행되고 있기 때문에 버튼에 대한 기능 정보를 제공해야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마크업 코드에 따라 </a:t>
            </a:r>
            <a:r>
              <a:rPr lang="en-US" altLang="ko-KR" dirty="0"/>
              <a:t>aria-label</a:t>
            </a:r>
            <a:r>
              <a:rPr lang="ko-KR" altLang="en-US" dirty="0"/>
              <a:t>을 제공하고 있는 경우 텍스트 마지막 부분에 </a:t>
            </a:r>
            <a:r>
              <a:rPr lang="en-US" altLang="ko-KR" dirty="0"/>
              <a:t>"</a:t>
            </a:r>
            <a:r>
              <a:rPr lang="ko-KR" altLang="en-US" dirty="0"/>
              <a:t>검색 결과 필터 변경하기</a:t>
            </a:r>
            <a:r>
              <a:rPr lang="en-US" altLang="ko-KR" dirty="0"/>
              <a:t>" </a:t>
            </a:r>
            <a:r>
              <a:rPr lang="ko-KR" altLang="en-US" dirty="0"/>
              <a:t>등의 텍스트를 제공해야 함</a:t>
            </a:r>
            <a:r>
              <a:rPr lang="en-US" altLang="ko-KR" dirty="0"/>
              <a:t>. aria-label</a:t>
            </a:r>
            <a:r>
              <a:rPr lang="ko-KR" altLang="en-US" dirty="0"/>
              <a:t>을 사용하지 않는 경우는 </a:t>
            </a:r>
            <a:r>
              <a:rPr lang="en-US" altLang="ko-KR" dirty="0"/>
              <a:t>title </a:t>
            </a:r>
            <a:r>
              <a:rPr lang="ko-KR" altLang="en-US" dirty="0"/>
              <a:t>속성을 활용하여 텍스트를 제공해도 무방함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필터 호출 버튼 공통 오류임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765637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원케어서비스상담내역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19C65246-A565-16F7-7EA1-C7C71FE17987}"/>
              </a:ext>
            </a:extLst>
          </p:cNvPr>
          <p:cNvSpPr/>
          <p:nvPr/>
        </p:nvSpPr>
        <p:spPr>
          <a:xfrm>
            <a:off x="5961538" y="3499287"/>
            <a:ext cx="2520000" cy="250178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xmlns="" id="{F213BA58-73D6-5383-2AF7-1E9211127EE2}"/>
              </a:ext>
            </a:extLst>
          </p:cNvPr>
          <p:cNvCxnSpPr>
            <a:cxnSpLocks/>
          </p:cNvCxnSpPr>
          <p:nvPr/>
        </p:nvCxnSpPr>
        <p:spPr>
          <a:xfrm>
            <a:off x="7200025" y="3253753"/>
            <a:ext cx="155" cy="25017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5BDF500F-B32D-6258-7B8A-ACBFC969BF9D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4124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1973884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시작일과 종료일을 입력하는 입력양식에 대한 </a:t>
            </a:r>
            <a:r>
              <a:rPr lang="en-US" altLang="ko-KR" dirty="0"/>
              <a:t>title </a:t>
            </a:r>
            <a:r>
              <a:rPr lang="ko-KR" altLang="en-US" dirty="0"/>
              <a:t>속성을 제공해야 함</a:t>
            </a:r>
            <a:r>
              <a:rPr lang="en-US" altLang="ko-KR" dirty="0"/>
              <a:t>. (title="</a:t>
            </a:r>
            <a:r>
              <a:rPr lang="ko-KR" altLang="en-US" dirty="0"/>
              <a:t>조회 시작일</a:t>
            </a:r>
            <a:r>
              <a:rPr lang="en-US" altLang="ko-KR" dirty="0"/>
              <a:t>", title="</a:t>
            </a:r>
            <a:r>
              <a:rPr lang="ko-KR" altLang="en-US" dirty="0"/>
              <a:t>조회 종료일</a:t>
            </a:r>
            <a:r>
              <a:rPr lang="en-US" altLang="ko-KR" dirty="0"/>
              <a:t>")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필터 선택 영역 공통 오류임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975037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원케어서비스상담내역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도움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입력서식 이용 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오류를 방지하거나 정정할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입력서식에는 용도와 목적을 알 수 있는 대체정보를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7B8C7EC2-59C7-4714-4EBC-0671EFC6BE3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4199" y="3023453"/>
            <a:ext cx="2254677" cy="261299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D597B47F-4580-4805-A693-16BFF739E5FA}"/>
              </a:ext>
            </a:extLst>
          </p:cNvPr>
          <p:cNvSpPr/>
          <p:nvPr/>
        </p:nvSpPr>
        <p:spPr>
          <a:xfrm>
            <a:off x="6194295" y="3775142"/>
            <a:ext cx="1985429" cy="198341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xmlns="" id="{D19B5965-415C-9086-40AB-B81631B08468}"/>
              </a:ext>
            </a:extLst>
          </p:cNvPr>
          <p:cNvCxnSpPr>
            <a:cxnSpLocks/>
          </p:cNvCxnSpPr>
          <p:nvPr/>
        </p:nvCxnSpPr>
        <p:spPr>
          <a:xfrm>
            <a:off x="7200025" y="3524964"/>
            <a:ext cx="155" cy="25017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EA7B5F46-88A3-2D2A-C76A-70F17B6D9051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84139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42CF4D0D-278E-8C12-CAC6-99C7A026C98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7240"/>
            <a:ext cx="2520000" cy="36864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1686626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사용자와의 상호작용에 따라 상태가 변경되는 컨트롤 요소의 상태 정보를 시각적으로만 구분함</a:t>
            </a:r>
            <a:endParaRPr lang="en-US" altLang="ko-KR" dirty="0"/>
          </a:p>
          <a:p>
            <a:r>
              <a:rPr lang="ko-KR" altLang="en-US" dirty="0"/>
              <a:t>스크린 리더가 사용할 수 있는 형태로 링크의 상태에 관한 부가 설명을 제공해야 하며 상태 변경 시 부가 정보는 </a:t>
            </a:r>
            <a:r>
              <a:rPr lang="ko-KR" altLang="en-US" dirty="0" err="1"/>
              <a:t>토글</a:t>
            </a:r>
            <a:r>
              <a:rPr lang="ko-KR" altLang="en-US" dirty="0"/>
              <a:t> 되어야 함</a:t>
            </a:r>
            <a:endParaRPr lang="en-US" altLang="ko-KR" dirty="0"/>
          </a:p>
          <a:p>
            <a:r>
              <a:rPr lang="ko-KR" altLang="en-US" dirty="0">
                <a:highlight>
                  <a:srgbClr val="FFFF00"/>
                </a:highlight>
              </a:rPr>
              <a:t>캘린더 </a:t>
            </a:r>
            <a:r>
              <a:rPr lang="en-US" altLang="ko-KR" dirty="0">
                <a:highlight>
                  <a:srgbClr val="FFFF00"/>
                </a:highlight>
              </a:rPr>
              <a:t>UI</a:t>
            </a:r>
            <a:r>
              <a:rPr lang="ko-KR" altLang="en-US" dirty="0">
                <a:highlight>
                  <a:srgbClr val="FFFF00"/>
                </a:highlight>
              </a:rPr>
              <a:t> 공통 오류임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오늘 날짜에 대한 부분도 </a:t>
            </a:r>
            <a:r>
              <a:rPr lang="en-US" altLang="ko-KR" dirty="0">
                <a:highlight>
                  <a:srgbClr val="FFFF00"/>
                </a:highlight>
              </a:rPr>
              <a:t>title="</a:t>
            </a:r>
            <a:r>
              <a:rPr lang="ko-KR" altLang="en-US" dirty="0">
                <a:highlight>
                  <a:srgbClr val="FFFF00"/>
                </a:highlight>
              </a:rPr>
              <a:t>오늘 일자</a:t>
            </a:r>
            <a:r>
              <a:rPr lang="en-US" altLang="ko-KR" dirty="0">
                <a:highlight>
                  <a:srgbClr val="FFFF00"/>
                </a:highlight>
              </a:rPr>
              <a:t>" </a:t>
            </a:r>
            <a:r>
              <a:rPr lang="ko-KR" altLang="en-US" dirty="0">
                <a:highlight>
                  <a:srgbClr val="FFFF00"/>
                </a:highlight>
              </a:rPr>
              <a:t>정보를 제공해야 함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733618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고객상담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원케어서비스상담내역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콘텐츠는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EE1F067C-9A10-FDE6-1755-A7E7CEDC6DFE}"/>
              </a:ext>
            </a:extLst>
          </p:cNvPr>
          <p:cNvSpPr/>
          <p:nvPr/>
        </p:nvSpPr>
        <p:spPr>
          <a:xfrm>
            <a:off x="6077677" y="4339249"/>
            <a:ext cx="338579" cy="31443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xmlns="" id="{04A76A42-4E9D-E393-C2F4-D3E835126C5B}"/>
              </a:ext>
            </a:extLst>
          </p:cNvPr>
          <p:cNvCxnSpPr>
            <a:cxnSpLocks/>
          </p:cNvCxnSpPr>
          <p:nvPr/>
        </p:nvCxnSpPr>
        <p:spPr>
          <a:xfrm>
            <a:off x="5771450" y="4484519"/>
            <a:ext cx="306226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49358CC6-2116-495A-7C7C-1A76C437484D}"/>
              </a:ext>
            </a:extLst>
          </p:cNvPr>
          <p:cNvGrpSpPr/>
          <p:nvPr/>
        </p:nvGrpSpPr>
        <p:grpSpPr>
          <a:xfrm>
            <a:off x="631825" y="3933451"/>
            <a:ext cx="4104304" cy="700156"/>
            <a:chOff x="631825" y="4319397"/>
            <a:chExt cx="4104304" cy="70015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AC8D1B21-F0E7-1883-4BBF-C46CA726856C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개선 방안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xmlns="" id="{CB04E24F-235B-72D6-672B-F7BD40993EFC}"/>
                </a:ext>
              </a:extLst>
            </p:cNvPr>
            <p:cNvSpPr/>
            <p:nvPr/>
          </p:nvSpPr>
          <p:spPr>
            <a:xfrm>
              <a:off x="631825" y="4530600"/>
              <a:ext cx="4104000" cy="48895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  <a:ea typeface="맑은 고딕" panose="020B0503020000020004" pitchFamily="50" charset="-127"/>
                </a:rPr>
                <a:t>&lt;a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  <a:ea typeface="맑은 고딕" panose="020B0503020000020004" pitchFamily="50" charset="-127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  <a:ea typeface="맑은 고딕" panose="020B0503020000020004" pitchFamily="50" charset="-127"/>
                </a:rPr>
                <a:t>="#" class="date not selected" data-date="20231001" data-today="N"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  <a:ea typeface="맑은 고딕" panose="020B0503020000020004" pitchFamily="50" charset="-127"/>
                </a:rPr>
                <a:t>title="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  <a:ea typeface="맑은 고딕" panose="020B0503020000020004" pitchFamily="50" charset="-127"/>
                </a:rPr>
                <a:t>선택된 일자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  <a:ea typeface="맑은 고딕" panose="020B0503020000020004" pitchFamily="50" charset="-127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  <a:ea typeface="맑은 고딕" panose="020B0503020000020004" pitchFamily="50" charset="-127"/>
                </a:rPr>
                <a:t>&gt;1&lt;/a&gt;</a:t>
              </a: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8414D002-DCD9-B78B-40C3-6676AF3BD395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4006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전자제품, 스크린샷, 디스플레이이(가) 표시된 사진&#10;&#10;자동 생성된 설명">
            <a:extLst>
              <a:ext uri="{FF2B5EF4-FFF2-40B4-BE49-F238E27FC236}">
                <a16:creationId xmlns:a16="http://schemas.microsoft.com/office/drawing/2014/main" xmlns="" id="{A8447956-CD93-22F6-83DE-ED34C60EFCA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7240"/>
            <a:ext cx="2520000" cy="36864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794074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스크린 리더를 활성화할 경우</a:t>
            </a:r>
            <a:r>
              <a:rPr lang="en-US" altLang="ko-KR" dirty="0"/>
              <a:t> </a:t>
            </a:r>
            <a:r>
              <a:rPr lang="ko-KR" altLang="en-US" dirty="0"/>
              <a:t>계좌 선택을 실행해도 선택이 되지 않고 아무런 반응이 없음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800124"/>
              </p:ext>
            </p:extLst>
          </p:nvPr>
        </p:nvGraphicFramePr>
        <p:xfrm>
          <a:off x="415926" y="808726"/>
          <a:ext cx="9074151" cy="111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사고신고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계좌관련분실신고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보조기술과의 호환성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인터페이스 컴포넌트는 보조 기술을 이용하여 사용할 수 있도록 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18.2.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부득이하게 기본 사용자 인터페이스 컴포넌트를 사용할 수 없을 시에는 운영체제에서 제공하는 보조 기술을 사용할 수 있도록 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0D3A752A-5591-55DA-6FDF-89A4E52150FC}"/>
              </a:ext>
            </a:extLst>
          </p:cNvPr>
          <p:cNvSpPr/>
          <p:nvPr/>
        </p:nvSpPr>
        <p:spPr>
          <a:xfrm>
            <a:off x="5961537" y="4139857"/>
            <a:ext cx="2519999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053A19E1-6E6B-4F2B-C72D-8EE58F36A128}"/>
              </a:ext>
            </a:extLst>
          </p:cNvPr>
          <p:cNvCxnSpPr>
            <a:cxnSpLocks/>
          </p:cNvCxnSpPr>
          <p:nvPr/>
        </p:nvCxnSpPr>
        <p:spPr>
          <a:xfrm flipH="1">
            <a:off x="7204169" y="3894323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93ABD819-BBB9-1EA7-9E48-A1954C214468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11407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전자제품, 스크린샷, 디스플레이이(가) 표시된 사진&#10;&#10;자동 생성된 설명">
            <a:extLst>
              <a:ext uri="{FF2B5EF4-FFF2-40B4-BE49-F238E27FC236}">
                <a16:creationId xmlns:a16="http://schemas.microsoft.com/office/drawing/2014/main" xmlns="" id="{F4DCC517-588D-B8BD-0242-83F6DFBD374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5" y="2557239"/>
            <a:ext cx="2520000" cy="36864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84537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선택된 요소에 대한 선택됨 정보를 제공해야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title="</a:t>
            </a:r>
            <a:r>
              <a:rPr lang="ko-KR" altLang="en-US" dirty="0"/>
              <a:t>선택됨</a:t>
            </a:r>
            <a:r>
              <a:rPr lang="en-US" altLang="ko-KR" dirty="0"/>
              <a:t>" </a:t>
            </a:r>
            <a:r>
              <a:rPr lang="ko-KR" altLang="en-US" dirty="0"/>
              <a:t>또는 </a:t>
            </a:r>
            <a:r>
              <a:rPr lang="en-US" altLang="ko-KR" dirty="0"/>
              <a:t>aria-selected="true"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46962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사고신고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계좌관련분실신고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0D3A752A-5591-55DA-6FDF-89A4E52150FC}"/>
              </a:ext>
            </a:extLst>
          </p:cNvPr>
          <p:cNvSpPr/>
          <p:nvPr/>
        </p:nvSpPr>
        <p:spPr>
          <a:xfrm>
            <a:off x="6038850" y="4667250"/>
            <a:ext cx="2362200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C24E9A0E-25C4-63DB-D77A-E6E3CD1951A2}"/>
              </a:ext>
            </a:extLst>
          </p:cNvPr>
          <p:cNvCxnSpPr>
            <a:cxnSpLocks/>
          </p:cNvCxnSpPr>
          <p:nvPr/>
        </p:nvCxnSpPr>
        <p:spPr>
          <a:xfrm flipH="1">
            <a:off x="7204169" y="4421138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ED227782-613A-9C3D-2F48-6ABD3535DB2E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63257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xmlns="" id="{522DB192-E46B-7366-0C88-C020D83490F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44169" y="3179926"/>
            <a:ext cx="2520000" cy="237139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1450664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계좌번호를 선택한 이후 버튼명을 </a:t>
            </a:r>
            <a:r>
              <a:rPr lang="en-US" altLang="ko-KR" dirty="0"/>
              <a:t>"112-2234-3081-05, </a:t>
            </a:r>
            <a:r>
              <a:rPr lang="ko-KR" altLang="en-US" dirty="0"/>
              <a:t>버튼</a:t>
            </a:r>
            <a:r>
              <a:rPr lang="en-US" altLang="ko-KR" dirty="0"/>
              <a:t>"</a:t>
            </a:r>
            <a:r>
              <a:rPr lang="ko-KR" altLang="en-US" dirty="0"/>
              <a:t>으로 읽어주고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버튼 실행 시 기능을 유추할 수 있도록 버튼에 대한 정보를 </a:t>
            </a:r>
            <a:r>
              <a:rPr lang="en-US" altLang="ko-KR" dirty="0"/>
              <a:t>title </a:t>
            </a:r>
            <a:r>
              <a:rPr lang="ko-KR" altLang="en-US" dirty="0"/>
              <a:t>속성으로 제공해야 함</a:t>
            </a:r>
            <a:r>
              <a:rPr lang="en-US" altLang="ko-KR" dirty="0"/>
              <a:t>.(title="</a:t>
            </a:r>
            <a:r>
              <a:rPr lang="ko-KR" altLang="en-US" dirty="0"/>
              <a:t>계좌번호 선택</a:t>
            </a:r>
            <a:r>
              <a:rPr lang="en-US" altLang="ko-KR" dirty="0"/>
              <a:t>")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동일 </a:t>
            </a:r>
            <a:r>
              <a:rPr lang="ko-KR" altLang="en-US" dirty="0" err="1">
                <a:highlight>
                  <a:srgbClr val="FFFF00"/>
                </a:highlight>
              </a:rPr>
              <a:t>콤포넌트</a:t>
            </a:r>
            <a:r>
              <a:rPr lang="ko-KR" altLang="en-US" dirty="0">
                <a:highlight>
                  <a:srgbClr val="FFFF00"/>
                </a:highlight>
              </a:rPr>
              <a:t> 버튼 모두 확인하여 개선 필요함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65149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사고신고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계좌관련분실신고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도움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입력서식 이용 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오류를 방지하거나 정정할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입력서식에는 용도와 목적을 알 수 있는 대체정보를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053A19E1-6E6B-4F2B-C72D-8EE58F36A128}"/>
              </a:ext>
            </a:extLst>
          </p:cNvPr>
          <p:cNvCxnSpPr>
            <a:cxnSpLocks/>
          </p:cNvCxnSpPr>
          <p:nvPr/>
        </p:nvCxnSpPr>
        <p:spPr>
          <a:xfrm flipH="1">
            <a:off x="7204169" y="3518462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82932151-0386-5F49-8480-5996917FD854}"/>
              </a:ext>
            </a:extLst>
          </p:cNvPr>
          <p:cNvSpPr/>
          <p:nvPr/>
        </p:nvSpPr>
        <p:spPr>
          <a:xfrm>
            <a:off x="6077677" y="3737620"/>
            <a:ext cx="2196747" cy="31443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B93EEA0E-6EB2-A17F-8EA4-CF730C163827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26679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전자제품, 스크린샷, 디스플레이이(가) 표시된 사진&#10;&#10;자동 생성된 설명">
            <a:extLst>
              <a:ext uri="{FF2B5EF4-FFF2-40B4-BE49-F238E27FC236}">
                <a16:creationId xmlns:a16="http://schemas.microsoft.com/office/drawing/2014/main" xmlns="" id="{5117AA0A-8B6C-0AB0-8A74-B766D081A54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7240"/>
            <a:ext cx="2520000" cy="36864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792598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스크린 리더를 활성화할 경우</a:t>
            </a:r>
            <a:r>
              <a:rPr lang="en-US" altLang="ko-KR" dirty="0"/>
              <a:t> </a:t>
            </a:r>
            <a:r>
              <a:rPr lang="ko-KR" altLang="en-US" dirty="0"/>
              <a:t>계좌 선택을 실행해도 선택이 되지 않고 아무런 반응이 없음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062408"/>
              </p:ext>
            </p:extLst>
          </p:nvPr>
        </p:nvGraphicFramePr>
        <p:xfrm>
          <a:off x="415926" y="808726"/>
          <a:ext cx="9074151" cy="111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사고신고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계좌관련분실해제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통장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보조기술과의 호환성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인터페이스 컴포넌트는 보조 기술을 이용하여 사용할 수 있도록 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18.2.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부득이하게 기본 사용자 인터페이스 컴포넌트를 사용할 수 없을 시에는 운영체제에서 제공하는 보조 기술을 사용할 수 있도록 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0D3A752A-5591-55DA-6FDF-89A4E52150FC}"/>
              </a:ext>
            </a:extLst>
          </p:cNvPr>
          <p:cNvSpPr/>
          <p:nvPr/>
        </p:nvSpPr>
        <p:spPr>
          <a:xfrm>
            <a:off x="5961537" y="4139857"/>
            <a:ext cx="2519999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B516FD49-18AD-7091-711E-FD04A510171C}"/>
              </a:ext>
            </a:extLst>
          </p:cNvPr>
          <p:cNvCxnSpPr>
            <a:cxnSpLocks/>
          </p:cNvCxnSpPr>
          <p:nvPr/>
        </p:nvCxnSpPr>
        <p:spPr>
          <a:xfrm flipH="1">
            <a:off x="7204169" y="3894323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B19D3812-60EC-43F8-7790-EE1AE01DF931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1533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전자제품, 스크린샷, 디스플레이이(가) 표시된 사진&#10;&#10;자동 생성된 설명">
            <a:extLst>
              <a:ext uri="{FF2B5EF4-FFF2-40B4-BE49-F238E27FC236}">
                <a16:creationId xmlns:a16="http://schemas.microsoft.com/office/drawing/2014/main" xmlns="" id="{DB0F628E-ACA9-E1FC-8C73-B29B1B51D89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7239"/>
            <a:ext cx="2520000" cy="36864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84537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선택된 요소에 대한 선택됨 정보를 제공해야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title="</a:t>
            </a:r>
            <a:r>
              <a:rPr lang="ko-KR" altLang="en-US" dirty="0"/>
              <a:t>선택됨</a:t>
            </a:r>
            <a:r>
              <a:rPr lang="en-US" altLang="ko-KR" dirty="0"/>
              <a:t>" </a:t>
            </a:r>
            <a:r>
              <a:rPr lang="ko-KR" altLang="en-US" dirty="0"/>
              <a:t>또는 </a:t>
            </a:r>
            <a:r>
              <a:rPr lang="en-US" altLang="ko-KR" dirty="0"/>
              <a:t>aria-selected="true"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00083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사고신고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계좌관련분실해제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통장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0D3A752A-5591-55DA-6FDF-89A4E52150FC}"/>
              </a:ext>
            </a:extLst>
          </p:cNvPr>
          <p:cNvSpPr/>
          <p:nvPr/>
        </p:nvSpPr>
        <p:spPr>
          <a:xfrm>
            <a:off x="6038850" y="4667250"/>
            <a:ext cx="2362200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E74BBA47-047C-D2F6-848A-F83C179462E6}"/>
              </a:ext>
            </a:extLst>
          </p:cNvPr>
          <p:cNvCxnSpPr>
            <a:cxnSpLocks/>
          </p:cNvCxnSpPr>
          <p:nvPr/>
        </p:nvCxnSpPr>
        <p:spPr>
          <a:xfrm flipH="1">
            <a:off x="7204169" y="4421138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CA32ECFF-F24F-0D10-58F3-88E20449724B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68299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전자제품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xmlns="" id="{5AFCB497-8C80-645C-F9DD-E69D80A5665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7237"/>
            <a:ext cx="2520000" cy="36864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1449253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선택 영역 전체에 </a:t>
            </a:r>
            <a:r>
              <a:rPr lang="en-US" altLang="ko-KR" dirty="0"/>
              <a:t>role="button" </a:t>
            </a:r>
            <a:r>
              <a:rPr lang="ko-KR" altLang="en-US" dirty="0"/>
              <a:t>속성을 추가하여 선택이 가능한 버튼임을 알 수 있도록 제공해야 </a:t>
            </a:r>
            <a:r>
              <a:rPr lang="ko-KR" altLang="en-US"/>
              <a:t>함</a:t>
            </a:r>
            <a:r>
              <a:rPr lang="en-US" altLang="ko-KR"/>
              <a:t>.</a:t>
            </a:r>
          </a:p>
          <a:p>
            <a:r>
              <a:rPr lang="en-US" altLang="ko-KR">
                <a:highlight>
                  <a:srgbClr val="FFFF00"/>
                </a:highlight>
              </a:rPr>
              <a:t>(20231113 - </a:t>
            </a:r>
            <a:r>
              <a:rPr lang="ko-KR" altLang="en-US">
                <a:highlight>
                  <a:srgbClr val="FFFF00"/>
                </a:highlight>
              </a:rPr>
              <a:t>추가 코멘트</a:t>
            </a:r>
            <a:r>
              <a:rPr lang="en-US" altLang="ko-KR">
                <a:highlight>
                  <a:srgbClr val="FFFF00"/>
                </a:highlight>
              </a:rPr>
              <a:t>) 41</a:t>
            </a:r>
            <a:r>
              <a:rPr lang="ko-KR" altLang="en-US">
                <a:highlight>
                  <a:srgbClr val="FFFF00"/>
                </a:highlight>
              </a:rPr>
              <a:t>페이지 개선 방안을 참고하여 버튼 요소의 기능을 유추할 수 있도록 </a:t>
            </a:r>
            <a:r>
              <a:rPr lang="en-US" altLang="ko-KR">
                <a:highlight>
                  <a:srgbClr val="FFFF00"/>
                </a:highlight>
              </a:rPr>
              <a:t>title </a:t>
            </a:r>
            <a:r>
              <a:rPr lang="ko-KR" altLang="en-US">
                <a:highlight>
                  <a:srgbClr val="FFFF00"/>
                </a:highlight>
              </a:rPr>
              <a:t>속성을 추가해야 함</a:t>
            </a:r>
            <a:r>
              <a:rPr lang="en-US" altLang="ko-KR">
                <a:highlight>
                  <a:srgbClr val="FFFF00"/>
                </a:highlight>
              </a:rPr>
              <a:t>.</a:t>
            </a:r>
          </a:p>
          <a:p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584486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사고신고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카드분실신고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0D3A752A-5591-55DA-6FDF-89A4E52150FC}"/>
              </a:ext>
            </a:extLst>
          </p:cNvPr>
          <p:cNvSpPr/>
          <p:nvPr/>
        </p:nvSpPr>
        <p:spPr>
          <a:xfrm>
            <a:off x="5961538" y="4081839"/>
            <a:ext cx="2520000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C6318C12-2C30-5BB2-5454-6943D3BB33AB}"/>
              </a:ext>
            </a:extLst>
          </p:cNvPr>
          <p:cNvCxnSpPr>
            <a:cxnSpLocks/>
          </p:cNvCxnSpPr>
          <p:nvPr/>
        </p:nvCxnSpPr>
        <p:spPr>
          <a:xfrm flipH="1">
            <a:off x="7204169" y="3836305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rgbClr val="FF0000">
              <a:alpha val="56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개발 확인필요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05780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전자제품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xmlns="" id="{5AFCB497-8C80-645C-F9DD-E69D80A5665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7237"/>
            <a:ext cx="2520000" cy="36864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794074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중복된 내용을 대체 텍스트로 제공하고 있어 카드 이미지에 제공되는 대체 텍스트 속성값을 공백으로 제공해야 함</a:t>
            </a:r>
            <a:r>
              <a:rPr lang="en-US" altLang="ko-KR" dirty="0"/>
              <a:t>.(alt="")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사고신고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카드분실신고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0D3A752A-5591-55DA-6FDF-89A4E52150FC}"/>
              </a:ext>
            </a:extLst>
          </p:cNvPr>
          <p:cNvSpPr/>
          <p:nvPr/>
        </p:nvSpPr>
        <p:spPr>
          <a:xfrm>
            <a:off x="5961538" y="4157721"/>
            <a:ext cx="641485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4A46A0BD-440C-40DD-ED7F-42E56E5FA7FF}"/>
              </a:ext>
            </a:extLst>
          </p:cNvPr>
          <p:cNvCxnSpPr>
            <a:cxnSpLocks/>
          </p:cNvCxnSpPr>
          <p:nvPr/>
        </p:nvCxnSpPr>
        <p:spPr>
          <a:xfrm>
            <a:off x="6282280" y="3883762"/>
            <a:ext cx="155" cy="25017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254CE0D3-8D48-B0D5-3DCA-A836A7318938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04597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전자제품, 텍스트, 스크린샷, 사무 장비이(가) 표시된 사진&#10;&#10;자동 생성된 설명">
            <a:extLst>
              <a:ext uri="{FF2B5EF4-FFF2-40B4-BE49-F238E27FC236}">
                <a16:creationId xmlns:a16="http://schemas.microsoft.com/office/drawing/2014/main" xmlns="" id="{E99B7D8D-45F9-9204-3713-ED617E436A1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7238"/>
            <a:ext cx="2520000" cy="368647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1030036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검색어 삭제 버튼이 </a:t>
            </a:r>
            <a:r>
              <a:rPr lang="en-US" altLang="ko-KR" dirty="0"/>
              <a:t>"</a:t>
            </a:r>
            <a:r>
              <a:rPr lang="ko-KR" altLang="en-US" dirty="0"/>
              <a:t>검색</a:t>
            </a:r>
            <a:r>
              <a:rPr lang="en-US" altLang="ko-KR" dirty="0"/>
              <a:t>" </a:t>
            </a:r>
            <a:r>
              <a:rPr lang="ko-KR" altLang="en-US" dirty="0"/>
              <a:t>버튼 다음에 초점이 접근되고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시각적으로 논리적인 순서에 맞게 </a:t>
            </a:r>
            <a:r>
              <a:rPr lang="en-US" altLang="ko-KR" dirty="0"/>
              <a:t>"</a:t>
            </a:r>
            <a:r>
              <a:rPr lang="ko-KR" altLang="en-US" dirty="0"/>
              <a:t>입력서식 </a:t>
            </a:r>
            <a:r>
              <a:rPr lang="en-US" altLang="ko-KR" dirty="0"/>
              <a:t>-&gt; </a:t>
            </a:r>
            <a:r>
              <a:rPr lang="ko-KR" altLang="en-US" dirty="0"/>
              <a:t>입력 내용 삭제 </a:t>
            </a:r>
            <a:r>
              <a:rPr lang="en-US" altLang="ko-KR" dirty="0"/>
              <a:t>-&gt; </a:t>
            </a:r>
            <a:r>
              <a:rPr lang="ko-KR" altLang="en-US" dirty="0"/>
              <a:t>검색</a:t>
            </a:r>
            <a:r>
              <a:rPr lang="en-US" altLang="ko-KR" dirty="0"/>
              <a:t>" </a:t>
            </a:r>
            <a:r>
              <a:rPr lang="ko-KR" altLang="en-US" dirty="0"/>
              <a:t>버튼순으로 초점이 접근되도록 마크업을 개선해야 함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737322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방문판매인력조회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0D3A752A-5591-55DA-6FDF-89A4E52150FC}"/>
              </a:ext>
            </a:extLst>
          </p:cNvPr>
          <p:cNvSpPr/>
          <p:nvPr/>
        </p:nvSpPr>
        <p:spPr>
          <a:xfrm>
            <a:off x="7788842" y="3826443"/>
            <a:ext cx="344395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B3D13A9D-2E41-E087-F19C-2D1CAD5270C1}"/>
              </a:ext>
            </a:extLst>
          </p:cNvPr>
          <p:cNvCxnSpPr>
            <a:cxnSpLocks/>
          </p:cNvCxnSpPr>
          <p:nvPr/>
        </p:nvCxnSpPr>
        <p:spPr>
          <a:xfrm>
            <a:off x="7960884" y="3576265"/>
            <a:ext cx="155" cy="25017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B406C313-854F-D1D1-39CF-DB773DAA9908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06643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8642046" cy="1079921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입력서식에 관한 </a:t>
            </a:r>
            <a:r>
              <a:rPr lang="ko-KR" altLang="en-US" dirty="0" err="1"/>
              <a:t>알림창이</a:t>
            </a:r>
            <a:r>
              <a:rPr lang="ko-KR" altLang="en-US" dirty="0"/>
              <a:t> 뜬 후</a:t>
            </a:r>
            <a:r>
              <a:rPr lang="en-US" altLang="ko-KR" dirty="0"/>
              <a:t>, </a:t>
            </a:r>
            <a:r>
              <a:rPr lang="ko-KR" altLang="en-US" dirty="0"/>
              <a:t>초점이 </a:t>
            </a:r>
            <a:r>
              <a:rPr lang="ko-KR" altLang="en-US" dirty="0" err="1"/>
              <a:t>웹뷰로</a:t>
            </a:r>
            <a:r>
              <a:rPr lang="ko-KR" altLang="en-US" dirty="0"/>
              <a:t> 이동하고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오류가 발생한 지점으로 초점이 이동될 수 있도록 해야 </a:t>
            </a:r>
            <a:r>
              <a:rPr lang="ko-KR" altLang="en-US"/>
              <a:t>함</a:t>
            </a:r>
            <a:r>
              <a:rPr lang="en-US" altLang="ko-KR"/>
              <a:t>.</a:t>
            </a:r>
          </a:p>
          <a:p>
            <a:r>
              <a:rPr lang="en-US" altLang="ko-KR">
                <a:highlight>
                  <a:srgbClr val="FFFF00"/>
                </a:highlight>
              </a:rPr>
              <a:t>(20231113 - </a:t>
            </a:r>
            <a:r>
              <a:rPr lang="ko-KR" altLang="en-US">
                <a:highlight>
                  <a:srgbClr val="FFFF00"/>
                </a:highlight>
              </a:rPr>
              <a:t>추가 코멘트</a:t>
            </a:r>
            <a:r>
              <a:rPr lang="en-US" altLang="ko-KR">
                <a:highlight>
                  <a:srgbClr val="FFFF00"/>
                </a:highlight>
              </a:rPr>
              <a:t>) </a:t>
            </a:r>
            <a:r>
              <a:rPr lang="ko-KR" altLang="en-US">
                <a:highlight>
                  <a:srgbClr val="FFFF00"/>
                </a:highlight>
              </a:rPr>
              <a:t>초점이 검색 버튼으로 돌아오고 있음</a:t>
            </a:r>
            <a:r>
              <a:rPr lang="en-US" altLang="ko-KR">
                <a:highlight>
                  <a:srgbClr val="FFFF00"/>
                </a:highlight>
              </a:rPr>
              <a:t>. </a:t>
            </a:r>
            <a:r>
              <a:rPr lang="ko-KR" altLang="en-US">
                <a:highlight>
                  <a:srgbClr val="FFFF00"/>
                </a:highlight>
              </a:rPr>
              <a:t>검색 버튼이 아닌 입력 서식으로 </a:t>
            </a:r>
            <a:r>
              <a:rPr lang="en-US" altLang="ko-KR">
                <a:highlight>
                  <a:srgbClr val="FFFF00"/>
                </a:highlight>
              </a:rPr>
              <a:t>focus </a:t>
            </a:r>
            <a:r>
              <a:rPr lang="ko-KR" altLang="en-US">
                <a:highlight>
                  <a:srgbClr val="FFFF00"/>
                </a:highlight>
              </a:rPr>
              <a:t>이동이 되어야 함</a:t>
            </a:r>
            <a:r>
              <a:rPr lang="en-US" altLang="ko-KR">
                <a:highlight>
                  <a:srgbClr val="FFFF00"/>
                </a:highlight>
              </a:rPr>
              <a:t>.</a:t>
            </a:r>
            <a:endParaRPr lang="en-US" altLang="ko-KR" dirty="0">
              <a:highlight>
                <a:srgbClr val="FFFF00"/>
              </a:highlight>
            </a:endParaRP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670428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모바일번호표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grpSp>
        <p:nvGrpSpPr>
          <p:cNvPr id="12" name="그룹 11">
            <a:extLst>
              <a:ext uri="{FF2B5EF4-FFF2-40B4-BE49-F238E27FC236}">
                <a16:creationId xmlns:a16="http://schemas.microsoft.com/office/drawing/2014/main" xmlns="" id="{71BDCF43-7DB6-CBD7-4700-65BBBDC0FA55}"/>
              </a:ext>
            </a:extLst>
          </p:cNvPr>
          <p:cNvGrpSpPr/>
          <p:nvPr/>
        </p:nvGrpSpPr>
        <p:grpSpPr>
          <a:xfrm>
            <a:off x="2629102" y="3329311"/>
            <a:ext cx="4647796" cy="3083764"/>
            <a:chOff x="2618433" y="2803224"/>
            <a:chExt cx="5556193" cy="3686476"/>
          </a:xfrm>
        </p:grpSpPr>
        <p:pic>
          <p:nvPicPr>
            <p:cNvPr id="9" name="그림 8" descr="텍스트, 스크린샷, 디스플레이, 소프트웨어이(가) 표시된 사진&#10;&#10;자동 생성된 설명">
              <a:extLst>
                <a:ext uri="{FF2B5EF4-FFF2-40B4-BE49-F238E27FC236}">
                  <a16:creationId xmlns:a16="http://schemas.microsoft.com/office/drawing/2014/main" xmlns="" id="{A9758C07-9A2B-A942-4A02-3117BE6680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18433" y="2803224"/>
              <a:ext cx="2520000" cy="3686476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11" name="그림 10" descr="텍스트, 스크린샷, 컴퓨터, 소프트웨어이(가) 표시된 사진&#10;&#10;자동 생성된 설명">
              <a:extLst>
                <a:ext uri="{FF2B5EF4-FFF2-40B4-BE49-F238E27FC236}">
                  <a16:creationId xmlns:a16="http://schemas.microsoft.com/office/drawing/2014/main" xmlns="" id="{632AAF15-0686-4ACC-E8F5-CDB5769278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4626" y="2803224"/>
              <a:ext cx="2520000" cy="3686476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4B3C2872-BE28-D300-151F-041BFC97047B}"/>
              </a:ext>
            </a:extLst>
          </p:cNvPr>
          <p:cNvSpPr/>
          <p:nvPr/>
        </p:nvSpPr>
        <p:spPr>
          <a:xfrm>
            <a:off x="5188698" y="3329311"/>
            <a:ext cx="2107998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xmlns="" id="{96BC8A46-EBBF-F2B8-2137-1DAC70A19273}"/>
              </a:ext>
            </a:extLst>
          </p:cNvPr>
          <p:cNvCxnSpPr/>
          <p:nvPr/>
        </p:nvCxnSpPr>
        <p:spPr>
          <a:xfrm flipV="1">
            <a:off x="4639377" y="3765806"/>
            <a:ext cx="549321" cy="98907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타원 9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rgbClr val="FF0000">
              <a:alpha val="56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개발 확인필요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02819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xmlns="" id="{8481CF45-2E06-9DD5-1BDC-A4C9F12373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66322" y="2557239"/>
            <a:ext cx="1910431" cy="36864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1633919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해당 버튼에 대한 정보가 제공되지 않고</a:t>
            </a:r>
            <a:r>
              <a:rPr lang="en-US" altLang="ko-KR" dirty="0"/>
              <a:t>, </a:t>
            </a:r>
            <a:r>
              <a:rPr lang="ko-KR" altLang="en-US" dirty="0"/>
              <a:t>현재 </a:t>
            </a:r>
            <a:r>
              <a:rPr lang="en-US" altLang="ko-KR" dirty="0"/>
              <a:t>"</a:t>
            </a:r>
            <a:r>
              <a:rPr lang="ko-KR" altLang="en-US" dirty="0"/>
              <a:t>빈칸</a:t>
            </a:r>
            <a:r>
              <a:rPr lang="en-US" altLang="ko-KR" dirty="0"/>
              <a:t>, </a:t>
            </a:r>
            <a:r>
              <a:rPr lang="ko-KR" altLang="en-US" dirty="0"/>
              <a:t>버튼</a:t>
            </a:r>
            <a:r>
              <a:rPr lang="en-US" altLang="ko-KR" dirty="0"/>
              <a:t>"</a:t>
            </a:r>
            <a:r>
              <a:rPr lang="ko-KR" altLang="en-US" dirty="0"/>
              <a:t>으로 읽어주고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컨트롤 요소의 이름은 정확한 내용으로 제공하여 보조 기술 사용자가 용도나 목적 정보를 전달받을 수 있도록 </a:t>
            </a:r>
            <a:r>
              <a:rPr lang="ko-KR" altLang="en-US"/>
              <a:t>해야 함</a:t>
            </a:r>
            <a:endParaRPr lang="en-US" altLang="ko-KR"/>
          </a:p>
          <a:p>
            <a:r>
              <a:rPr lang="en-US" altLang="ko-KR">
                <a:highlight>
                  <a:srgbClr val="FFFF00"/>
                </a:highlight>
              </a:rPr>
              <a:t>(20231113 - </a:t>
            </a:r>
            <a:r>
              <a:rPr lang="ko-KR" altLang="en-US">
                <a:highlight>
                  <a:srgbClr val="FFFF00"/>
                </a:highlight>
              </a:rPr>
              <a:t>추가 코멘트</a:t>
            </a:r>
            <a:r>
              <a:rPr lang="en-US" altLang="ko-KR">
                <a:highlight>
                  <a:srgbClr val="FFFF00"/>
                </a:highlight>
              </a:rPr>
              <a:t>) </a:t>
            </a:r>
            <a:r>
              <a:rPr lang="ko-KR" altLang="en-US">
                <a:highlight>
                  <a:srgbClr val="FFFF00"/>
                </a:highlight>
              </a:rPr>
              <a:t>왼쪽 상단 </a:t>
            </a:r>
            <a:r>
              <a:rPr lang="en-US" altLang="ko-KR">
                <a:highlight>
                  <a:srgbClr val="FFFF00"/>
                </a:highlight>
              </a:rPr>
              <a:t>"</a:t>
            </a:r>
            <a:r>
              <a:rPr lang="ko-KR" altLang="en-US">
                <a:highlight>
                  <a:srgbClr val="FFFF00"/>
                </a:highlight>
              </a:rPr>
              <a:t>뒤로 이동</a:t>
            </a:r>
            <a:r>
              <a:rPr lang="en-US" altLang="ko-KR">
                <a:highlight>
                  <a:srgbClr val="FFFF00"/>
                </a:highlight>
              </a:rPr>
              <a:t>" </a:t>
            </a:r>
            <a:r>
              <a:rPr lang="ko-KR" altLang="en-US">
                <a:highlight>
                  <a:srgbClr val="FFFF00"/>
                </a:highlight>
              </a:rPr>
              <a:t>버튼도 텍스트 정보가 없음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130694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ATM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찾기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0D3A752A-5591-55DA-6FDF-89A4E52150FC}"/>
              </a:ext>
            </a:extLst>
          </p:cNvPr>
          <p:cNvSpPr/>
          <p:nvPr/>
        </p:nvSpPr>
        <p:spPr>
          <a:xfrm>
            <a:off x="7743215" y="2857351"/>
            <a:ext cx="302235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792C2419-16CA-5F1D-EAA5-A2716115961B}"/>
              </a:ext>
            </a:extLst>
          </p:cNvPr>
          <p:cNvSpPr/>
          <p:nvPr/>
        </p:nvSpPr>
        <p:spPr>
          <a:xfrm>
            <a:off x="6309519" y="3403600"/>
            <a:ext cx="552291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7456A50E-FF2B-BEE9-76CD-D38847196946}"/>
              </a:ext>
            </a:extLst>
          </p:cNvPr>
          <p:cNvSpPr/>
          <p:nvPr/>
        </p:nvSpPr>
        <p:spPr>
          <a:xfrm>
            <a:off x="6309518" y="5629275"/>
            <a:ext cx="348457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7252EDFC-ABD5-5E0C-57AC-053228D85865}"/>
              </a:ext>
            </a:extLst>
          </p:cNvPr>
          <p:cNvCxnSpPr>
            <a:cxnSpLocks/>
          </p:cNvCxnSpPr>
          <p:nvPr/>
        </p:nvCxnSpPr>
        <p:spPr>
          <a:xfrm>
            <a:off x="7894332" y="2603998"/>
            <a:ext cx="155" cy="25017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xmlns="" id="{76B4EE36-EACF-4160-E50C-B64226F4305E}"/>
              </a:ext>
            </a:extLst>
          </p:cNvPr>
          <p:cNvCxnSpPr>
            <a:cxnSpLocks/>
          </p:cNvCxnSpPr>
          <p:nvPr/>
        </p:nvCxnSpPr>
        <p:spPr>
          <a:xfrm>
            <a:off x="6562724" y="3153422"/>
            <a:ext cx="155" cy="25017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xmlns="" id="{F23EBAC0-B12C-8C3F-09FD-A6ED1E4C29A1}"/>
              </a:ext>
            </a:extLst>
          </p:cNvPr>
          <p:cNvCxnSpPr>
            <a:cxnSpLocks/>
          </p:cNvCxnSpPr>
          <p:nvPr/>
        </p:nvCxnSpPr>
        <p:spPr>
          <a:xfrm>
            <a:off x="6483746" y="5379097"/>
            <a:ext cx="155" cy="25017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1959BD75-F98C-5FD6-FEC0-A6FE0DB1919D}"/>
              </a:ext>
            </a:extLst>
          </p:cNvPr>
          <p:cNvSpPr/>
          <p:nvPr/>
        </p:nvSpPr>
        <p:spPr>
          <a:xfrm>
            <a:off x="6260489" y="2538982"/>
            <a:ext cx="302235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xmlns="" id="{E443B06C-7C09-F545-3AD3-4F94D9EAFB35}"/>
              </a:ext>
            </a:extLst>
          </p:cNvPr>
          <p:cNvCxnSpPr>
            <a:cxnSpLocks/>
          </p:cNvCxnSpPr>
          <p:nvPr/>
        </p:nvCxnSpPr>
        <p:spPr>
          <a:xfrm>
            <a:off x="6411606" y="2285629"/>
            <a:ext cx="155" cy="25017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타원 13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err="1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네이티브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03857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소프트웨어, 운영 체제이(가) 표시된 사진&#10;&#10;자동 생성된 설명">
            <a:extLst>
              <a:ext uri="{FF2B5EF4-FFF2-40B4-BE49-F238E27FC236}">
                <a16:creationId xmlns:a16="http://schemas.microsoft.com/office/drawing/2014/main" xmlns="" id="{CCF1F3B3-A7C3-1455-3EC0-4D12EFA6D5B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1529"/>
            <a:ext cx="2520000" cy="36864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1685215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 err="1"/>
              <a:t>토글</a:t>
            </a:r>
            <a:r>
              <a:rPr lang="ko-KR" altLang="en-US" dirty="0"/>
              <a:t> 버튼에 레이블이 지정되지 않아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해당 </a:t>
            </a:r>
            <a:r>
              <a:rPr lang="ko-KR" altLang="en-US" dirty="0" err="1"/>
              <a:t>토글</a:t>
            </a:r>
            <a:r>
              <a:rPr lang="ko-KR" altLang="en-US" dirty="0"/>
              <a:t> 버튼이 어떤 레이블에 대한 버튼인지 정보 </a:t>
            </a:r>
            <a:r>
              <a:rPr lang="en-US" altLang="ko-KR" dirty="0"/>
              <a:t>title </a:t>
            </a:r>
            <a:r>
              <a:rPr lang="ko-KR" altLang="en-US" dirty="0"/>
              <a:t>속성을 활용하여 제공해야 </a:t>
            </a:r>
            <a:r>
              <a:rPr lang="ko-KR" altLang="en-US"/>
              <a:t>함</a:t>
            </a:r>
            <a:r>
              <a:rPr lang="en-US" altLang="ko-KR"/>
              <a:t>.</a:t>
            </a:r>
          </a:p>
          <a:p>
            <a:r>
              <a:rPr lang="en-US" altLang="ko-KR">
                <a:highlight>
                  <a:srgbClr val="FFFF00"/>
                </a:highlight>
              </a:rPr>
              <a:t>(20231113 - </a:t>
            </a:r>
            <a:r>
              <a:rPr lang="ko-KR" altLang="en-US">
                <a:highlight>
                  <a:srgbClr val="FFFF00"/>
                </a:highlight>
              </a:rPr>
              <a:t>추가 코멘트</a:t>
            </a:r>
            <a:r>
              <a:rPr lang="en-US" altLang="ko-KR">
                <a:highlight>
                  <a:srgbClr val="FFFF00"/>
                </a:highlight>
              </a:rPr>
              <a:t>) </a:t>
            </a:r>
            <a:r>
              <a:rPr lang="ko-KR" altLang="en-US">
                <a:highlight>
                  <a:srgbClr val="FFFF00"/>
                </a:highlight>
              </a:rPr>
              <a:t>왼쪽 상단 </a:t>
            </a:r>
            <a:r>
              <a:rPr lang="en-US" altLang="ko-KR">
                <a:highlight>
                  <a:srgbClr val="FFFF00"/>
                </a:highlight>
              </a:rPr>
              <a:t>"</a:t>
            </a:r>
            <a:r>
              <a:rPr lang="ko-KR" altLang="en-US">
                <a:highlight>
                  <a:srgbClr val="FFFF00"/>
                </a:highlight>
              </a:rPr>
              <a:t>뒤로 이동</a:t>
            </a:r>
            <a:r>
              <a:rPr lang="en-US" altLang="ko-KR">
                <a:highlight>
                  <a:srgbClr val="FFFF00"/>
                </a:highlight>
              </a:rPr>
              <a:t>" </a:t>
            </a:r>
            <a:r>
              <a:rPr lang="ko-KR" altLang="en-US">
                <a:highlight>
                  <a:srgbClr val="FFFF00"/>
                </a:highlight>
              </a:rPr>
              <a:t>버튼도 텍스트 정보가 없음</a:t>
            </a:r>
            <a:endParaRPr lang="en-US" altLang="ko-KR"/>
          </a:p>
          <a:p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658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ATM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찾기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도움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입력서식 이용 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오류를 방지하거나 정정할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입력서식에는 용도와 목적을 알 수 있는 대체정보를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BAD265E0-6064-B537-75F7-319A344A8E86}"/>
              </a:ext>
            </a:extLst>
          </p:cNvPr>
          <p:cNvCxnSpPr>
            <a:cxnSpLocks/>
          </p:cNvCxnSpPr>
          <p:nvPr/>
        </p:nvCxnSpPr>
        <p:spPr>
          <a:xfrm flipH="1">
            <a:off x="8178728" y="2787685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F666CC41-84A8-1B9A-EDA4-6E6ED88AA2BF}"/>
              </a:ext>
            </a:extLst>
          </p:cNvPr>
          <p:cNvSpPr/>
          <p:nvPr/>
        </p:nvSpPr>
        <p:spPr>
          <a:xfrm>
            <a:off x="8009438" y="3092195"/>
            <a:ext cx="338579" cy="258246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77F79A59-3B2B-D09B-B88A-1D6D7FD22469}"/>
              </a:ext>
            </a:extLst>
          </p:cNvPr>
          <p:cNvSpPr/>
          <p:nvPr/>
        </p:nvSpPr>
        <p:spPr>
          <a:xfrm>
            <a:off x="5998022" y="2598249"/>
            <a:ext cx="302235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xmlns="" id="{3E94C146-3598-8ED1-811E-717BB61ED743}"/>
              </a:ext>
            </a:extLst>
          </p:cNvPr>
          <p:cNvCxnSpPr>
            <a:cxnSpLocks/>
          </p:cNvCxnSpPr>
          <p:nvPr/>
        </p:nvCxnSpPr>
        <p:spPr>
          <a:xfrm>
            <a:off x="6149139" y="2344896"/>
            <a:ext cx="155" cy="25017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err="1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네이티브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18281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, 문서이(가) 표시된 사진&#10;&#10;자동 생성된 설명">
            <a:extLst>
              <a:ext uri="{FF2B5EF4-FFF2-40B4-BE49-F238E27FC236}">
                <a16:creationId xmlns:a16="http://schemas.microsoft.com/office/drawing/2014/main" xmlns="" id="{230E6505-595C-596D-1E6D-E488940D0E7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7239"/>
            <a:ext cx="2520000" cy="36864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1317294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해당 버튼에 대한 정보가 주언어속성</a:t>
            </a:r>
            <a:r>
              <a:rPr lang="en-US" altLang="ko-KR" dirty="0"/>
              <a:t>(</a:t>
            </a:r>
            <a:r>
              <a:rPr lang="ko-KR" altLang="en-US" dirty="0"/>
              <a:t>한국어</a:t>
            </a:r>
            <a:r>
              <a:rPr lang="en-US" altLang="ko-KR" dirty="0"/>
              <a:t>)</a:t>
            </a:r>
            <a:r>
              <a:rPr lang="ko-KR" altLang="en-US" dirty="0"/>
              <a:t>가 아닌 영어로 제공되고 있음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previous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이전</a:t>
            </a:r>
            <a:endParaRPr lang="en-US" altLang="ko-KR" dirty="0"/>
          </a:p>
          <a:p>
            <a:r>
              <a:rPr lang="en-US" altLang="ko-KR" dirty="0"/>
              <a:t>next -&gt; </a:t>
            </a:r>
            <a:r>
              <a:rPr lang="ko-KR" altLang="en-US" dirty="0"/>
              <a:t>다음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동일 </a:t>
            </a:r>
            <a:r>
              <a:rPr lang="ko-KR" altLang="en-US" dirty="0" err="1">
                <a:highlight>
                  <a:srgbClr val="FFFF00"/>
                </a:highlight>
              </a:rPr>
              <a:t>콤포넌트</a:t>
            </a:r>
            <a:r>
              <a:rPr lang="ko-KR" altLang="en-US" dirty="0">
                <a:highlight>
                  <a:srgbClr val="FFFF00"/>
                </a:highlight>
              </a:rPr>
              <a:t> </a:t>
            </a:r>
            <a:r>
              <a:rPr lang="en-US" altLang="ko-KR" dirty="0">
                <a:highlight>
                  <a:srgbClr val="FFFF00"/>
                </a:highlight>
              </a:rPr>
              <a:t>UI</a:t>
            </a:r>
            <a:r>
              <a:rPr lang="ko-KR" altLang="en-US" dirty="0">
                <a:highlight>
                  <a:srgbClr val="FFFF00"/>
                </a:highlight>
              </a:rPr>
              <a:t> 공통 오류임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30762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고객확인제도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본인확인서등록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고객확인제도등록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792C2419-16CA-5F1D-EAA5-A2716115961B}"/>
              </a:ext>
            </a:extLst>
          </p:cNvPr>
          <p:cNvSpPr/>
          <p:nvPr/>
        </p:nvSpPr>
        <p:spPr>
          <a:xfrm>
            <a:off x="5959132" y="4950110"/>
            <a:ext cx="278039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1F806A6D-633D-E5A3-19F3-F8946A2C1A02}"/>
              </a:ext>
            </a:extLst>
          </p:cNvPr>
          <p:cNvSpPr/>
          <p:nvPr/>
        </p:nvSpPr>
        <p:spPr>
          <a:xfrm>
            <a:off x="8192180" y="4950110"/>
            <a:ext cx="278039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7E7BDEE8-1DA3-7CF0-E97A-DD371220B823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02002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xmlns="" id="{E3FBDC47-E50A-05AD-D8B6-B6BEF5AC3D5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1529"/>
            <a:ext cx="2520000" cy="36864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2372583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해당 버튼에 대한 정보가 제공되지 않고</a:t>
            </a:r>
            <a:r>
              <a:rPr lang="en-US" altLang="ko-KR" dirty="0"/>
              <a:t>, </a:t>
            </a:r>
            <a:r>
              <a:rPr lang="ko-KR" altLang="en-US" dirty="0"/>
              <a:t>현재 </a:t>
            </a:r>
            <a:r>
              <a:rPr lang="en-US" altLang="ko-KR" dirty="0"/>
              <a:t>"</a:t>
            </a:r>
            <a:r>
              <a:rPr lang="ko-KR" altLang="en-US" dirty="0"/>
              <a:t>개인정보 수집</a:t>
            </a:r>
            <a:r>
              <a:rPr lang="en-US" altLang="ko-KR" dirty="0"/>
              <a:t>/</a:t>
            </a:r>
            <a:r>
              <a:rPr lang="ko-KR" altLang="en-US" dirty="0"/>
              <a:t>이용에 동의</a:t>
            </a:r>
            <a:r>
              <a:rPr lang="en-US" altLang="ko-KR" dirty="0"/>
              <a:t>"</a:t>
            </a:r>
            <a:r>
              <a:rPr lang="ko-KR" altLang="en-US" dirty="0"/>
              <a:t>로만 읽어주고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컨트롤 요소의 이름은 정확한 내용으로 제공하여 보조 기술 사용자가 용도나 목적 정보를 전달받을 수 있도록 해야 </a:t>
            </a:r>
            <a:r>
              <a:rPr lang="ko-KR" altLang="en-US"/>
              <a:t>함</a:t>
            </a:r>
            <a:r>
              <a:rPr lang="en-US" altLang="ko-KR"/>
              <a:t>.</a:t>
            </a:r>
          </a:p>
          <a:p>
            <a:r>
              <a:rPr lang="en-US" altLang="ko-KR">
                <a:highlight>
                  <a:srgbClr val="FFFF00"/>
                </a:highlight>
              </a:rPr>
              <a:t>(20231113 - </a:t>
            </a:r>
            <a:r>
              <a:rPr lang="ko-KR" altLang="en-US">
                <a:highlight>
                  <a:srgbClr val="FFFF00"/>
                </a:highlight>
              </a:rPr>
              <a:t>추가 코멘트</a:t>
            </a:r>
            <a:r>
              <a:rPr lang="en-US" altLang="ko-KR">
                <a:highlight>
                  <a:srgbClr val="FFFF00"/>
                </a:highlight>
              </a:rPr>
              <a:t>) UI</a:t>
            </a:r>
            <a:r>
              <a:rPr lang="ko-KR" altLang="en-US">
                <a:highlight>
                  <a:srgbClr val="FFFF00"/>
                </a:highlight>
              </a:rPr>
              <a:t>의 모양이 체크박스이기 때문에</a:t>
            </a:r>
            <a:r>
              <a:rPr lang="en-US" altLang="ko-KR">
                <a:highlight>
                  <a:srgbClr val="FFFF00"/>
                </a:highlight>
              </a:rPr>
              <a:t> input checkbox</a:t>
            </a:r>
            <a:r>
              <a:rPr lang="ko-KR" altLang="en-US">
                <a:highlight>
                  <a:srgbClr val="FFFF00"/>
                </a:highlight>
              </a:rPr>
              <a:t>로 변경할 것을 권장하며</a:t>
            </a:r>
            <a:r>
              <a:rPr lang="en-US" altLang="ko-KR">
                <a:highlight>
                  <a:srgbClr val="FFFF00"/>
                </a:highlight>
              </a:rPr>
              <a:t>, </a:t>
            </a:r>
            <a:r>
              <a:rPr lang="ko-KR" altLang="en-US">
                <a:highlight>
                  <a:srgbClr val="FFFF00"/>
                </a:highlight>
              </a:rPr>
              <a:t>여의치 못할 경우 </a:t>
            </a:r>
            <a:r>
              <a:rPr lang="en-US" altLang="ko-KR">
                <a:highlight>
                  <a:srgbClr val="FFFF00"/>
                </a:highlight>
              </a:rPr>
              <a:t>role="checkbox"</a:t>
            </a:r>
            <a:r>
              <a:rPr lang="ko-KR" altLang="en-US">
                <a:highlight>
                  <a:srgbClr val="FFFF00"/>
                </a:highlight>
              </a:rPr>
              <a:t>로 구현해야 무방하나 </a:t>
            </a:r>
            <a:r>
              <a:rPr lang="en-US" altLang="ko-KR">
                <a:highlight>
                  <a:srgbClr val="FFFF00"/>
                </a:highlight>
              </a:rPr>
              <a:t>check </a:t>
            </a:r>
            <a:r>
              <a:rPr lang="ko-KR" altLang="en-US">
                <a:highlight>
                  <a:srgbClr val="FFFF00"/>
                </a:highlight>
              </a:rPr>
              <a:t>동작에 따라 </a:t>
            </a:r>
            <a:r>
              <a:rPr lang="en-US" altLang="ko-KR">
                <a:highlight>
                  <a:srgbClr val="FFFF00"/>
                </a:highlight>
              </a:rPr>
              <a:t>aria-checked</a:t>
            </a:r>
            <a:r>
              <a:rPr lang="ko-KR" altLang="en-US">
                <a:highlight>
                  <a:srgbClr val="FFFF00"/>
                </a:highlight>
              </a:rPr>
              <a:t>의</a:t>
            </a:r>
            <a:r>
              <a:rPr lang="en-US" altLang="ko-KR">
                <a:highlight>
                  <a:srgbClr val="FFFF00"/>
                </a:highlight>
              </a:rPr>
              <a:t> </a:t>
            </a:r>
            <a:r>
              <a:rPr lang="ko-KR" altLang="en-US">
                <a:highlight>
                  <a:srgbClr val="FFFF00"/>
                </a:highlight>
              </a:rPr>
              <a:t>값과 </a:t>
            </a:r>
            <a:r>
              <a:rPr lang="en-US" altLang="ko-KR">
                <a:highlight>
                  <a:srgbClr val="FFFF00"/>
                </a:highlight>
              </a:rPr>
              <a:t>label </a:t>
            </a:r>
            <a:r>
              <a:rPr lang="ko-KR" altLang="en-US">
                <a:highlight>
                  <a:srgbClr val="FFFF00"/>
                </a:highlight>
              </a:rPr>
              <a:t>처리가 필요함</a:t>
            </a:r>
            <a:r>
              <a:rPr lang="en-US" altLang="ko-KR">
                <a:highlight>
                  <a:srgbClr val="FFFF00"/>
                </a:highlight>
              </a:rPr>
              <a:t>. (role </a:t>
            </a:r>
            <a:r>
              <a:rPr lang="ko-KR" altLang="en-US">
                <a:highlight>
                  <a:srgbClr val="FFFF00"/>
                </a:highlight>
              </a:rPr>
              <a:t>활용 참고</a:t>
            </a:r>
            <a:r>
              <a:rPr lang="en-US" altLang="ko-KR">
                <a:highlight>
                  <a:srgbClr val="FFFF00"/>
                </a:highlight>
              </a:rPr>
              <a:t>: https://developer.mozilla.org/en-US/docs/Web/Accessibility/ARIA/Roles/checkbox_role)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6822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오늘의 운세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내정보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BAD265E0-6064-B537-75F7-319A344A8E86}"/>
              </a:ext>
            </a:extLst>
          </p:cNvPr>
          <p:cNvCxnSpPr>
            <a:cxnSpLocks/>
          </p:cNvCxnSpPr>
          <p:nvPr/>
        </p:nvCxnSpPr>
        <p:spPr>
          <a:xfrm flipH="1">
            <a:off x="6868690" y="4799365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F666CC41-84A8-1B9A-EDA4-6E6ED88AA2BF}"/>
              </a:ext>
            </a:extLst>
          </p:cNvPr>
          <p:cNvSpPr/>
          <p:nvPr/>
        </p:nvSpPr>
        <p:spPr>
          <a:xfrm>
            <a:off x="6190163" y="5120640"/>
            <a:ext cx="1548549" cy="25025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솔루</a:t>
            </a:r>
            <a:r>
              <a:rPr lang="ko-KR" altLang="en-US" sz="5400" dirty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션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21740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xmlns="" id="{BC392BAB-839B-3469-EC8D-CF196DC803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50134" y="2551528"/>
            <a:ext cx="2520000" cy="36864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1265998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이미지에 대한 대체 텍스트를 제공하지 않음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이미지가 전달하고자 하는 정보와 동일한</a:t>
            </a:r>
            <a:r>
              <a:rPr lang="en-US" altLang="ko-KR" dirty="0"/>
              <a:t> </a:t>
            </a:r>
            <a:r>
              <a:rPr lang="ko-KR" altLang="en-US" dirty="0"/>
              <a:t>설명을 대체 텍스트로 제공해야 함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다른 운세 메뉴의 배너 이미지 공통</a:t>
            </a:r>
            <a:endParaRPr lang="en-US" altLang="ko-KR" dirty="0">
              <a:highlight>
                <a:srgbClr val="FFFF00"/>
              </a:highlight>
            </a:endParaRP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30693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오늘의 운세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오늘의 운세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F666CC41-84A8-1B9A-EDA4-6E6ED88AA2BF}"/>
              </a:ext>
            </a:extLst>
          </p:cNvPr>
          <p:cNvSpPr/>
          <p:nvPr/>
        </p:nvSpPr>
        <p:spPr>
          <a:xfrm>
            <a:off x="5950133" y="2856233"/>
            <a:ext cx="2519995" cy="114553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xmlns="" id="{57F519F1-CD0E-3266-3850-80E5FAA80F53}"/>
              </a:ext>
            </a:extLst>
          </p:cNvPr>
          <p:cNvCxnSpPr/>
          <p:nvPr/>
        </p:nvCxnSpPr>
        <p:spPr>
          <a:xfrm>
            <a:off x="8286750" y="2610699"/>
            <a:ext cx="0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솔루</a:t>
            </a:r>
            <a:r>
              <a:rPr lang="ko-KR" altLang="en-US" sz="5400" dirty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션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96717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xmlns="" id="{F633BEAF-9D3C-82D3-F05E-7FAACD8C315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1529"/>
            <a:ext cx="2520000" cy="36864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108133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텍스트와 배경 간 명도대비를 </a:t>
            </a:r>
            <a:r>
              <a:rPr lang="en-US" altLang="ko-KR" dirty="0"/>
              <a:t>3:1 </a:t>
            </a:r>
            <a:r>
              <a:rPr lang="ko-KR" altLang="en-US" dirty="0"/>
              <a:t>이상으로 제공해야 함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다른 운세 메뉴의 로또 번호 부분 공통</a:t>
            </a:r>
            <a:endParaRPr lang="en-US" altLang="ko-KR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4586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오늘의 운세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오늘의 운세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명도 대비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사용자 인터페이스 컴포넌트와 텍스트는 전경색과 배경색이 구분될 수 있도록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사용자 인터페이스 컴포넌트와 텍스트는 전경색과 배경색이 구분될 수 있도록 명도 대비를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3:1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이상으로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BAD265E0-6064-B537-75F7-319A344A8E86}"/>
              </a:ext>
            </a:extLst>
          </p:cNvPr>
          <p:cNvCxnSpPr>
            <a:cxnSpLocks/>
          </p:cNvCxnSpPr>
          <p:nvPr/>
        </p:nvCxnSpPr>
        <p:spPr>
          <a:xfrm flipH="1">
            <a:off x="6868690" y="4799365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F666CC41-84A8-1B9A-EDA4-6E6ED88AA2BF}"/>
              </a:ext>
            </a:extLst>
          </p:cNvPr>
          <p:cNvSpPr/>
          <p:nvPr/>
        </p:nvSpPr>
        <p:spPr>
          <a:xfrm>
            <a:off x="6105583" y="5044899"/>
            <a:ext cx="2209102" cy="769003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솔루</a:t>
            </a:r>
            <a:r>
              <a:rPr lang="ko-KR" altLang="en-US" sz="5400" dirty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션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06044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6DC7E785-659C-1E05-DBE5-490ED68177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50127" y="2396539"/>
            <a:ext cx="2520000" cy="393817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1030036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이미지에 대한 대체 텍스트 속성을 제공하지 않음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장식 이미지에 제공되는 대체 텍스트 속성값을 공백으로 제공해야 함</a:t>
            </a:r>
            <a:r>
              <a:rPr lang="en-US" altLang="ko-KR" dirty="0"/>
              <a:t>.(alt="")</a:t>
            </a:r>
            <a:endParaRPr lang="en-US" altLang="ko-KR" dirty="0">
              <a:highlight>
                <a:srgbClr val="FFFF00"/>
              </a:highlight>
            </a:endParaRP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431039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오늘의 운세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띠별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운세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F666CC41-84A8-1B9A-EDA4-6E6ED88AA2BF}"/>
              </a:ext>
            </a:extLst>
          </p:cNvPr>
          <p:cNvSpPr/>
          <p:nvPr/>
        </p:nvSpPr>
        <p:spPr>
          <a:xfrm>
            <a:off x="5950133" y="4365625"/>
            <a:ext cx="2519995" cy="41592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xmlns="" id="{57F519F1-CD0E-3266-3850-80E5FAA80F53}"/>
              </a:ext>
            </a:extLst>
          </p:cNvPr>
          <p:cNvCxnSpPr/>
          <p:nvPr/>
        </p:nvCxnSpPr>
        <p:spPr>
          <a:xfrm>
            <a:off x="8286750" y="4120091"/>
            <a:ext cx="0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0BDB9462-5B23-73DF-D599-5DEA976830D9}"/>
              </a:ext>
            </a:extLst>
          </p:cNvPr>
          <p:cNvSpPr/>
          <p:nvPr/>
        </p:nvSpPr>
        <p:spPr>
          <a:xfrm>
            <a:off x="5950133" y="5026581"/>
            <a:ext cx="2519995" cy="41592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FA0C01EA-DB01-7FD0-2AAD-085A08D0B411}"/>
              </a:ext>
            </a:extLst>
          </p:cNvPr>
          <p:cNvSpPr/>
          <p:nvPr/>
        </p:nvSpPr>
        <p:spPr>
          <a:xfrm>
            <a:off x="5950133" y="5760006"/>
            <a:ext cx="2519995" cy="41592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솔루</a:t>
            </a:r>
            <a:r>
              <a:rPr lang="ko-KR" altLang="en-US" sz="5400" dirty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션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12959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8642046" cy="1317294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좋음</a:t>
            </a:r>
            <a:r>
              <a:rPr lang="en-US" altLang="ko-KR" dirty="0"/>
              <a:t>"</a:t>
            </a:r>
            <a:r>
              <a:rPr lang="ko-KR" altLang="en-US" dirty="0"/>
              <a:t>과 </a:t>
            </a:r>
            <a:r>
              <a:rPr lang="en-US" altLang="ko-KR" dirty="0"/>
              <a:t>"</a:t>
            </a:r>
            <a:r>
              <a:rPr lang="ko-KR" altLang="en-US" dirty="0"/>
              <a:t>나쁨</a:t>
            </a:r>
            <a:r>
              <a:rPr lang="en-US" altLang="ko-KR" dirty="0"/>
              <a:t>" </a:t>
            </a:r>
            <a:r>
              <a:rPr lang="ko-KR" altLang="en-US" dirty="0"/>
              <a:t>상태를 색상으로만 구별하고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활성화 상태에 대한 정보를 색상 이외의 수단으로 구분할 수 있는 단서</a:t>
            </a:r>
            <a:r>
              <a:rPr lang="en-US" altLang="ko-KR" dirty="0"/>
              <a:t>(</a:t>
            </a:r>
            <a:r>
              <a:rPr lang="ko-KR" altLang="en-US" dirty="0"/>
              <a:t>밑줄</a:t>
            </a:r>
            <a:r>
              <a:rPr lang="en-US" altLang="ko-KR" dirty="0"/>
              <a:t>,  </a:t>
            </a:r>
            <a:r>
              <a:rPr lang="ko-KR" altLang="en-US" dirty="0"/>
              <a:t>크기 차이</a:t>
            </a:r>
            <a:r>
              <a:rPr lang="en-US" altLang="ko-KR" dirty="0"/>
              <a:t>, 1px </a:t>
            </a:r>
            <a:r>
              <a:rPr lang="ko-KR" altLang="en-US" dirty="0"/>
              <a:t>이상의 테두리 차이</a:t>
            </a:r>
            <a:r>
              <a:rPr lang="en-US" altLang="ko-KR" dirty="0"/>
              <a:t>, </a:t>
            </a:r>
            <a:r>
              <a:rPr lang="ko-KR" altLang="en-US" dirty="0" err="1"/>
              <a:t>표식자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  <a:r>
              <a:rPr lang="ko-KR" altLang="en-US" dirty="0"/>
              <a:t>를 제공해야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</a:t>
            </a:r>
            <a:r>
              <a:rPr lang="ko-KR" altLang="en-US" dirty="0" err="1"/>
              <a:t>재물운</a:t>
            </a:r>
            <a:r>
              <a:rPr lang="en-US" altLang="ko-KR" dirty="0"/>
              <a:t>, </a:t>
            </a:r>
            <a:r>
              <a:rPr lang="ko-KR" altLang="en-US" dirty="0" err="1"/>
              <a:t>애정운</a:t>
            </a:r>
            <a:r>
              <a:rPr lang="en-US" altLang="ko-KR" dirty="0"/>
              <a:t>, </a:t>
            </a:r>
            <a:r>
              <a:rPr lang="ko-KR" altLang="en-US" dirty="0"/>
              <a:t>취업</a:t>
            </a:r>
            <a:r>
              <a:rPr lang="en-US" altLang="ko-KR" dirty="0"/>
              <a:t>/</a:t>
            </a:r>
            <a:r>
              <a:rPr lang="ko-KR" altLang="en-US" dirty="0"/>
              <a:t>승진</a:t>
            </a:r>
            <a:r>
              <a:rPr lang="en-US" altLang="ko-KR" dirty="0"/>
              <a:t>, </a:t>
            </a:r>
            <a:r>
              <a:rPr lang="ko-KR" altLang="en-US" dirty="0"/>
              <a:t>비즈니스</a:t>
            </a:r>
            <a:r>
              <a:rPr lang="en-US" altLang="ko-KR" dirty="0"/>
              <a:t>, </a:t>
            </a:r>
            <a:r>
              <a:rPr lang="ko-KR" altLang="en-US" dirty="0"/>
              <a:t>이사</a:t>
            </a:r>
            <a:r>
              <a:rPr lang="en-US" altLang="ko-KR" dirty="0"/>
              <a:t> </a:t>
            </a:r>
            <a:r>
              <a:rPr lang="ko-KR" altLang="en-US" dirty="0"/>
              <a:t>캘린더</a:t>
            </a:r>
            <a:r>
              <a:rPr lang="en-US" altLang="ko-KR" dirty="0"/>
              <a:t>) </a:t>
            </a:r>
          </a:p>
          <a:p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327842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오늘의 운세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월간 종합운세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색에 무관한 인식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정보는 색에 관계없이 인식될 수 있어야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콘텐츠에서 제공하는 모든 정보는 특정한 색을 구별할 수 없는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흑백 디스플레이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흑백 인쇄물을 보는 사용자 및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고대비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모드 사용자가 인식할 수 있도록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xmlns="" id="{E1F3EA88-47AF-86AF-3737-D5E2940F228E}"/>
              </a:ext>
            </a:extLst>
          </p:cNvPr>
          <p:cNvGrpSpPr/>
          <p:nvPr/>
        </p:nvGrpSpPr>
        <p:grpSpPr>
          <a:xfrm>
            <a:off x="2639598" y="3686176"/>
            <a:ext cx="2096531" cy="2609850"/>
            <a:chOff x="3159910" y="3600450"/>
            <a:chExt cx="2223105" cy="2767415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xmlns="" id="{A0F493AC-B7D2-61B3-6020-9BDBC85A5EE1}"/>
                </a:ext>
              </a:extLst>
            </p:cNvPr>
            <p:cNvGrpSpPr/>
            <p:nvPr/>
          </p:nvGrpSpPr>
          <p:grpSpPr>
            <a:xfrm>
              <a:off x="3159910" y="3600450"/>
              <a:ext cx="2223105" cy="2767415"/>
              <a:chOff x="3427048" y="3230862"/>
              <a:chExt cx="2520000" cy="3137003"/>
            </a:xfrm>
          </p:grpSpPr>
          <p:pic>
            <p:nvPicPr>
              <p:cNvPr id="11" name="그림 10" descr="텍스트, 스크린샷, 번호, 폰트이(가) 표시된 사진&#10;&#10;자동 생성된 설명">
                <a:extLst>
                  <a:ext uri="{FF2B5EF4-FFF2-40B4-BE49-F238E27FC236}">
                    <a16:creationId xmlns:a16="http://schemas.microsoft.com/office/drawing/2014/main" xmlns="" id="{073D60BF-4162-E7A7-8432-091BBAEF235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427048" y="3230862"/>
                <a:ext cx="2520000" cy="3137003"/>
              </a:xfrm>
              <a:prstGeom prst="rect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</p:pic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xmlns="" id="{4ACEDF0B-A4D6-6EA7-5D26-3EBDA2D9171D}"/>
                  </a:ext>
                </a:extLst>
              </p:cNvPr>
              <p:cNvSpPr/>
              <p:nvPr/>
            </p:nvSpPr>
            <p:spPr>
              <a:xfrm>
                <a:off x="3604901" y="3927693"/>
                <a:ext cx="2142062" cy="2339757"/>
              </a:xfrm>
              <a:prstGeom prst="rect">
                <a:avLst/>
              </a:prstGeom>
              <a:noFill/>
              <a:ln w="254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algn="l" defTabSz="144000">
                  <a:lnSpc>
                    <a:spcPct val="110000"/>
                  </a:lnSpc>
                </a:pPr>
                <a:endPara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  <a:ea typeface="맑은 고딕" panose="020B0503020000020004" pitchFamily="50" charset="-127"/>
                </a:endParaRPr>
              </a:p>
            </p:txBody>
          </p:sp>
        </p:grp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xmlns="" id="{7A8E9E8C-EEA5-F8E5-40B7-D03635489C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44465" y="3942890"/>
              <a:ext cx="11168" cy="245534"/>
            </a:xfrm>
            <a:prstGeom prst="straightConnector1">
              <a:avLst/>
            </a:prstGeom>
            <a:ln w="381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xmlns="" id="{E286847C-88D6-7C7F-8FBF-3184C7838820}"/>
              </a:ext>
            </a:extLst>
          </p:cNvPr>
          <p:cNvGrpSpPr/>
          <p:nvPr/>
        </p:nvGrpSpPr>
        <p:grpSpPr>
          <a:xfrm>
            <a:off x="638923" y="3686177"/>
            <a:ext cx="2096531" cy="2609850"/>
            <a:chOff x="763003" y="3600451"/>
            <a:chExt cx="2223105" cy="2767415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xmlns="" id="{8536B782-41E8-14FF-E496-D0C1B08714ED}"/>
                </a:ext>
              </a:extLst>
            </p:cNvPr>
            <p:cNvGrpSpPr/>
            <p:nvPr/>
          </p:nvGrpSpPr>
          <p:grpSpPr>
            <a:xfrm>
              <a:off x="763003" y="3600451"/>
              <a:ext cx="2223105" cy="2767415"/>
              <a:chOff x="763003" y="3230863"/>
              <a:chExt cx="2520000" cy="3137003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xmlns="" id="{D684233C-19F8-DB34-7594-05E5E7B0236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763003" y="3230863"/>
                <a:ext cx="2520000" cy="3137003"/>
              </a:xfrm>
              <a:prstGeom prst="rect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xmlns="" id="{F666CC41-84A8-1B9A-EDA4-6E6ED88AA2BF}"/>
                  </a:ext>
                </a:extLst>
              </p:cNvPr>
              <p:cNvSpPr/>
              <p:nvPr/>
            </p:nvSpPr>
            <p:spPr>
              <a:xfrm>
                <a:off x="960016" y="3927693"/>
                <a:ext cx="2142062" cy="2339757"/>
              </a:xfrm>
              <a:prstGeom prst="rect">
                <a:avLst/>
              </a:prstGeom>
              <a:noFill/>
              <a:ln w="254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algn="l" defTabSz="144000">
                  <a:lnSpc>
                    <a:spcPct val="110000"/>
                  </a:lnSpc>
                </a:pPr>
                <a:endPara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  <a:ea typeface="맑은 고딕" panose="020B0503020000020004" pitchFamily="50" charset="-127"/>
                </a:endParaRPr>
              </a:p>
            </p:txBody>
          </p:sp>
        </p:grp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xmlns="" id="{F66FBC8A-A6FE-0531-F59C-9729316288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2740" y="3909781"/>
              <a:ext cx="11168" cy="245534"/>
            </a:xfrm>
            <a:prstGeom prst="straightConnector1">
              <a:avLst/>
            </a:prstGeom>
            <a:ln w="381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AA4CB3E6-0629-966A-BE22-2FE56FE257A0}"/>
              </a:ext>
            </a:extLst>
          </p:cNvPr>
          <p:cNvSpPr txBox="1"/>
          <p:nvPr/>
        </p:nvSpPr>
        <p:spPr>
          <a:xfrm>
            <a:off x="632129" y="3187482"/>
            <a:ext cx="4104000" cy="211203"/>
          </a:xfrm>
          <a:prstGeom prst="rect">
            <a:avLst/>
          </a:prstGeom>
          <a:noFill/>
        </p:spPr>
        <p:txBody>
          <a:bodyPr wrap="square" lIns="0" tIns="0" rIns="0" bIns="72000" rtlCol="0">
            <a:spAutoFit/>
          </a:bodyPr>
          <a:lstStyle/>
          <a:p>
            <a:pPr algn="l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문제점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C2C0BDB5-B99E-3FF8-2193-D0D732F7C7C8}"/>
              </a:ext>
            </a:extLst>
          </p:cNvPr>
          <p:cNvSpPr txBox="1"/>
          <p:nvPr/>
        </p:nvSpPr>
        <p:spPr>
          <a:xfrm>
            <a:off x="5168900" y="3187482"/>
            <a:ext cx="4104000" cy="211203"/>
          </a:xfrm>
          <a:prstGeom prst="rect">
            <a:avLst/>
          </a:prstGeom>
          <a:noFill/>
        </p:spPr>
        <p:txBody>
          <a:bodyPr wrap="square" lIns="0" tIns="0" rIns="0" bIns="72000" rtlCol="0">
            <a:spAutoFit/>
          </a:bodyPr>
          <a:lstStyle/>
          <a:p>
            <a:pPr algn="l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개선 방안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D1104EEC-412C-6CAA-CFFF-AE396B79C4AD}"/>
              </a:ext>
            </a:extLst>
          </p:cNvPr>
          <p:cNvGrpSpPr/>
          <p:nvPr/>
        </p:nvGrpSpPr>
        <p:grpSpPr>
          <a:xfrm>
            <a:off x="5660166" y="4156075"/>
            <a:ext cx="3220503" cy="774500"/>
            <a:chOff x="5660166" y="4156075"/>
            <a:chExt cx="3220503" cy="774500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xmlns="" id="{A243A646-1F6C-0159-BB75-53070697C0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60166" y="4156075"/>
              <a:ext cx="3220503" cy="419100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25" name="별: 꼭짓점 5개 24">
              <a:extLst>
                <a:ext uri="{FF2B5EF4-FFF2-40B4-BE49-F238E27FC236}">
                  <a16:creationId xmlns:a16="http://schemas.microsoft.com/office/drawing/2014/main" xmlns="" id="{3F5EA4BE-2C06-545E-A79E-D053FA08EA8D}"/>
                </a:ext>
              </a:extLst>
            </p:cNvPr>
            <p:cNvSpPr/>
            <p:nvPr/>
          </p:nvSpPr>
          <p:spPr>
            <a:xfrm>
              <a:off x="6725145" y="4265909"/>
              <a:ext cx="155575" cy="664666"/>
            </a:xfrm>
            <a:prstGeom prst="star5">
              <a:avLst>
                <a:gd name="adj" fmla="val 26381"/>
                <a:gd name="hf" fmla="val 105146"/>
                <a:gd name="vf" fmla="val 110557"/>
              </a:avLst>
            </a:prstGeom>
            <a:solidFill>
              <a:srgbClr val="E6726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맑은 고딕" panose="020B0503020000020004" pitchFamily="50" charset="-127"/>
              </a:endParaRPr>
            </a:p>
          </p:txBody>
        </p:sp>
      </p:grpSp>
      <p:sp>
        <p:nvSpPr>
          <p:cNvPr id="27" name="타원 26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솔루</a:t>
            </a:r>
            <a:r>
              <a:rPr lang="ko-KR" altLang="en-US" sz="5400" dirty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션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21495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xmlns="" id="{F633BEAF-9D3C-82D3-F05E-7FAACD8C315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1529"/>
            <a:ext cx="2520000" cy="36864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108133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텍스트와 배경 간 명도대비를 </a:t>
            </a:r>
            <a:r>
              <a:rPr lang="en-US" altLang="ko-KR" dirty="0"/>
              <a:t>3:1 </a:t>
            </a:r>
            <a:r>
              <a:rPr lang="ko-KR" altLang="en-US" dirty="0"/>
              <a:t>이상으로 제공해야 함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다른 운세 메뉴의 로또 번호 부분 공통</a:t>
            </a:r>
            <a:endParaRPr lang="en-US" altLang="ko-KR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589713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오늘의 운세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오늘의 타로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명도 대비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사용자 인터페이스 컴포넌트와 텍스트는 전경색과 배경색이 구분될 수 있도록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사용자 인터페이스 컴포넌트와 텍스트는 전경색과 배경색이 구분될 수 있도록 명도 대비를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3:1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이상으로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BAD265E0-6064-B537-75F7-319A344A8E86}"/>
              </a:ext>
            </a:extLst>
          </p:cNvPr>
          <p:cNvCxnSpPr>
            <a:cxnSpLocks/>
          </p:cNvCxnSpPr>
          <p:nvPr/>
        </p:nvCxnSpPr>
        <p:spPr>
          <a:xfrm flipH="1">
            <a:off x="6868690" y="4799365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F666CC41-84A8-1B9A-EDA4-6E6ED88AA2BF}"/>
              </a:ext>
            </a:extLst>
          </p:cNvPr>
          <p:cNvSpPr/>
          <p:nvPr/>
        </p:nvSpPr>
        <p:spPr>
          <a:xfrm>
            <a:off x="6105583" y="5044899"/>
            <a:ext cx="2209102" cy="769003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솔루</a:t>
            </a:r>
            <a:r>
              <a:rPr lang="ko-KR" altLang="en-US" sz="5400" dirty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션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82748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xmlns="" id="{CF3F7E23-8FCD-893C-206E-13A08B3A25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3013654"/>
            <a:ext cx="2520000" cy="299295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1030036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 err="1"/>
              <a:t>카드섞기</a:t>
            </a:r>
            <a:r>
              <a:rPr lang="en-US" altLang="ko-KR" dirty="0"/>
              <a:t>" </a:t>
            </a:r>
            <a:r>
              <a:rPr lang="ko-KR" altLang="en-US" dirty="0"/>
              <a:t>버튼 선택 후</a:t>
            </a:r>
            <a:r>
              <a:rPr lang="en-US" altLang="ko-KR" dirty="0"/>
              <a:t>, </a:t>
            </a:r>
            <a:r>
              <a:rPr lang="ko-KR" altLang="en-US" dirty="0"/>
              <a:t>실제로 카드가 섞였는지에 대한 정보가 제공되지 않아</a:t>
            </a:r>
            <a:r>
              <a:rPr lang="en-US" altLang="ko-KR" dirty="0"/>
              <a:t>, </a:t>
            </a:r>
            <a:r>
              <a:rPr lang="ko-KR" altLang="en-US" dirty="0"/>
              <a:t>스크린 리더 사용자는 해당 기능이 적용되었는지 알 수 없음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오늘의 타로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월간 타로 메뉴 공통</a:t>
            </a:r>
            <a:endParaRPr lang="en-US" altLang="ko-KR" dirty="0">
              <a:highlight>
                <a:srgbClr val="FFFF00"/>
              </a:highlight>
            </a:endParaRP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746655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오늘의 운세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오늘의 타로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예측가능성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의도하지 않은 화면 전환이나 이벤트 등이 실행되는 경우 사용자가 이해할 수 있는 방법으로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화면이 전환되거나 팝업과 같은 이벤트가 실행되는 경우 이를 예측할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7E4AD932-241A-B4CA-BC0D-D9D8C7C94CB2}"/>
              </a:ext>
            </a:extLst>
          </p:cNvPr>
          <p:cNvSpPr/>
          <p:nvPr/>
        </p:nvSpPr>
        <p:spPr>
          <a:xfrm>
            <a:off x="6057286" y="5448383"/>
            <a:ext cx="1164252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445AAD6B-76B0-687C-9875-C138E969C392}"/>
              </a:ext>
            </a:extLst>
          </p:cNvPr>
          <p:cNvCxnSpPr>
            <a:cxnSpLocks/>
          </p:cNvCxnSpPr>
          <p:nvPr/>
        </p:nvCxnSpPr>
        <p:spPr>
          <a:xfrm flipH="1">
            <a:off x="6410523" y="5202849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솔루</a:t>
            </a:r>
            <a:r>
              <a:rPr lang="ko-KR" altLang="en-US" sz="5400" dirty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션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39172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1F006F61-2D35-3FC4-F837-C2AE6C61A3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483084"/>
            <a:ext cx="2520000" cy="376508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609408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진단 불가</a:t>
            </a:r>
            <a:r>
              <a:rPr lang="en-US" altLang="ko-KR" dirty="0"/>
              <a:t>.</a:t>
            </a:r>
            <a:endParaRPr lang="en-US" altLang="ko-KR" dirty="0">
              <a:highlight>
                <a:srgbClr val="FFFF00"/>
              </a:highlight>
            </a:endParaRP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817893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전담매니저신청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9" name="타원 8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rgbClr val="00B050">
              <a:alpha val="56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테스트계정필요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83415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웹사이트, 웹 페이지이(가) 표시된 사진&#10;&#10;자동 생성된 설명">
            <a:extLst>
              <a:ext uri="{FF2B5EF4-FFF2-40B4-BE49-F238E27FC236}">
                <a16:creationId xmlns:a16="http://schemas.microsoft.com/office/drawing/2014/main" xmlns="" id="{4CE5930A-E3D7-2A98-BA5C-9482F29787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44169" y="2682240"/>
            <a:ext cx="2520000" cy="354584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1030036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디지털 가이드를 선택한 이후 버튼명을 </a:t>
            </a:r>
            <a:r>
              <a:rPr lang="en-US" altLang="ko-KR" dirty="0"/>
              <a:t>"</a:t>
            </a:r>
            <a:r>
              <a:rPr lang="ko-KR" altLang="en-US" dirty="0" err="1"/>
              <a:t>개인뱅킹</a:t>
            </a:r>
            <a:r>
              <a:rPr lang="en-US" altLang="ko-KR" dirty="0"/>
              <a:t>"</a:t>
            </a:r>
            <a:r>
              <a:rPr lang="ko-KR" altLang="en-US" dirty="0"/>
              <a:t>으로만 읽어주고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버튼 실행 시 기능을 유추할 수 있도록 버튼에 대한 정보를 </a:t>
            </a:r>
            <a:r>
              <a:rPr lang="en-US" altLang="ko-KR" dirty="0"/>
              <a:t>title </a:t>
            </a:r>
            <a:r>
              <a:rPr lang="ko-KR" altLang="en-US" dirty="0"/>
              <a:t>속성으로 제공해야 함</a:t>
            </a:r>
            <a:r>
              <a:rPr lang="en-US" altLang="ko-KR" dirty="0"/>
              <a:t>.(title="</a:t>
            </a:r>
            <a:r>
              <a:rPr lang="ko-KR" altLang="en-US" dirty="0"/>
              <a:t>디지털 가이드 선택</a:t>
            </a:r>
            <a:r>
              <a:rPr lang="en-US" altLang="ko-KR" dirty="0"/>
              <a:t>")</a:t>
            </a:r>
            <a:endParaRPr lang="en-US" altLang="ko-KR" dirty="0">
              <a:highlight>
                <a:srgbClr val="FFFF00"/>
              </a:highlight>
            </a:endParaRP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103679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디지털가이드북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도움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입력서식 이용 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오류를 방지하거나 정정할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입력서식에는 용도와 목적을 알 수 있는 대체정보를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053A19E1-6E6B-4F2B-C72D-8EE58F36A128}"/>
              </a:ext>
            </a:extLst>
          </p:cNvPr>
          <p:cNvCxnSpPr>
            <a:cxnSpLocks/>
          </p:cNvCxnSpPr>
          <p:nvPr/>
        </p:nvCxnSpPr>
        <p:spPr>
          <a:xfrm flipH="1">
            <a:off x="7228879" y="4475066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82932151-0386-5F49-8480-5996917FD854}"/>
              </a:ext>
            </a:extLst>
          </p:cNvPr>
          <p:cNvSpPr/>
          <p:nvPr/>
        </p:nvSpPr>
        <p:spPr>
          <a:xfrm>
            <a:off x="6077677" y="4720600"/>
            <a:ext cx="2196747" cy="31443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99B6B4BE-C036-4249-4888-AEC28D0522CA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03189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F9F6C48E-AFC4-C782-37EE-EB5E4B00AE5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55337" y="2557238"/>
            <a:ext cx="2520000" cy="368647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84537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선택된 요소에 대한 선택됨 정보를 제공해야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title="</a:t>
            </a:r>
            <a:r>
              <a:rPr lang="ko-KR" altLang="en-US" dirty="0"/>
              <a:t>선택됨</a:t>
            </a:r>
            <a:r>
              <a:rPr lang="en-US" altLang="ko-KR" dirty="0"/>
              <a:t>" </a:t>
            </a:r>
            <a:r>
              <a:rPr lang="ko-KR" altLang="en-US" dirty="0"/>
              <a:t>또는 </a:t>
            </a:r>
            <a:r>
              <a:rPr lang="en-US" altLang="ko-KR" dirty="0"/>
              <a:t>aria-selected="true"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137897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디지털가이드북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0D3A752A-5591-55DA-6FDF-89A4E52150FC}"/>
              </a:ext>
            </a:extLst>
          </p:cNvPr>
          <p:cNvSpPr/>
          <p:nvPr/>
        </p:nvSpPr>
        <p:spPr>
          <a:xfrm>
            <a:off x="5955337" y="4133850"/>
            <a:ext cx="2520000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E74BBA47-047C-D2F6-848A-F83C179462E6}"/>
              </a:ext>
            </a:extLst>
          </p:cNvPr>
          <p:cNvCxnSpPr>
            <a:cxnSpLocks/>
          </p:cNvCxnSpPr>
          <p:nvPr/>
        </p:nvCxnSpPr>
        <p:spPr>
          <a:xfrm flipH="1">
            <a:off x="7204169" y="3887738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493B51B0-2712-AF26-FA39-B2D5826D75F7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54344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8" y="2246825"/>
            <a:ext cx="8640771" cy="1030036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초점 이동 순서가 </a:t>
            </a:r>
            <a:r>
              <a:rPr lang="en-US" altLang="ko-KR" dirty="0"/>
              <a:t>"</a:t>
            </a:r>
            <a:r>
              <a:rPr lang="ko-KR" altLang="en-US" dirty="0"/>
              <a:t>검색어 </a:t>
            </a:r>
            <a:r>
              <a:rPr lang="ko-KR" altLang="en-US" dirty="0" err="1"/>
              <a:t>입력창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검색 버튼 </a:t>
            </a:r>
            <a:r>
              <a:rPr lang="en-US" altLang="ko-KR" dirty="0"/>
              <a:t>-&gt; </a:t>
            </a:r>
            <a:r>
              <a:rPr lang="ko-KR" altLang="en-US" dirty="0"/>
              <a:t>텍스트 전체 삭제 버튼</a:t>
            </a:r>
            <a:r>
              <a:rPr lang="en-US" altLang="ko-KR" dirty="0"/>
              <a:t>"</a:t>
            </a:r>
            <a:r>
              <a:rPr lang="ko-KR" altLang="en-US" dirty="0"/>
              <a:t> 순으로 논리적이지 않음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005209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디지털가이드북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800A1BAB-0F6A-3248-7F46-92F2292242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64537" y="3429000"/>
            <a:ext cx="2039852" cy="298407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A059123-A385-4C08-82F9-A4139336C4E8}"/>
              </a:ext>
            </a:extLst>
          </p:cNvPr>
          <p:cNvSpPr txBox="1"/>
          <p:nvPr/>
        </p:nvSpPr>
        <p:spPr>
          <a:xfrm>
            <a:off x="632129" y="3187482"/>
            <a:ext cx="4104000" cy="211203"/>
          </a:xfrm>
          <a:prstGeom prst="rect">
            <a:avLst/>
          </a:prstGeom>
          <a:noFill/>
        </p:spPr>
        <p:txBody>
          <a:bodyPr wrap="square" lIns="0" tIns="0" rIns="0" bIns="72000" rtlCol="0">
            <a:spAutoFit/>
          </a:bodyPr>
          <a:lstStyle/>
          <a:p>
            <a:pPr algn="l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문제점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A60798FA-6D2D-CF4A-25E8-135786815D1F}"/>
              </a:ext>
            </a:extLst>
          </p:cNvPr>
          <p:cNvSpPr/>
          <p:nvPr/>
        </p:nvSpPr>
        <p:spPr>
          <a:xfrm>
            <a:off x="1793398" y="3900488"/>
            <a:ext cx="1254602" cy="24479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1982B935-2257-4142-63A8-E4EA24C2A760}"/>
              </a:ext>
            </a:extLst>
          </p:cNvPr>
          <p:cNvSpPr/>
          <p:nvPr/>
        </p:nvSpPr>
        <p:spPr>
          <a:xfrm>
            <a:off x="3322161" y="3900488"/>
            <a:ext cx="178277" cy="24479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401B255D-EE33-7EDB-FD8D-29CF42CDF674}"/>
              </a:ext>
            </a:extLst>
          </p:cNvPr>
          <p:cNvSpPr/>
          <p:nvPr/>
        </p:nvSpPr>
        <p:spPr>
          <a:xfrm>
            <a:off x="3095942" y="3900488"/>
            <a:ext cx="178277" cy="24479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F57AD655-BB07-B74D-1599-3E21E64306EC}"/>
              </a:ext>
            </a:extLst>
          </p:cNvPr>
          <p:cNvGrpSpPr/>
          <p:nvPr/>
        </p:nvGrpSpPr>
        <p:grpSpPr>
          <a:xfrm>
            <a:off x="1716761" y="3823851"/>
            <a:ext cx="153274" cy="497132"/>
            <a:chOff x="1716761" y="3823851"/>
            <a:chExt cx="153274" cy="497132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xmlns="" id="{A213B39B-98F8-3CB0-627E-842C6D69274F}"/>
                </a:ext>
              </a:extLst>
            </p:cNvPr>
            <p:cNvSpPr/>
            <p:nvPr/>
          </p:nvSpPr>
          <p:spPr>
            <a:xfrm>
              <a:off x="1716761" y="3823851"/>
              <a:ext cx="153274" cy="497132"/>
            </a:xfrm>
            <a:prstGeom prst="ellipse">
              <a:avLst/>
            </a:prstGeom>
            <a:solidFill>
              <a:schemeClr val="accent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맑은 고딕" panose="020B0503020000020004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FAC1BF3D-E377-18DF-FC88-D3A33F0E3B32}"/>
                </a:ext>
              </a:extLst>
            </p:cNvPr>
            <p:cNvSpPr txBox="1"/>
            <p:nvPr/>
          </p:nvSpPr>
          <p:spPr>
            <a:xfrm>
              <a:off x="1770154" y="3857848"/>
              <a:ext cx="41678" cy="165036"/>
            </a:xfrm>
            <a:prstGeom prst="rect">
              <a:avLst/>
            </a:prstGeom>
            <a:noFill/>
          </p:spPr>
          <p:txBody>
            <a:bodyPr wrap="none" lIns="0" tIns="0" rIns="0" bIns="72000" rtlCol="0">
              <a:spAutoFit/>
            </a:bodyPr>
            <a:lstStyle/>
            <a:p>
              <a:pPr algn="l"/>
              <a:r>
                <a:rPr lang="en-US" altLang="ko-KR" sz="6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6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xmlns="" id="{F706AE04-44FB-61C4-2935-7F4DE0403D58}"/>
              </a:ext>
            </a:extLst>
          </p:cNvPr>
          <p:cNvGrpSpPr/>
          <p:nvPr/>
        </p:nvGrpSpPr>
        <p:grpSpPr>
          <a:xfrm>
            <a:off x="3292730" y="3823851"/>
            <a:ext cx="153274" cy="497132"/>
            <a:chOff x="1716761" y="3823851"/>
            <a:chExt cx="153274" cy="497132"/>
          </a:xfrm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xmlns="" id="{EF293DD0-E431-C8BD-690B-C99CCB7BA2A4}"/>
                </a:ext>
              </a:extLst>
            </p:cNvPr>
            <p:cNvSpPr/>
            <p:nvPr/>
          </p:nvSpPr>
          <p:spPr>
            <a:xfrm>
              <a:off x="1716761" y="3823851"/>
              <a:ext cx="153274" cy="497132"/>
            </a:xfrm>
            <a:prstGeom prst="ellipse">
              <a:avLst/>
            </a:prstGeom>
            <a:solidFill>
              <a:schemeClr val="accent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맑은 고딕" panose="020B0503020000020004" pitchFamily="50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96DB18DC-0AB4-16A9-D1CA-470271FEA4A8}"/>
                </a:ext>
              </a:extLst>
            </p:cNvPr>
            <p:cNvSpPr txBox="1"/>
            <p:nvPr/>
          </p:nvSpPr>
          <p:spPr>
            <a:xfrm>
              <a:off x="1770154" y="3857848"/>
              <a:ext cx="41678" cy="165036"/>
            </a:xfrm>
            <a:prstGeom prst="rect">
              <a:avLst/>
            </a:prstGeom>
            <a:noFill/>
          </p:spPr>
          <p:txBody>
            <a:bodyPr wrap="none" lIns="0" tIns="0" rIns="0" bIns="72000" rtlCol="0">
              <a:spAutoFit/>
            </a:bodyPr>
            <a:lstStyle/>
            <a:p>
              <a:pPr algn="l"/>
              <a:r>
                <a:rPr lang="en-US" altLang="ko-KR" sz="6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6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xmlns="" id="{9B9D8C88-3A8E-B748-2D4F-917285769ABD}"/>
              </a:ext>
            </a:extLst>
          </p:cNvPr>
          <p:cNvGrpSpPr/>
          <p:nvPr/>
        </p:nvGrpSpPr>
        <p:grpSpPr>
          <a:xfrm>
            <a:off x="3031806" y="3823851"/>
            <a:ext cx="153274" cy="497132"/>
            <a:chOff x="1716761" y="3823851"/>
            <a:chExt cx="153274" cy="497132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xmlns="" id="{DD6E86A8-BB6D-36A8-519B-67B126B3455B}"/>
                </a:ext>
              </a:extLst>
            </p:cNvPr>
            <p:cNvSpPr/>
            <p:nvPr/>
          </p:nvSpPr>
          <p:spPr>
            <a:xfrm>
              <a:off x="1716761" y="3823851"/>
              <a:ext cx="153274" cy="497132"/>
            </a:xfrm>
            <a:prstGeom prst="ellipse">
              <a:avLst/>
            </a:prstGeom>
            <a:solidFill>
              <a:schemeClr val="accent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9A7073D5-585E-A9CD-7DFF-21B980520F6D}"/>
                </a:ext>
              </a:extLst>
            </p:cNvPr>
            <p:cNvSpPr txBox="1"/>
            <p:nvPr/>
          </p:nvSpPr>
          <p:spPr>
            <a:xfrm>
              <a:off x="1770154" y="3857848"/>
              <a:ext cx="41678" cy="165036"/>
            </a:xfrm>
            <a:prstGeom prst="rect">
              <a:avLst/>
            </a:prstGeom>
            <a:noFill/>
          </p:spPr>
          <p:txBody>
            <a:bodyPr wrap="none" lIns="0" tIns="0" rIns="0" bIns="72000" rtlCol="0">
              <a:spAutoFit/>
            </a:bodyPr>
            <a:lstStyle/>
            <a:p>
              <a:pPr algn="l"/>
              <a:r>
                <a:rPr lang="en-US" altLang="ko-KR" sz="6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endParaRPr lang="ko-KR" altLang="en-US" sz="6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24" name="그림 23">
            <a:extLst>
              <a:ext uri="{FF2B5EF4-FFF2-40B4-BE49-F238E27FC236}">
                <a16:creationId xmlns:a16="http://schemas.microsoft.com/office/drawing/2014/main" xmlns="" id="{38F414FD-A114-CDA0-120D-28224B7E01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01308" y="3429000"/>
            <a:ext cx="2039852" cy="298407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8995EF9-BCF3-2F5A-5E14-96E8406D0CEA}"/>
              </a:ext>
            </a:extLst>
          </p:cNvPr>
          <p:cNvSpPr txBox="1"/>
          <p:nvPr/>
        </p:nvSpPr>
        <p:spPr>
          <a:xfrm>
            <a:off x="5168900" y="3187482"/>
            <a:ext cx="4104000" cy="211203"/>
          </a:xfrm>
          <a:prstGeom prst="rect">
            <a:avLst/>
          </a:prstGeom>
          <a:noFill/>
        </p:spPr>
        <p:txBody>
          <a:bodyPr wrap="square" lIns="0" tIns="0" rIns="0" bIns="72000" rtlCol="0">
            <a:spAutoFit/>
          </a:bodyPr>
          <a:lstStyle/>
          <a:p>
            <a:pPr algn="l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개선 방안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44C631FB-E79A-6A57-A8A3-A9000F00DFBD}"/>
              </a:ext>
            </a:extLst>
          </p:cNvPr>
          <p:cNvSpPr/>
          <p:nvPr/>
        </p:nvSpPr>
        <p:spPr>
          <a:xfrm>
            <a:off x="6330169" y="3900488"/>
            <a:ext cx="1254602" cy="24479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FA55829B-4601-AEE4-10ED-8B3C755AE451}"/>
              </a:ext>
            </a:extLst>
          </p:cNvPr>
          <p:cNvSpPr/>
          <p:nvPr/>
        </p:nvSpPr>
        <p:spPr>
          <a:xfrm>
            <a:off x="7858932" y="3900488"/>
            <a:ext cx="178277" cy="24479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4B8ADE33-0233-538A-7B00-7AD1A8768159}"/>
              </a:ext>
            </a:extLst>
          </p:cNvPr>
          <p:cNvSpPr/>
          <p:nvPr/>
        </p:nvSpPr>
        <p:spPr>
          <a:xfrm>
            <a:off x="7632713" y="3900488"/>
            <a:ext cx="178277" cy="24479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42F6BC02-1A9B-3FE7-020B-97EEFC348B4B}"/>
              </a:ext>
            </a:extLst>
          </p:cNvPr>
          <p:cNvGrpSpPr/>
          <p:nvPr/>
        </p:nvGrpSpPr>
        <p:grpSpPr>
          <a:xfrm>
            <a:off x="6253532" y="3823851"/>
            <a:ext cx="153274" cy="497132"/>
            <a:chOff x="1716761" y="3823851"/>
            <a:chExt cx="153274" cy="497132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xmlns="" id="{B00FA49A-03D7-3D1F-ACE2-BD1027CB7891}"/>
                </a:ext>
              </a:extLst>
            </p:cNvPr>
            <p:cNvSpPr/>
            <p:nvPr/>
          </p:nvSpPr>
          <p:spPr>
            <a:xfrm>
              <a:off x="1716761" y="3823851"/>
              <a:ext cx="153274" cy="497132"/>
            </a:xfrm>
            <a:prstGeom prst="ellipse">
              <a:avLst/>
            </a:pr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맑은 고딕" panose="020B0503020000020004" pitchFamily="50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C962AFE1-01F3-630F-7E5A-BC779B5C79BA}"/>
                </a:ext>
              </a:extLst>
            </p:cNvPr>
            <p:cNvSpPr txBox="1"/>
            <p:nvPr/>
          </p:nvSpPr>
          <p:spPr>
            <a:xfrm>
              <a:off x="1770154" y="3857848"/>
              <a:ext cx="41678" cy="165036"/>
            </a:xfrm>
            <a:prstGeom prst="rect">
              <a:avLst/>
            </a:prstGeom>
            <a:noFill/>
          </p:spPr>
          <p:txBody>
            <a:bodyPr wrap="none" lIns="0" tIns="0" rIns="0" bIns="72000" rtlCol="0">
              <a:spAutoFit/>
            </a:bodyPr>
            <a:lstStyle/>
            <a:p>
              <a:pPr algn="l"/>
              <a:r>
                <a:rPr lang="en-US" altLang="ko-KR" sz="6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6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xmlns="" id="{6FB23059-3F2E-78A2-C6A9-933BB5C2749C}"/>
              </a:ext>
            </a:extLst>
          </p:cNvPr>
          <p:cNvGrpSpPr/>
          <p:nvPr/>
        </p:nvGrpSpPr>
        <p:grpSpPr>
          <a:xfrm>
            <a:off x="7829501" y="3823851"/>
            <a:ext cx="153274" cy="497132"/>
            <a:chOff x="1716761" y="3823851"/>
            <a:chExt cx="153274" cy="497132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xmlns="" id="{640D71C3-9044-1DFE-F899-495C74540BE5}"/>
                </a:ext>
              </a:extLst>
            </p:cNvPr>
            <p:cNvSpPr/>
            <p:nvPr/>
          </p:nvSpPr>
          <p:spPr>
            <a:xfrm>
              <a:off x="1716761" y="3823851"/>
              <a:ext cx="153274" cy="497132"/>
            </a:xfrm>
            <a:prstGeom prst="ellipse">
              <a:avLst/>
            </a:pr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맑은 고딕" panose="020B0503020000020004" pitchFamily="50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B8A68023-1DD1-59BF-18EF-783A037D5C4C}"/>
                </a:ext>
              </a:extLst>
            </p:cNvPr>
            <p:cNvSpPr txBox="1"/>
            <p:nvPr/>
          </p:nvSpPr>
          <p:spPr>
            <a:xfrm>
              <a:off x="1770154" y="3857848"/>
              <a:ext cx="41678" cy="165036"/>
            </a:xfrm>
            <a:prstGeom prst="rect">
              <a:avLst/>
            </a:prstGeom>
            <a:noFill/>
          </p:spPr>
          <p:txBody>
            <a:bodyPr wrap="none" lIns="0" tIns="0" rIns="0" bIns="72000" rtlCol="0">
              <a:spAutoFit/>
            </a:bodyPr>
            <a:lstStyle/>
            <a:p>
              <a:pPr algn="l"/>
              <a:r>
                <a:rPr lang="en-US" altLang="ko-KR" sz="6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endParaRPr lang="ko-KR" altLang="en-US" sz="6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xmlns="" id="{013271BA-5034-6E1B-7AF5-9274BE8CF6D4}"/>
              </a:ext>
            </a:extLst>
          </p:cNvPr>
          <p:cNvGrpSpPr/>
          <p:nvPr/>
        </p:nvGrpSpPr>
        <p:grpSpPr>
          <a:xfrm>
            <a:off x="7568577" y="3823851"/>
            <a:ext cx="153274" cy="497132"/>
            <a:chOff x="1716761" y="3823851"/>
            <a:chExt cx="153274" cy="497132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xmlns="" id="{77D59BE7-A6BC-7659-6B99-4CA1C3E75CD6}"/>
                </a:ext>
              </a:extLst>
            </p:cNvPr>
            <p:cNvSpPr/>
            <p:nvPr/>
          </p:nvSpPr>
          <p:spPr>
            <a:xfrm>
              <a:off x="1716761" y="3823851"/>
              <a:ext cx="153274" cy="497132"/>
            </a:xfrm>
            <a:prstGeom prst="ellipse">
              <a:avLst/>
            </a:pr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맑은 고딕" panose="020B0503020000020004" pitchFamily="50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AAFCE023-4C46-AC57-E185-81BC83CE747C}"/>
                </a:ext>
              </a:extLst>
            </p:cNvPr>
            <p:cNvSpPr txBox="1"/>
            <p:nvPr/>
          </p:nvSpPr>
          <p:spPr>
            <a:xfrm>
              <a:off x="1770154" y="3857848"/>
              <a:ext cx="41678" cy="165036"/>
            </a:xfrm>
            <a:prstGeom prst="rect">
              <a:avLst/>
            </a:prstGeom>
            <a:noFill/>
          </p:spPr>
          <p:txBody>
            <a:bodyPr wrap="none" lIns="0" tIns="0" rIns="0" bIns="72000" rtlCol="0">
              <a:spAutoFit/>
            </a:bodyPr>
            <a:lstStyle/>
            <a:p>
              <a:pPr algn="l"/>
              <a:r>
                <a:rPr lang="en-US" altLang="ko-KR" sz="6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6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30993613-042E-F812-A07D-BDA9781DB4DB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51683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21E0A21A-B077-AF9D-40FA-808D8D18A81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1530"/>
            <a:ext cx="2520000" cy="36864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1633919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해당 링크가 텍스트로 인식되어 스크린 리더 사용자는 조작할 수 있는 요소임을 인지할 수 없음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링크 요소임을 인지할 수 있도록 </a:t>
            </a:r>
            <a:r>
              <a:rPr lang="en-US" altLang="ko-KR" dirty="0"/>
              <a:t>button </a:t>
            </a:r>
            <a:r>
              <a:rPr lang="ko-KR" altLang="en-US" dirty="0"/>
              <a:t>또는 </a:t>
            </a:r>
            <a:r>
              <a:rPr lang="en-US" altLang="ko-KR" dirty="0"/>
              <a:t>a </a:t>
            </a:r>
            <a:r>
              <a:rPr lang="ko-KR" altLang="en-US" dirty="0"/>
              <a:t>요소로 </a:t>
            </a:r>
            <a:r>
              <a:rPr lang="ko-KR" altLang="en-US" dirty="0" err="1"/>
              <a:t>마크업하거나</a:t>
            </a:r>
            <a:r>
              <a:rPr lang="ko-KR" altLang="en-US" dirty="0"/>
              <a:t> </a:t>
            </a:r>
            <a:r>
              <a:rPr lang="en-US" altLang="ko-KR" dirty="0"/>
              <a:t>role="button" </a:t>
            </a:r>
            <a:r>
              <a:rPr lang="ko-KR" altLang="en-US" dirty="0"/>
              <a:t>속성을 링크 영역에 해당하는 </a:t>
            </a:r>
            <a:r>
              <a:rPr lang="en-US" altLang="ko-KR" dirty="0"/>
              <a:t>div </a:t>
            </a:r>
            <a:r>
              <a:rPr lang="ko-KR" altLang="en-US" dirty="0"/>
              <a:t>요소에 제공해야 </a:t>
            </a:r>
            <a:r>
              <a:rPr lang="ko-KR" altLang="en-US"/>
              <a:t>함</a:t>
            </a:r>
            <a:r>
              <a:rPr lang="en-US" altLang="ko-KR"/>
              <a:t>.</a:t>
            </a:r>
          </a:p>
          <a:p>
            <a:r>
              <a:rPr lang="en-US" altLang="ko-KR">
                <a:highlight>
                  <a:srgbClr val="FFFF00"/>
                </a:highlight>
              </a:rPr>
              <a:t>(20231113 - </a:t>
            </a:r>
            <a:r>
              <a:rPr lang="ko-KR" altLang="en-US">
                <a:highlight>
                  <a:srgbClr val="FFFF00"/>
                </a:highlight>
              </a:rPr>
              <a:t>추가 코멘트</a:t>
            </a:r>
            <a:r>
              <a:rPr lang="en-US" altLang="ko-KR">
                <a:highlight>
                  <a:srgbClr val="FFFF00"/>
                </a:highlight>
              </a:rPr>
              <a:t>) "3</a:t>
            </a:r>
            <a:r>
              <a:rPr lang="ko-KR" altLang="en-US">
                <a:highlight>
                  <a:srgbClr val="FFFF00"/>
                </a:highlight>
              </a:rPr>
              <a:t>개의 콘텐츠</a:t>
            </a:r>
            <a:r>
              <a:rPr lang="en-US" altLang="ko-KR">
                <a:highlight>
                  <a:srgbClr val="FFFF00"/>
                </a:highlight>
              </a:rPr>
              <a:t>" </a:t>
            </a:r>
            <a:r>
              <a:rPr lang="ko-KR" altLang="en-US">
                <a:highlight>
                  <a:srgbClr val="FFFF00"/>
                </a:highlight>
              </a:rPr>
              <a:t>영역이 </a:t>
            </a:r>
            <a:r>
              <a:rPr lang="en-US" altLang="ko-KR">
                <a:highlight>
                  <a:srgbClr val="FFFF00"/>
                </a:highlight>
              </a:rPr>
              <a:t>button </a:t>
            </a:r>
            <a:r>
              <a:rPr lang="ko-KR" altLang="en-US">
                <a:highlight>
                  <a:srgbClr val="FFFF00"/>
                </a:highlight>
              </a:rPr>
              <a:t>요소 내 포함되도록 마크업을 수정해야 함</a:t>
            </a:r>
            <a:r>
              <a:rPr lang="en-US" altLang="ko-KR">
                <a:highlight>
                  <a:srgbClr val="FFFF00"/>
                </a:highlight>
              </a:rPr>
              <a:t>.</a:t>
            </a:r>
            <a:r>
              <a:rPr lang="ko-KR" altLang="en-US">
                <a:highlight>
                  <a:srgbClr val="FFFF00"/>
                </a:highlight>
              </a:rPr>
              <a:t> </a:t>
            </a:r>
            <a:endParaRPr lang="ko-KR" altLang="en-US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342560"/>
              </p:ext>
            </p:extLst>
          </p:nvPr>
        </p:nvGraphicFramePr>
        <p:xfrm>
          <a:off x="415926" y="808726"/>
          <a:ext cx="9074151" cy="111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디지털가이드북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보조기술과의 호환성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인터페이스 컴포넌트는 보조 기술을 이용하여 사용할 수 있도록 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18.2.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부득이하게 기본 사용자 인터페이스 컴포넌트를 사용할 수 없을 시에는 운영체제에서 제공하는 보조 기술을 사용할 수 있도록 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BAD265E0-6064-B537-75F7-319A344A8E86}"/>
              </a:ext>
            </a:extLst>
          </p:cNvPr>
          <p:cNvCxnSpPr>
            <a:cxnSpLocks/>
          </p:cNvCxnSpPr>
          <p:nvPr/>
        </p:nvCxnSpPr>
        <p:spPr>
          <a:xfrm flipH="1">
            <a:off x="6114310" y="2854176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F666CC41-84A8-1B9A-EDA4-6E6ED88AA2BF}"/>
              </a:ext>
            </a:extLst>
          </p:cNvPr>
          <p:cNvSpPr/>
          <p:nvPr/>
        </p:nvSpPr>
        <p:spPr>
          <a:xfrm>
            <a:off x="5961538" y="3099710"/>
            <a:ext cx="2520000" cy="147229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96653A8C-0ECB-A10E-869C-B9FD7C249FEA}"/>
              </a:ext>
            </a:extLst>
          </p:cNvPr>
          <p:cNvSpPr/>
          <p:nvPr/>
        </p:nvSpPr>
        <p:spPr>
          <a:xfrm>
            <a:off x="5961538" y="4765716"/>
            <a:ext cx="2520000" cy="147229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xmlns="" id="{17BA07AD-83BD-A7C5-0CBF-372A2986A174}"/>
              </a:ext>
            </a:extLst>
          </p:cNvPr>
          <p:cNvCxnSpPr>
            <a:cxnSpLocks/>
          </p:cNvCxnSpPr>
          <p:nvPr/>
        </p:nvCxnSpPr>
        <p:spPr>
          <a:xfrm flipH="1">
            <a:off x="6114310" y="4520182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4960449" y="1055077"/>
            <a:ext cx="5565531" cy="5292970"/>
          </a:xfrm>
          <a:prstGeom prst="ellipse">
            <a:avLst/>
          </a:prstGeom>
          <a:solidFill>
            <a:srgbClr val="FFFF00">
              <a:alpha val="56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err="1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퍼블수정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50851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0F985513-84CC-A344-2EFC-0DC20BF65D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1530"/>
            <a:ext cx="2520000" cy="36864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1265998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이미지에 대한 대체 텍스트를 제공하지 않음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이미지가 전달하고자 하는 정보와 동일한</a:t>
            </a:r>
            <a:r>
              <a:rPr lang="en-US" altLang="ko-KR" dirty="0"/>
              <a:t> </a:t>
            </a:r>
            <a:r>
              <a:rPr lang="ko-KR" altLang="en-US" dirty="0"/>
              <a:t>설명을 대체 텍스트로 제공해야 함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다른 디지털 콘텐츠 내 이미지 공통 오류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608736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디지털가이드북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BAD265E0-6064-B537-75F7-319A344A8E86}"/>
              </a:ext>
            </a:extLst>
          </p:cNvPr>
          <p:cNvCxnSpPr>
            <a:cxnSpLocks/>
          </p:cNvCxnSpPr>
          <p:nvPr/>
        </p:nvCxnSpPr>
        <p:spPr>
          <a:xfrm flipH="1">
            <a:off x="6114310" y="3930306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F666CC41-84A8-1B9A-EDA4-6E6ED88AA2BF}"/>
              </a:ext>
            </a:extLst>
          </p:cNvPr>
          <p:cNvSpPr/>
          <p:nvPr/>
        </p:nvSpPr>
        <p:spPr>
          <a:xfrm>
            <a:off x="5961538" y="4175840"/>
            <a:ext cx="2520000" cy="88435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err="1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미사용메뉴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25963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73192B0E-8917-3695-028E-0982294995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1530"/>
            <a:ext cx="2520000" cy="36864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121470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시각 장애가 있는 사용자는 카메라로 </a:t>
            </a:r>
            <a:r>
              <a:rPr lang="en-US" altLang="ko-KR" dirty="0"/>
              <a:t>QR </a:t>
            </a:r>
            <a:r>
              <a:rPr lang="ko-KR" altLang="en-US" dirty="0"/>
              <a:t>코드를 찍는 방식으로 이용이 어렵기 때문에 </a:t>
            </a:r>
            <a:r>
              <a:rPr lang="en-US" altLang="ko-KR" dirty="0"/>
              <a:t>QR </a:t>
            </a:r>
            <a:r>
              <a:rPr lang="ko-KR" altLang="en-US" dirty="0"/>
              <a:t>이미지를 링크로 제공하고 링크의 목적에 대해 설명을 제공하는 것이 바람직함</a:t>
            </a:r>
            <a:r>
              <a:rPr lang="en-US" altLang="ko-KR" dirty="0"/>
              <a:t>.</a:t>
            </a:r>
          </a:p>
          <a:p>
            <a:r>
              <a:rPr lang="ko-KR" altLang="en-US" dirty="0" err="1">
                <a:highlight>
                  <a:srgbClr val="FFFF00"/>
                </a:highlight>
              </a:rPr>
              <a:t>쪼꼬미</a:t>
            </a:r>
            <a:r>
              <a:rPr lang="ko-KR" altLang="en-US" dirty="0">
                <a:highlight>
                  <a:srgbClr val="FFFF00"/>
                </a:highlight>
              </a:rPr>
              <a:t> 디지털가이드 콘텐츠 동일 오류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082405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디지털가이드북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쪼꼬미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서비스 가이드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BAD265E0-6064-B537-75F7-319A344A8E86}"/>
              </a:ext>
            </a:extLst>
          </p:cNvPr>
          <p:cNvCxnSpPr>
            <a:cxnSpLocks/>
          </p:cNvCxnSpPr>
          <p:nvPr/>
        </p:nvCxnSpPr>
        <p:spPr>
          <a:xfrm flipH="1">
            <a:off x="6114310" y="3465513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F666CC41-84A8-1B9A-EDA4-6E6ED88AA2BF}"/>
              </a:ext>
            </a:extLst>
          </p:cNvPr>
          <p:cNvSpPr/>
          <p:nvPr/>
        </p:nvSpPr>
        <p:spPr>
          <a:xfrm>
            <a:off x="5961538" y="3657600"/>
            <a:ext cx="2520000" cy="190629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err="1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미사용메뉴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06304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D1386B62-E941-50A1-1A3A-C03C63FD8A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1530"/>
            <a:ext cx="2520000" cy="36864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1449253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요소가 텍스트로 인식되어 스크린 리더 사용자는 조작할 수 있는 요소임을 인지할 수 없음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링크 요소임을 인지할 수 있도록 </a:t>
            </a:r>
            <a:r>
              <a:rPr lang="en-US" altLang="ko-KR" dirty="0"/>
              <a:t>button </a:t>
            </a:r>
            <a:r>
              <a:rPr lang="ko-KR" altLang="en-US" dirty="0"/>
              <a:t>또는 </a:t>
            </a:r>
            <a:r>
              <a:rPr lang="en-US" altLang="ko-KR" dirty="0"/>
              <a:t>a </a:t>
            </a:r>
            <a:r>
              <a:rPr lang="ko-KR" altLang="en-US" dirty="0"/>
              <a:t>요소로 </a:t>
            </a:r>
            <a:r>
              <a:rPr lang="ko-KR" altLang="en-US" dirty="0" err="1"/>
              <a:t>마크업하거나</a:t>
            </a:r>
            <a:r>
              <a:rPr lang="ko-KR" altLang="en-US" dirty="0"/>
              <a:t> </a:t>
            </a:r>
            <a:r>
              <a:rPr lang="en-US" altLang="ko-KR" dirty="0"/>
              <a:t>role="button" </a:t>
            </a:r>
            <a:r>
              <a:rPr lang="ko-KR" altLang="en-US" dirty="0"/>
              <a:t>속성을 링크 영역에 해당하는 </a:t>
            </a:r>
            <a:r>
              <a:rPr lang="en-US" altLang="ko-KR" dirty="0"/>
              <a:t>div </a:t>
            </a:r>
            <a:r>
              <a:rPr lang="ko-KR" altLang="en-US" dirty="0"/>
              <a:t>요소에 제공해야 </a:t>
            </a:r>
            <a:r>
              <a:rPr lang="ko-KR" altLang="en-US"/>
              <a:t>함</a:t>
            </a:r>
            <a:r>
              <a:rPr lang="en-US" altLang="ko-KR"/>
              <a:t>.</a:t>
            </a:r>
          </a:p>
          <a:p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145664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고객의 소리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보조기술과의 호환성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인터페이스 컴포넌트는 보조 기술을 이용하여 사용할 수 있도록 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18.2.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부득이하게 기본 사용자 인터페이스 컴포넌트를 사용할 수 없을 시에는 운영체제에서 제공하는 보조 기술을 사용할 수 있도록 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BAD265E0-6064-B537-75F7-319A344A8E86}"/>
              </a:ext>
            </a:extLst>
          </p:cNvPr>
          <p:cNvCxnSpPr>
            <a:cxnSpLocks/>
          </p:cNvCxnSpPr>
          <p:nvPr/>
        </p:nvCxnSpPr>
        <p:spPr>
          <a:xfrm flipH="1">
            <a:off x="6114310" y="3429000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F666CC41-84A8-1B9A-EDA4-6E6ED88AA2BF}"/>
              </a:ext>
            </a:extLst>
          </p:cNvPr>
          <p:cNvSpPr/>
          <p:nvPr/>
        </p:nvSpPr>
        <p:spPr>
          <a:xfrm>
            <a:off x="5961538" y="3645003"/>
            <a:ext cx="2520000" cy="86700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err="1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미사용메뉴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84315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1922588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사용자와의 상호작용에 따라 상태가 변경되는 컨트롤 요소의 상태 정보</a:t>
            </a:r>
            <a:r>
              <a:rPr lang="en-US" altLang="ko-KR" dirty="0"/>
              <a:t>(</a:t>
            </a:r>
            <a:r>
              <a:rPr lang="ko-KR" altLang="en-US" dirty="0"/>
              <a:t>선택됨</a:t>
            </a:r>
            <a:r>
              <a:rPr lang="en-US" altLang="ko-KR" dirty="0"/>
              <a:t>)</a:t>
            </a:r>
            <a:r>
              <a:rPr lang="ko-KR" altLang="en-US" dirty="0"/>
              <a:t>를 시각적으로만 구분함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스크린 리더가 사용할 수 있는 형태로 링크의 상태에 관한 부가 설명을 제공해야 함</a:t>
            </a:r>
            <a:endParaRPr lang="en-US" altLang="ko-KR" dirty="0"/>
          </a:p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선택된 요소에 대한 선택됨 정보를 제공해야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title="</a:t>
            </a:r>
            <a:r>
              <a:rPr lang="ko-KR" altLang="en-US" dirty="0"/>
              <a:t>선택됨</a:t>
            </a:r>
            <a:r>
              <a:rPr lang="en-US" altLang="ko-KR" dirty="0"/>
              <a:t>" </a:t>
            </a:r>
            <a:r>
              <a:rPr lang="ko-KR" altLang="en-US" dirty="0"/>
              <a:t>또는 </a:t>
            </a:r>
            <a:r>
              <a:rPr lang="en-US" altLang="ko-KR" dirty="0"/>
              <a:t>aria-selected="true"</a:t>
            </a:r>
          </a:p>
          <a:p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고객의 소리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보조기술과의 호환성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인터페이스 컴포넌트는 보조 기술을 이용하여 사용할 수 있도록 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18.2.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부득이하게 기본 사용자 인터페이스 컴포넌트를 사용할 수 없을 시에는 운영체제에서 제공하는 보조 기술을 사용할 수 있도록 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pic>
        <p:nvPicPr>
          <p:cNvPr id="5" name="그림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xmlns="" id="{754F5F73-E609-3528-1569-50700807DE3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1530"/>
            <a:ext cx="2520000" cy="36864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1B12B7CC-6C27-6D60-9701-EF1128C4FB0A}"/>
              </a:ext>
            </a:extLst>
          </p:cNvPr>
          <p:cNvSpPr/>
          <p:nvPr/>
        </p:nvSpPr>
        <p:spPr>
          <a:xfrm>
            <a:off x="5961538" y="2757901"/>
            <a:ext cx="2520000" cy="42700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xmlns="" id="{2BF24AFB-B449-A747-4F97-1D5C961FF0B3}"/>
              </a:ext>
            </a:extLst>
          </p:cNvPr>
          <p:cNvCxnSpPr>
            <a:cxnSpLocks/>
          </p:cNvCxnSpPr>
          <p:nvPr/>
        </p:nvCxnSpPr>
        <p:spPr>
          <a:xfrm flipH="1">
            <a:off x="6114310" y="2512367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타원 9"/>
          <p:cNvSpPr/>
          <p:nvPr/>
        </p:nvSpPr>
        <p:spPr>
          <a:xfrm>
            <a:off x="4960448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err="1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미사용메뉴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4381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xmlns="" id="{BAD1D9E1-7EEB-4B23-3465-93E6B4D60F9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1530"/>
            <a:ext cx="2520000" cy="36864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97874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스크린 리더 사용 시</a:t>
            </a:r>
            <a:r>
              <a:rPr lang="en-US" altLang="ko-KR" dirty="0"/>
              <a:t>, "</a:t>
            </a:r>
            <a:r>
              <a:rPr lang="ko-KR" altLang="en-US" dirty="0"/>
              <a:t>칭찬해요 </a:t>
            </a:r>
            <a:r>
              <a:rPr lang="en-US" altLang="ko-KR" dirty="0"/>
              <a:t>/ </a:t>
            </a:r>
            <a:r>
              <a:rPr lang="ko-KR" altLang="en-US" dirty="0" err="1"/>
              <a:t>불만있어요</a:t>
            </a:r>
            <a:r>
              <a:rPr lang="en-US" altLang="ko-KR" dirty="0"/>
              <a:t>"</a:t>
            </a:r>
            <a:r>
              <a:rPr lang="ko-KR" altLang="en-US" dirty="0"/>
              <a:t>를 선택해도 숨겨진 라디오 버튼 영역이 활성화 되지 않고 있어</a:t>
            </a:r>
            <a:r>
              <a:rPr lang="en-US" altLang="ko-KR" dirty="0"/>
              <a:t>, </a:t>
            </a:r>
            <a:r>
              <a:rPr lang="ko-KR" altLang="en-US" dirty="0"/>
              <a:t>상세 항목을 선택할 수 없기 때문에 다음 </a:t>
            </a:r>
            <a:r>
              <a:rPr lang="ko-KR" altLang="en-US" dirty="0" err="1"/>
              <a:t>스탭</a:t>
            </a:r>
            <a:r>
              <a:rPr lang="ko-KR" altLang="en-US" dirty="0"/>
              <a:t> 진입이 불가함</a:t>
            </a:r>
            <a:r>
              <a:rPr lang="en-US" altLang="ko-KR" dirty="0"/>
              <a:t>.</a:t>
            </a:r>
            <a:endParaRPr lang="ko-KR" altLang="en-US" dirty="0">
              <a:highlight>
                <a:srgbClr val="FFFF00"/>
              </a:highlight>
            </a:endParaRP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453665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고객의 소리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예측가능성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의도하지 않은 화면 전환이나 이벤트 등이 실행되는 경우 사용자가 이해할 수 있는 방법으로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화면이 전환되거나 팝업과 같은 이벤트가 실행되는 경우 이를 예측할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BAD265E0-6064-B537-75F7-319A344A8E86}"/>
              </a:ext>
            </a:extLst>
          </p:cNvPr>
          <p:cNvCxnSpPr>
            <a:cxnSpLocks/>
          </p:cNvCxnSpPr>
          <p:nvPr/>
        </p:nvCxnSpPr>
        <p:spPr>
          <a:xfrm flipH="1">
            <a:off x="6114310" y="2512367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F666CC41-84A8-1B9A-EDA4-6E6ED88AA2BF}"/>
              </a:ext>
            </a:extLst>
          </p:cNvPr>
          <p:cNvSpPr/>
          <p:nvPr/>
        </p:nvSpPr>
        <p:spPr>
          <a:xfrm>
            <a:off x="5961538" y="2757901"/>
            <a:ext cx="2520000" cy="42700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2E36030F-C347-E30F-8C6F-75D02B9E044B}"/>
              </a:ext>
            </a:extLst>
          </p:cNvPr>
          <p:cNvSpPr/>
          <p:nvPr/>
        </p:nvSpPr>
        <p:spPr>
          <a:xfrm>
            <a:off x="5961538" y="5694830"/>
            <a:ext cx="2520000" cy="42700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xmlns="" id="{67363AA6-0663-8940-5EFE-9683BE2CEDAF}"/>
              </a:ext>
            </a:extLst>
          </p:cNvPr>
          <p:cNvCxnSpPr>
            <a:stCxn id="6" idx="3"/>
            <a:endCxn id="14" idx="3"/>
          </p:cNvCxnSpPr>
          <p:nvPr/>
        </p:nvCxnSpPr>
        <p:spPr>
          <a:xfrm>
            <a:off x="8481538" y="2971402"/>
            <a:ext cx="12700" cy="2936929"/>
          </a:xfrm>
          <a:prstGeom prst="bentConnector3">
            <a:avLst>
              <a:gd name="adj1" fmla="val 1800000"/>
            </a:avLst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타원 9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err="1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미사용메뉴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46204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A04FBC3D-B1DC-F413-FAC7-E3B86636AD0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7888" y="2551530"/>
            <a:ext cx="2520000" cy="36864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173792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필수 입력서식에 내용을 채우지 않은 채로 </a:t>
            </a:r>
            <a:r>
              <a:rPr lang="en-US" altLang="ko-KR" dirty="0"/>
              <a:t>"</a:t>
            </a:r>
            <a:r>
              <a:rPr lang="ko-KR" altLang="en-US" dirty="0"/>
              <a:t>다음</a:t>
            </a:r>
            <a:r>
              <a:rPr lang="en-US" altLang="ko-KR" dirty="0"/>
              <a:t>" </a:t>
            </a:r>
            <a:r>
              <a:rPr lang="ko-KR" altLang="en-US" dirty="0"/>
              <a:t>버튼을 눌렀을 때</a:t>
            </a:r>
            <a:r>
              <a:rPr lang="en-US" altLang="ko-KR" dirty="0"/>
              <a:t>, </a:t>
            </a:r>
            <a:r>
              <a:rPr lang="ko-KR" altLang="en-US" dirty="0"/>
              <a:t>해당 오류의 입력서식으로 초점이 이동하지 않고</a:t>
            </a:r>
            <a:r>
              <a:rPr lang="en-US" altLang="ko-KR" dirty="0"/>
              <a:t>, "</a:t>
            </a:r>
            <a:r>
              <a:rPr lang="ko-KR" altLang="en-US" dirty="0"/>
              <a:t>다음</a:t>
            </a:r>
            <a:r>
              <a:rPr lang="en-US" altLang="ko-KR" dirty="0"/>
              <a:t>" </a:t>
            </a:r>
            <a:r>
              <a:rPr lang="ko-KR" altLang="en-US" dirty="0"/>
              <a:t>버튼에 머물러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오류가 발생한 지점으로 초점이 이동할 수 있도록 수정해야 함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폼 입력 서식 </a:t>
            </a:r>
            <a:r>
              <a:rPr lang="ko-KR" altLang="en-US" dirty="0" err="1">
                <a:highlight>
                  <a:srgbClr val="FFFF00"/>
                </a:highlight>
              </a:rPr>
              <a:t>콤포넌트</a:t>
            </a:r>
            <a:r>
              <a:rPr lang="ko-KR" altLang="en-US" dirty="0">
                <a:highlight>
                  <a:srgbClr val="FFFF00"/>
                </a:highlight>
              </a:rPr>
              <a:t> 공통 오류</a:t>
            </a:r>
            <a:endParaRPr lang="en-US" altLang="ko-KR" dirty="0">
              <a:highlight>
                <a:srgbClr val="FFFF00"/>
              </a:highlight>
            </a:endParaRPr>
          </a:p>
          <a:p>
            <a:endParaRPr lang="en-US" altLang="ko-KR" dirty="0"/>
          </a:p>
          <a:p>
            <a:endParaRPr lang="ko-KR" altLang="en-US" dirty="0">
              <a:highlight>
                <a:srgbClr val="FFFF00"/>
              </a:highlight>
            </a:endParaRP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258399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고객의 소리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도움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입력서식 이용 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오류를 방지하거나 정정할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12.4.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입력서식의 오류 내용을 수정하기 용이하도록 오류가 발생된 지점으로 초점을 이동시키는 것이 바람직하다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BAD265E0-6064-B537-75F7-319A344A8E86}"/>
              </a:ext>
            </a:extLst>
          </p:cNvPr>
          <p:cNvCxnSpPr>
            <a:cxnSpLocks/>
          </p:cNvCxnSpPr>
          <p:nvPr/>
        </p:nvCxnSpPr>
        <p:spPr>
          <a:xfrm flipH="1">
            <a:off x="6075564" y="5449296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2E36030F-C347-E30F-8C6F-75D02B9E044B}"/>
              </a:ext>
            </a:extLst>
          </p:cNvPr>
          <p:cNvSpPr/>
          <p:nvPr/>
        </p:nvSpPr>
        <p:spPr>
          <a:xfrm>
            <a:off x="5961538" y="5694830"/>
            <a:ext cx="2520000" cy="42700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err="1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미사용메뉴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044059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8642046" cy="580179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다음</a:t>
            </a:r>
            <a:r>
              <a:rPr lang="en-US" altLang="ko-KR" dirty="0"/>
              <a:t>" </a:t>
            </a:r>
            <a:r>
              <a:rPr lang="ko-KR" altLang="en-US" dirty="0"/>
              <a:t>버튼을 눌러 페이지 이동을 진행하였지만</a:t>
            </a:r>
            <a:r>
              <a:rPr lang="en-US" altLang="ko-KR" dirty="0"/>
              <a:t>,</a:t>
            </a:r>
            <a:r>
              <a:rPr lang="ko-KR" altLang="en-US" dirty="0"/>
              <a:t> 초점이 이동한 페이지의 첫 번째 요소가 아닌 </a:t>
            </a:r>
            <a:r>
              <a:rPr lang="en-US" altLang="ko-KR" dirty="0"/>
              <a:t>"</a:t>
            </a:r>
            <a:r>
              <a:rPr lang="ko-KR" altLang="en-US" dirty="0"/>
              <a:t>다음</a:t>
            </a:r>
            <a:r>
              <a:rPr lang="en-US" altLang="ko-KR" dirty="0"/>
              <a:t>" </a:t>
            </a:r>
            <a:r>
              <a:rPr lang="ko-KR" altLang="en-US" dirty="0"/>
              <a:t>버튼에 그대로 머물러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페이지의 처음부터 탐색할 수 있도록 초점을 수정해야 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068566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고객의 소리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611D1275-F86E-9B81-9A94-D4B01C5D993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8253" y="3254005"/>
            <a:ext cx="1771467" cy="32356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69E003A3-DD1D-8B81-6C50-857DA61216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57676" y="3254005"/>
            <a:ext cx="1771467" cy="32356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2E36030F-C347-E30F-8C6F-75D02B9E044B}"/>
              </a:ext>
            </a:extLst>
          </p:cNvPr>
          <p:cNvSpPr/>
          <p:nvPr/>
        </p:nvSpPr>
        <p:spPr>
          <a:xfrm>
            <a:off x="1424463" y="6199574"/>
            <a:ext cx="1194751" cy="35620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A0557EDB-793E-E0E5-C2EB-DD1047C28306}"/>
              </a:ext>
            </a:extLst>
          </p:cNvPr>
          <p:cNvSpPr/>
          <p:nvPr/>
        </p:nvSpPr>
        <p:spPr>
          <a:xfrm>
            <a:off x="3392748" y="6199574"/>
            <a:ext cx="1194751" cy="35620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xmlns="" id="{91AD52D2-506A-1863-7B6C-D6011DAF11C8}"/>
              </a:ext>
            </a:extLst>
          </p:cNvPr>
          <p:cNvCxnSpPr>
            <a:stCxn id="14" idx="3"/>
            <a:endCxn id="11" idx="1"/>
          </p:cNvCxnSpPr>
          <p:nvPr/>
        </p:nvCxnSpPr>
        <p:spPr>
          <a:xfrm>
            <a:off x="2619214" y="6377679"/>
            <a:ext cx="773534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6596BF9B-FA45-7845-8272-C7BAC29E5931}"/>
              </a:ext>
            </a:extLst>
          </p:cNvPr>
          <p:cNvSpPr txBox="1"/>
          <p:nvPr/>
        </p:nvSpPr>
        <p:spPr>
          <a:xfrm>
            <a:off x="632129" y="3005109"/>
            <a:ext cx="4104000" cy="211203"/>
          </a:xfrm>
          <a:prstGeom prst="rect">
            <a:avLst/>
          </a:prstGeom>
          <a:noFill/>
        </p:spPr>
        <p:txBody>
          <a:bodyPr wrap="square" lIns="0" tIns="0" rIns="0" bIns="72000" rtlCol="0">
            <a:spAutoFit/>
          </a:bodyPr>
          <a:lstStyle/>
          <a:p>
            <a:pPr algn="l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문제점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48BD92E5-6FDA-B126-8CF9-0AAC4305963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18503" y="3254005"/>
            <a:ext cx="1771467" cy="32356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xmlns="" id="{20B8FC91-E39C-3D85-834E-24568A81314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97926" y="3254005"/>
            <a:ext cx="1771467" cy="32356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EBFC3AED-4039-3CEA-480F-0D022541744E}"/>
              </a:ext>
            </a:extLst>
          </p:cNvPr>
          <p:cNvSpPr/>
          <p:nvPr/>
        </p:nvSpPr>
        <p:spPr>
          <a:xfrm>
            <a:off x="5964713" y="6199574"/>
            <a:ext cx="1194751" cy="35620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5CB97610-9BF8-7674-A7F7-C5E1BC99BA26}"/>
              </a:ext>
            </a:extLst>
          </p:cNvPr>
          <p:cNvSpPr/>
          <p:nvPr/>
        </p:nvSpPr>
        <p:spPr>
          <a:xfrm>
            <a:off x="7335623" y="3299304"/>
            <a:ext cx="1165198" cy="41254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xmlns="" id="{EED40B48-D14A-6B53-B3CE-0F0AA73241EC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7159464" y="3505574"/>
            <a:ext cx="176159" cy="287210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BE2DBD5-EF47-3539-0559-183B110B7A55}"/>
              </a:ext>
            </a:extLst>
          </p:cNvPr>
          <p:cNvSpPr txBox="1"/>
          <p:nvPr/>
        </p:nvSpPr>
        <p:spPr>
          <a:xfrm>
            <a:off x="5172379" y="3005109"/>
            <a:ext cx="4104000" cy="211203"/>
          </a:xfrm>
          <a:prstGeom prst="rect">
            <a:avLst/>
          </a:prstGeom>
          <a:noFill/>
        </p:spPr>
        <p:txBody>
          <a:bodyPr wrap="square" lIns="0" tIns="0" rIns="0" bIns="72000" rtlCol="0">
            <a:spAutoFit/>
          </a:bodyPr>
          <a:lstStyle/>
          <a:p>
            <a:pPr algn="l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개선 방안</a:t>
            </a:r>
          </a:p>
        </p:txBody>
      </p:sp>
      <p:sp>
        <p:nvSpPr>
          <p:cNvPr id="22" name="타원 21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err="1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미사용메뉴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72459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963E4A5E-7B11-FE8A-8739-DFDBF69362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8253" y="3254005"/>
            <a:ext cx="1771200" cy="32356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8" y="2246825"/>
            <a:ext cx="8641743" cy="1317294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접수하기</a:t>
            </a:r>
            <a:r>
              <a:rPr lang="en-US" altLang="ko-KR" dirty="0"/>
              <a:t>" </a:t>
            </a:r>
            <a:r>
              <a:rPr lang="ko-KR" altLang="en-US" dirty="0"/>
              <a:t>버튼을 눌러 페이지에 진입했을 때</a:t>
            </a:r>
            <a:r>
              <a:rPr lang="en-US" altLang="ko-KR" dirty="0"/>
              <a:t>, </a:t>
            </a:r>
            <a:r>
              <a:rPr lang="ko-KR" altLang="en-US" dirty="0"/>
              <a:t>초점이 페이지의 첫 번째 요소가 아닌 다른 요소에 진입하고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페이지의 처음부터 탐색할 수 있도록 초점을 수정해야 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549836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민원신청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B36FCD3-3A89-BF28-DED6-7FBE3BA16485}"/>
              </a:ext>
            </a:extLst>
          </p:cNvPr>
          <p:cNvSpPr txBox="1"/>
          <p:nvPr/>
        </p:nvSpPr>
        <p:spPr>
          <a:xfrm>
            <a:off x="632129" y="3005109"/>
            <a:ext cx="4104000" cy="211203"/>
          </a:xfrm>
          <a:prstGeom prst="rect">
            <a:avLst/>
          </a:prstGeom>
          <a:noFill/>
        </p:spPr>
        <p:txBody>
          <a:bodyPr wrap="square" lIns="0" tIns="0" rIns="0" bIns="72000" rtlCol="0">
            <a:spAutoFit/>
          </a:bodyPr>
          <a:lstStyle/>
          <a:p>
            <a:pPr algn="l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문제점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F0FACB87-16B7-F0F4-485C-C906BF75BD4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16513" y="3254004"/>
            <a:ext cx="1771200" cy="32356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11D8C093-DAA7-B8E9-094B-84C91AC228A9}"/>
              </a:ext>
            </a:extLst>
          </p:cNvPr>
          <p:cNvSpPr/>
          <p:nvPr/>
        </p:nvSpPr>
        <p:spPr>
          <a:xfrm>
            <a:off x="778254" y="4138047"/>
            <a:ext cx="1771200" cy="25330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9427905F-5BA0-FD4D-07CE-5CDAFB18AF67}"/>
              </a:ext>
            </a:extLst>
          </p:cNvPr>
          <p:cNvSpPr/>
          <p:nvPr/>
        </p:nvSpPr>
        <p:spPr>
          <a:xfrm>
            <a:off x="3626602" y="4719234"/>
            <a:ext cx="898903" cy="25572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xmlns="" id="{08D7454F-BB84-B6AF-DC47-BCA602B14CB2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2549454" y="4264701"/>
            <a:ext cx="1077148" cy="58239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207AA7FA-5A9C-FB8B-8DC2-9DF1E64071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18289" y="3254005"/>
            <a:ext cx="1771200" cy="32356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D4F3F2D4-4B50-ABC0-0E63-9D5735A3D28F}"/>
              </a:ext>
            </a:extLst>
          </p:cNvPr>
          <p:cNvSpPr txBox="1"/>
          <p:nvPr/>
        </p:nvSpPr>
        <p:spPr>
          <a:xfrm>
            <a:off x="5172165" y="3005109"/>
            <a:ext cx="4104000" cy="211203"/>
          </a:xfrm>
          <a:prstGeom prst="rect">
            <a:avLst/>
          </a:prstGeom>
          <a:noFill/>
        </p:spPr>
        <p:txBody>
          <a:bodyPr wrap="square" lIns="0" tIns="0" rIns="0" bIns="72000" rtlCol="0">
            <a:spAutoFit/>
          </a:bodyPr>
          <a:lstStyle/>
          <a:p>
            <a:pPr algn="l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개선 방안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xmlns="" id="{12B90D1E-368E-D43E-AE9F-14C95009AD3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56549" y="3254004"/>
            <a:ext cx="1771200" cy="32356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0AE702FB-3B1C-B993-CCBE-62926F7236A0}"/>
              </a:ext>
            </a:extLst>
          </p:cNvPr>
          <p:cNvSpPr/>
          <p:nvPr/>
        </p:nvSpPr>
        <p:spPr>
          <a:xfrm>
            <a:off x="5318290" y="4138047"/>
            <a:ext cx="1771200" cy="253307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464C0CAE-44C0-13BE-4357-A5C01D1BDCE5}"/>
              </a:ext>
            </a:extLst>
          </p:cNvPr>
          <p:cNvSpPr/>
          <p:nvPr/>
        </p:nvSpPr>
        <p:spPr>
          <a:xfrm>
            <a:off x="7370613" y="3549318"/>
            <a:ext cx="998472" cy="25572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xmlns="" id="{C7B49144-B40E-FA0A-2772-949BFD579D1B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 flipV="1">
            <a:off x="7089490" y="3677179"/>
            <a:ext cx="281123" cy="58752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rgbClr val="FF0000">
              <a:alpha val="56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개발 확인필요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383913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491B140D-89C4-EAE2-7675-B0DFCCE7646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86233" y="3254004"/>
            <a:ext cx="1771200" cy="32356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7FB61BD4-07FB-7A5B-F22E-9379D0E9425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59" y="3254004"/>
            <a:ext cx="1771200" cy="32356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8" y="2246825"/>
            <a:ext cx="8641743" cy="1317294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상세주소</a:t>
            </a:r>
            <a:r>
              <a:rPr lang="en-US" altLang="ko-KR" dirty="0"/>
              <a:t>" </a:t>
            </a:r>
            <a:r>
              <a:rPr lang="ko-KR" altLang="en-US" dirty="0"/>
              <a:t>입력을 완료한 후</a:t>
            </a:r>
            <a:r>
              <a:rPr lang="en-US" altLang="ko-KR" dirty="0"/>
              <a:t>, "</a:t>
            </a:r>
            <a:r>
              <a:rPr lang="ko-KR" altLang="en-US" dirty="0"/>
              <a:t>다음</a:t>
            </a:r>
            <a:r>
              <a:rPr lang="en-US" altLang="ko-KR" dirty="0"/>
              <a:t>" </a:t>
            </a:r>
            <a:r>
              <a:rPr lang="ko-KR" altLang="en-US" dirty="0"/>
              <a:t>버튼 선택 시 기존의 영역이 아닌 페이지의 </a:t>
            </a:r>
            <a:r>
              <a:rPr lang="ko-KR" altLang="en-US" dirty="0" err="1"/>
              <a:t>웹뷰에</a:t>
            </a:r>
            <a:r>
              <a:rPr lang="ko-KR" altLang="en-US" dirty="0"/>
              <a:t> 초점이 진입하고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해당 버튼부터 탐색할 수 있도록 초점을 수정해야 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민원신청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B36FCD3-3A89-BF28-DED6-7FBE3BA16485}"/>
              </a:ext>
            </a:extLst>
          </p:cNvPr>
          <p:cNvSpPr txBox="1"/>
          <p:nvPr/>
        </p:nvSpPr>
        <p:spPr>
          <a:xfrm>
            <a:off x="632129" y="3005109"/>
            <a:ext cx="4104000" cy="211203"/>
          </a:xfrm>
          <a:prstGeom prst="rect">
            <a:avLst/>
          </a:prstGeom>
          <a:noFill/>
        </p:spPr>
        <p:txBody>
          <a:bodyPr wrap="square" lIns="0" tIns="0" rIns="0" bIns="72000" rtlCol="0">
            <a:spAutoFit/>
          </a:bodyPr>
          <a:lstStyle/>
          <a:p>
            <a:pPr algn="l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문제점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11D8C093-DAA7-B8E9-094B-84C91AC228A9}"/>
              </a:ext>
            </a:extLst>
          </p:cNvPr>
          <p:cNvSpPr/>
          <p:nvPr/>
        </p:nvSpPr>
        <p:spPr>
          <a:xfrm>
            <a:off x="775959" y="4634302"/>
            <a:ext cx="1771200" cy="25330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9427905F-5BA0-FD4D-07CE-5CDAFB18AF67}"/>
              </a:ext>
            </a:extLst>
          </p:cNvPr>
          <p:cNvSpPr/>
          <p:nvPr/>
        </p:nvSpPr>
        <p:spPr>
          <a:xfrm>
            <a:off x="2744507" y="3191632"/>
            <a:ext cx="1843205" cy="333575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xmlns="" id="{08D7454F-BB84-B6AF-DC47-BCA602B14CB2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2547159" y="4760956"/>
            <a:ext cx="197348" cy="98556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xmlns="" id="{878E76E5-A085-486F-A7E6-7DC0B18B004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23004" y="3254004"/>
            <a:ext cx="1771200" cy="3235696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12CB144A-7A18-2512-6757-5E0BF4DA7E2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12730" y="3254004"/>
            <a:ext cx="1771200" cy="32356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D91F2A2F-37D4-027A-4EEE-E2BF0654475D}"/>
              </a:ext>
            </a:extLst>
          </p:cNvPr>
          <p:cNvSpPr txBox="1"/>
          <p:nvPr/>
        </p:nvSpPr>
        <p:spPr>
          <a:xfrm>
            <a:off x="5168900" y="3005109"/>
            <a:ext cx="4104000" cy="211203"/>
          </a:xfrm>
          <a:prstGeom prst="rect">
            <a:avLst/>
          </a:prstGeom>
          <a:noFill/>
        </p:spPr>
        <p:txBody>
          <a:bodyPr wrap="square" lIns="0" tIns="0" rIns="0" bIns="72000" rtlCol="0">
            <a:spAutoFit/>
          </a:bodyPr>
          <a:lstStyle/>
          <a:p>
            <a:pPr algn="l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개선 방안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8CE0C4F5-5A3F-C823-FCE8-42BB5B843142}"/>
              </a:ext>
            </a:extLst>
          </p:cNvPr>
          <p:cNvSpPr/>
          <p:nvPr/>
        </p:nvSpPr>
        <p:spPr>
          <a:xfrm>
            <a:off x="5312730" y="4634302"/>
            <a:ext cx="1771200" cy="253307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D1CE12A5-A8EF-2A4B-DEAF-62892C921B35}"/>
              </a:ext>
            </a:extLst>
          </p:cNvPr>
          <p:cNvSpPr/>
          <p:nvPr/>
        </p:nvSpPr>
        <p:spPr>
          <a:xfrm>
            <a:off x="7281278" y="3974596"/>
            <a:ext cx="1843205" cy="27968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xmlns="" id="{3037511E-6104-1C24-A309-06AB7607FF25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 flipV="1">
            <a:off x="7083930" y="4114441"/>
            <a:ext cx="197348" cy="64651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rgbClr val="FF0000">
              <a:alpha val="56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개발 확인필요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207086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E44E319C-A617-3502-9AA1-4A32908DFE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862"/>
          <a:stretch/>
        </p:blipFill>
        <p:spPr>
          <a:xfrm>
            <a:off x="631825" y="3254004"/>
            <a:ext cx="1771200" cy="323569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8AB31A86-4EC3-B5C3-0F34-954DDE0BF13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80509" y="3254004"/>
            <a:ext cx="1771200" cy="32356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8" y="2246825"/>
            <a:ext cx="8641743" cy="1317294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취소</a:t>
            </a:r>
            <a:r>
              <a:rPr lang="en-US" altLang="ko-KR" dirty="0"/>
              <a:t>" </a:t>
            </a:r>
            <a:r>
              <a:rPr lang="ko-KR" altLang="en-US" dirty="0"/>
              <a:t>버튼 선택 시 기존의 영역이 아닌 페이지의 </a:t>
            </a:r>
            <a:r>
              <a:rPr lang="ko-KR" altLang="en-US" dirty="0" err="1"/>
              <a:t>웹뷰에</a:t>
            </a:r>
            <a:r>
              <a:rPr lang="ko-KR" altLang="en-US" dirty="0"/>
              <a:t> 초점이 진입하고 있음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바텀시트를</a:t>
            </a:r>
            <a:r>
              <a:rPr lang="ko-KR" altLang="en-US" dirty="0"/>
              <a:t> 호출했던 </a:t>
            </a:r>
            <a:r>
              <a:rPr lang="en-US" altLang="ko-KR" dirty="0"/>
              <a:t>"</a:t>
            </a:r>
            <a:r>
              <a:rPr lang="ko-KR" altLang="en-US" dirty="0"/>
              <a:t>접수하기</a:t>
            </a:r>
            <a:r>
              <a:rPr lang="en-US" altLang="ko-KR" dirty="0"/>
              <a:t>" </a:t>
            </a:r>
            <a:r>
              <a:rPr lang="ko-KR" altLang="en-US" dirty="0"/>
              <a:t>버튼부터 탐색할 수 있도록 초점을 수정해야 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민원신청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B36FCD3-3A89-BF28-DED6-7FBE3BA16485}"/>
              </a:ext>
            </a:extLst>
          </p:cNvPr>
          <p:cNvSpPr txBox="1"/>
          <p:nvPr/>
        </p:nvSpPr>
        <p:spPr>
          <a:xfrm>
            <a:off x="632129" y="3005109"/>
            <a:ext cx="4104000" cy="211203"/>
          </a:xfrm>
          <a:prstGeom prst="rect">
            <a:avLst/>
          </a:prstGeom>
          <a:noFill/>
        </p:spPr>
        <p:txBody>
          <a:bodyPr wrap="square" lIns="0" tIns="0" rIns="0" bIns="72000" rtlCol="0">
            <a:spAutoFit/>
          </a:bodyPr>
          <a:lstStyle/>
          <a:p>
            <a:pPr algn="l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문제점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11D8C093-DAA7-B8E9-094B-84C91AC228A9}"/>
              </a:ext>
            </a:extLst>
          </p:cNvPr>
          <p:cNvSpPr/>
          <p:nvPr/>
        </p:nvSpPr>
        <p:spPr>
          <a:xfrm>
            <a:off x="1169891" y="6126479"/>
            <a:ext cx="627912" cy="25330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9427905F-5BA0-FD4D-07CE-5CDAFB18AF67}"/>
              </a:ext>
            </a:extLst>
          </p:cNvPr>
          <p:cNvSpPr/>
          <p:nvPr/>
        </p:nvSpPr>
        <p:spPr>
          <a:xfrm>
            <a:off x="2744507" y="3191632"/>
            <a:ext cx="1843205" cy="333575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xmlns="" id="{08D7454F-BB84-B6AF-DC47-BCA602B14CB2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1797803" y="4859512"/>
            <a:ext cx="946704" cy="139362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D91F2A2F-37D4-027A-4EEE-E2BF0654475D}"/>
              </a:ext>
            </a:extLst>
          </p:cNvPr>
          <p:cNvSpPr txBox="1"/>
          <p:nvPr/>
        </p:nvSpPr>
        <p:spPr>
          <a:xfrm>
            <a:off x="5168900" y="3005109"/>
            <a:ext cx="4104000" cy="211203"/>
          </a:xfrm>
          <a:prstGeom prst="rect">
            <a:avLst/>
          </a:prstGeom>
          <a:noFill/>
        </p:spPr>
        <p:txBody>
          <a:bodyPr wrap="square" lIns="0" tIns="0" rIns="0" bIns="72000" rtlCol="0">
            <a:spAutoFit/>
          </a:bodyPr>
          <a:lstStyle/>
          <a:p>
            <a:pPr algn="l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개선 방안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393A4B54-AF79-9EF7-F2B4-78BB463AB3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862"/>
          <a:stretch/>
        </p:blipFill>
        <p:spPr>
          <a:xfrm>
            <a:off x="5168900" y="3254004"/>
            <a:ext cx="1771200" cy="323569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xmlns="" id="{921FA2FE-B501-427F-3CEB-95E1E6794CC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17584" y="3254004"/>
            <a:ext cx="1771200" cy="32356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C3B83C79-E8C7-3964-4A89-92956754BBB0}"/>
              </a:ext>
            </a:extLst>
          </p:cNvPr>
          <p:cNvSpPr/>
          <p:nvPr/>
        </p:nvSpPr>
        <p:spPr>
          <a:xfrm>
            <a:off x="5706966" y="6126479"/>
            <a:ext cx="627912" cy="253307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C9EEAA62-49B4-0849-AE0D-98EB5A53D118}"/>
              </a:ext>
            </a:extLst>
          </p:cNvPr>
          <p:cNvSpPr/>
          <p:nvPr/>
        </p:nvSpPr>
        <p:spPr>
          <a:xfrm>
            <a:off x="7281582" y="5052447"/>
            <a:ext cx="1843205" cy="37196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xmlns="" id="{9D124D7B-1A7F-78CA-2933-8C5F4C78EC53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6334878" y="5238427"/>
            <a:ext cx="946704" cy="101470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4723D923-FF6A-DB3C-D836-6F1D0A22DB29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784023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xmlns="" id="{1B56BA79-D5C8-ACFF-4F0D-365D3BD4584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6489" y="2551528"/>
            <a:ext cx="2520000" cy="36864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84537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텍스트와 배경 간 명도대비를 </a:t>
            </a:r>
            <a:r>
              <a:rPr lang="en-US" altLang="ko-KR" dirty="0"/>
              <a:t>3:1 </a:t>
            </a:r>
            <a:r>
              <a:rPr lang="ko-KR" altLang="en-US" dirty="0"/>
              <a:t>이상으로 제공해야 함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모든 </a:t>
            </a:r>
            <a:r>
              <a:rPr lang="ko-KR" altLang="en-US" dirty="0" err="1">
                <a:highlight>
                  <a:srgbClr val="FFFF00"/>
                </a:highlight>
              </a:rPr>
              <a:t>스탭</a:t>
            </a:r>
            <a:r>
              <a:rPr lang="ko-KR" altLang="en-US" dirty="0">
                <a:highlight>
                  <a:srgbClr val="FFFF00"/>
                </a:highlight>
              </a:rPr>
              <a:t> 표기 부분 동일 오류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700765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민원접수및처리프로세스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명도 대비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사용자 인터페이스 컴포넌트와 텍스트는 전경색과 배경색이 구분될 수 있도록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사용자 인터페이스 컴포넌트와 텍스트는 전경색과 배경색이 구분될 수 있도록 명도 대비를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3:1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이상으로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2E36030F-C347-E30F-8C6F-75D02B9E044B}"/>
              </a:ext>
            </a:extLst>
          </p:cNvPr>
          <p:cNvSpPr/>
          <p:nvPr/>
        </p:nvSpPr>
        <p:spPr>
          <a:xfrm>
            <a:off x="6143625" y="3038512"/>
            <a:ext cx="202931" cy="13864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6F9CADD8-B61C-635D-7D9E-6972F14A38AD}"/>
              </a:ext>
            </a:extLst>
          </p:cNvPr>
          <p:cNvSpPr/>
          <p:nvPr/>
        </p:nvSpPr>
        <p:spPr>
          <a:xfrm>
            <a:off x="6143625" y="3829087"/>
            <a:ext cx="202931" cy="13864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3061FCE5-142A-F100-BDEB-09E5FD88FD2D}"/>
              </a:ext>
            </a:extLst>
          </p:cNvPr>
          <p:cNvSpPr/>
          <p:nvPr/>
        </p:nvSpPr>
        <p:spPr>
          <a:xfrm>
            <a:off x="6143625" y="4550341"/>
            <a:ext cx="202931" cy="13864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0DEAA066-9B3D-E59E-E4E2-D8C89D4FFABF}"/>
              </a:ext>
            </a:extLst>
          </p:cNvPr>
          <p:cNvSpPr/>
          <p:nvPr/>
        </p:nvSpPr>
        <p:spPr>
          <a:xfrm>
            <a:off x="6143625" y="5202274"/>
            <a:ext cx="202931" cy="13864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xmlns="" id="{D5DB25E2-3D4B-AB97-079A-6B127205B9B2}"/>
              </a:ext>
            </a:extLst>
          </p:cNvPr>
          <p:cNvCxnSpPr/>
          <p:nvPr/>
        </p:nvCxnSpPr>
        <p:spPr>
          <a:xfrm>
            <a:off x="5788616" y="3107832"/>
            <a:ext cx="333214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xmlns="" id="{D9FE1139-CDCB-577F-56F7-3807D1994CC8}"/>
              </a:ext>
            </a:extLst>
          </p:cNvPr>
          <p:cNvCxnSpPr/>
          <p:nvPr/>
        </p:nvCxnSpPr>
        <p:spPr>
          <a:xfrm>
            <a:off x="5788616" y="3898407"/>
            <a:ext cx="333214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xmlns="" id="{07A4B35B-E842-5E08-9FC8-9F1BBAEDD581}"/>
              </a:ext>
            </a:extLst>
          </p:cNvPr>
          <p:cNvCxnSpPr/>
          <p:nvPr/>
        </p:nvCxnSpPr>
        <p:spPr>
          <a:xfrm>
            <a:off x="5788616" y="4627993"/>
            <a:ext cx="333214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xmlns="" id="{5E523CBC-D3CD-E408-0062-59CF5F9FCEEA}"/>
              </a:ext>
            </a:extLst>
          </p:cNvPr>
          <p:cNvCxnSpPr/>
          <p:nvPr/>
        </p:nvCxnSpPr>
        <p:spPr>
          <a:xfrm>
            <a:off x="5788616" y="5271594"/>
            <a:ext cx="333214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7989133D-338D-544C-D10A-DA5680F2C684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573811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xmlns="" id="{8DA125FD-2B71-21E6-1DF3-6C4B76D57A4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47588" y="3737621"/>
            <a:ext cx="2520000" cy="14237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1450664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분기선택을 선택한 이후 버튼명을 </a:t>
            </a:r>
            <a:r>
              <a:rPr lang="en-US" altLang="ko-KR" dirty="0"/>
              <a:t>"2022</a:t>
            </a:r>
            <a:r>
              <a:rPr lang="ko-KR" altLang="en-US" dirty="0"/>
              <a:t>년 </a:t>
            </a:r>
            <a:r>
              <a:rPr lang="en-US" altLang="ko-KR" dirty="0"/>
              <a:t>3</a:t>
            </a:r>
            <a:r>
              <a:rPr lang="ko-KR" altLang="en-US" dirty="0"/>
              <a:t>분기</a:t>
            </a:r>
            <a:r>
              <a:rPr lang="en-US" altLang="ko-KR" dirty="0"/>
              <a:t>, </a:t>
            </a:r>
            <a:r>
              <a:rPr lang="ko-KR" altLang="en-US" dirty="0"/>
              <a:t>버튼</a:t>
            </a:r>
            <a:r>
              <a:rPr lang="en-US" altLang="ko-KR" dirty="0"/>
              <a:t>"</a:t>
            </a:r>
            <a:r>
              <a:rPr lang="ko-KR" altLang="en-US" dirty="0"/>
              <a:t>으로 읽어주고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버튼 실행 시 기능을 유추할 수 있도록 버튼에 대한 정보를 </a:t>
            </a:r>
            <a:r>
              <a:rPr lang="en-US" altLang="ko-KR" dirty="0"/>
              <a:t>title </a:t>
            </a:r>
            <a:r>
              <a:rPr lang="ko-KR" altLang="en-US" dirty="0"/>
              <a:t>속성으로 제공해야 함</a:t>
            </a:r>
            <a:r>
              <a:rPr lang="en-US" altLang="ko-KR" dirty="0"/>
              <a:t>.(title="</a:t>
            </a:r>
            <a:r>
              <a:rPr lang="ko-KR" altLang="en-US" dirty="0"/>
              <a:t>분기선택</a:t>
            </a:r>
            <a:r>
              <a:rPr lang="en-US" altLang="ko-KR" dirty="0"/>
              <a:t>")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동일 </a:t>
            </a:r>
            <a:r>
              <a:rPr lang="ko-KR" altLang="en-US" dirty="0" err="1">
                <a:highlight>
                  <a:srgbClr val="FFFF00"/>
                </a:highlight>
              </a:rPr>
              <a:t>콤포넌트</a:t>
            </a:r>
            <a:r>
              <a:rPr lang="ko-KR" altLang="en-US" dirty="0">
                <a:highlight>
                  <a:srgbClr val="FFFF00"/>
                </a:highlight>
              </a:rPr>
              <a:t> 버튼 모두 확인하여 개선 필요함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567425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금융소비자보호공시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도움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입력서식 이용 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오류를 방지하거나 정정할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입력서식에는 용도와 목적을 알 수 있는 대체정보를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053A19E1-6E6B-4F2B-C72D-8EE58F36A128}"/>
              </a:ext>
            </a:extLst>
          </p:cNvPr>
          <p:cNvCxnSpPr>
            <a:cxnSpLocks/>
          </p:cNvCxnSpPr>
          <p:nvPr/>
        </p:nvCxnSpPr>
        <p:spPr>
          <a:xfrm flipH="1">
            <a:off x="7222414" y="4326742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82932151-0386-5F49-8480-5996917FD854}"/>
              </a:ext>
            </a:extLst>
          </p:cNvPr>
          <p:cNvSpPr/>
          <p:nvPr/>
        </p:nvSpPr>
        <p:spPr>
          <a:xfrm>
            <a:off x="6105795" y="4566780"/>
            <a:ext cx="2196747" cy="31443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EDE05DCE-A5BA-E29A-5560-A67820CC323E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316351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전자제품, 스크린샷, 디스플레이이(가) 표시된 사진&#10;&#10;자동 생성된 설명">
            <a:extLst>
              <a:ext uri="{FF2B5EF4-FFF2-40B4-BE49-F238E27FC236}">
                <a16:creationId xmlns:a16="http://schemas.microsoft.com/office/drawing/2014/main" xmlns="" id="{E060D1D3-B2B7-4581-3E85-F335086A1B1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55337" y="2557239"/>
            <a:ext cx="2520000" cy="36864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84537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선택된 요소에 대한 선택됨 정보를 제공해야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title="</a:t>
            </a:r>
            <a:r>
              <a:rPr lang="ko-KR" altLang="en-US" dirty="0"/>
              <a:t>선택됨</a:t>
            </a:r>
            <a:r>
              <a:rPr lang="en-US" altLang="ko-KR" dirty="0"/>
              <a:t>" </a:t>
            </a:r>
            <a:r>
              <a:rPr lang="ko-KR" altLang="en-US" dirty="0"/>
              <a:t>또는 </a:t>
            </a:r>
            <a:r>
              <a:rPr lang="en-US" altLang="ko-KR" dirty="0"/>
              <a:t>aria-selected="true"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155752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금융소비자보호공시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0D3A752A-5591-55DA-6FDF-89A4E52150FC}"/>
              </a:ext>
            </a:extLst>
          </p:cNvPr>
          <p:cNvSpPr/>
          <p:nvPr/>
        </p:nvSpPr>
        <p:spPr>
          <a:xfrm>
            <a:off x="6038850" y="4264294"/>
            <a:ext cx="2284024" cy="36195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E74BBA47-047C-D2F6-848A-F83C179462E6}"/>
              </a:ext>
            </a:extLst>
          </p:cNvPr>
          <p:cNvCxnSpPr>
            <a:cxnSpLocks/>
          </p:cNvCxnSpPr>
          <p:nvPr/>
        </p:nvCxnSpPr>
        <p:spPr>
          <a:xfrm flipH="1">
            <a:off x="7204169" y="4018182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6BB048FF-7F49-5026-DAE7-E38677833994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54626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2B70D9C1-193E-BE90-960F-DF10E7B4B38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44168" y="3339990"/>
            <a:ext cx="2520000" cy="245358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84537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 err="1"/>
              <a:t>캐러셀</a:t>
            </a:r>
            <a:r>
              <a:rPr lang="ko-KR" altLang="en-US" dirty="0"/>
              <a:t> 이동 버튼에 초점 영역이 보이지 않고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초점 영역이 보이도록 수정해야 함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204218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웰스타로보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 &gt; My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웰스타로보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7.3.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표시되는 초점의 영역은 콘텐츠의 위치와 크기가 맞도록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82932151-0386-5F49-8480-5996917FD854}"/>
              </a:ext>
            </a:extLst>
          </p:cNvPr>
          <p:cNvSpPr/>
          <p:nvPr/>
        </p:nvSpPr>
        <p:spPr>
          <a:xfrm>
            <a:off x="6915150" y="5447654"/>
            <a:ext cx="595311" cy="14723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xmlns="" id="{6B0D11E0-7AB6-AFF0-E5C3-CCB53AF0C708}"/>
              </a:ext>
            </a:extLst>
          </p:cNvPr>
          <p:cNvCxnSpPr>
            <a:cxnSpLocks/>
          </p:cNvCxnSpPr>
          <p:nvPr/>
        </p:nvCxnSpPr>
        <p:spPr>
          <a:xfrm flipV="1">
            <a:off x="7227673" y="5610894"/>
            <a:ext cx="0" cy="21601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D79703BB-6D9C-F544-9729-470822E3BB24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173967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2B70D9C1-193E-BE90-960F-DF10E7B4B38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44168" y="3339990"/>
            <a:ext cx="2520000" cy="245358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1450664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일정 시간 간격을 두고 자동으로 변경되는 콘텐츠에 정지할 수 있는 수단을 제공하여</a:t>
            </a:r>
            <a:r>
              <a:rPr lang="en-US" altLang="ko-KR" dirty="0"/>
              <a:t>, </a:t>
            </a:r>
            <a:r>
              <a:rPr lang="ko-KR" altLang="en-US" dirty="0"/>
              <a:t>사용자가 콘텐츠를 인지할 수 있는 충분한 시간을 보장해야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</a:t>
            </a:r>
            <a:r>
              <a:rPr lang="ko-KR" altLang="en-US" dirty="0" err="1"/>
              <a:t>캐러셀</a:t>
            </a:r>
            <a:r>
              <a:rPr lang="ko-KR" altLang="en-US" dirty="0"/>
              <a:t> </a:t>
            </a:r>
            <a:r>
              <a:rPr lang="en-US" altLang="ko-KR" dirty="0"/>
              <a:t>UI</a:t>
            </a:r>
            <a:r>
              <a:rPr lang="ko-KR" altLang="en-US" dirty="0"/>
              <a:t>에 이전</a:t>
            </a:r>
            <a:r>
              <a:rPr lang="en-US" altLang="ko-KR" dirty="0"/>
              <a:t>/</a:t>
            </a:r>
            <a:r>
              <a:rPr lang="ko-KR" altLang="en-US" dirty="0"/>
              <a:t>다음 버튼 또는 인디케이터를 제공하여 사용자가 원하는 콘텐츠를 탐색할 수 있도록 해야 함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자동 재생을 제거하거나 일시 정지</a:t>
            </a:r>
            <a:r>
              <a:rPr lang="en-US" altLang="ko-KR" dirty="0">
                <a:highlight>
                  <a:srgbClr val="FFFF00"/>
                </a:highlight>
              </a:rPr>
              <a:t>/</a:t>
            </a:r>
            <a:r>
              <a:rPr lang="ko-KR" altLang="en-US" dirty="0">
                <a:highlight>
                  <a:srgbClr val="FFFF00"/>
                </a:highlight>
              </a:rPr>
              <a:t>재생 등의 컨트롤을 제공해야 함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23665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웰스타로보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 &gt; My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웰스타로보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정지기능 제공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자동으로 변경되는 콘텐츠는 움직임을 제어할 수 있어야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자동으로 변경되는 콘텐츠에는 앞으로 이동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뒤로 이동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 정지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정지와 같이 이를 제어할 수 있는 수단을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82932151-0386-5F49-8480-5996917FD854}"/>
              </a:ext>
            </a:extLst>
          </p:cNvPr>
          <p:cNvSpPr/>
          <p:nvPr/>
        </p:nvSpPr>
        <p:spPr>
          <a:xfrm>
            <a:off x="5944168" y="4051186"/>
            <a:ext cx="2520000" cy="154370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xmlns="" id="{6B0D11E0-7AB6-AFF0-E5C3-CCB53AF0C708}"/>
              </a:ext>
            </a:extLst>
          </p:cNvPr>
          <p:cNvCxnSpPr/>
          <p:nvPr/>
        </p:nvCxnSpPr>
        <p:spPr>
          <a:xfrm>
            <a:off x="8369085" y="3781586"/>
            <a:ext cx="0" cy="26960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A2BC3E02-D828-AEB2-C1EF-CFCB73E01249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07563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BB94746B-1D08-CEE9-62AE-1A79B338024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03583" y="3429000"/>
            <a:ext cx="2520000" cy="305322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8641742" cy="84537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의미가 있는 배경 이미지에 대한 대체 텍스트 제공이 필요함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762942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웰스타로보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 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포트폴리오 가입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로보포트폴리오가입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82932151-0386-5F49-8480-5996917FD854}"/>
              </a:ext>
            </a:extLst>
          </p:cNvPr>
          <p:cNvSpPr/>
          <p:nvPr/>
        </p:nvSpPr>
        <p:spPr>
          <a:xfrm>
            <a:off x="2003583" y="5462154"/>
            <a:ext cx="2520000" cy="67818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xmlns="" id="{6B0D11E0-7AB6-AFF0-E5C3-CCB53AF0C708}"/>
              </a:ext>
            </a:extLst>
          </p:cNvPr>
          <p:cNvCxnSpPr>
            <a:cxnSpLocks/>
          </p:cNvCxnSpPr>
          <p:nvPr/>
        </p:nvCxnSpPr>
        <p:spPr>
          <a:xfrm flipV="1">
            <a:off x="3287088" y="6140334"/>
            <a:ext cx="0" cy="21601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xmlns="" id="{AD44DCA0-971F-B00A-2197-B9FC7941C24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82419" y="3428998"/>
            <a:ext cx="2520000" cy="305322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B74AEA62-9107-A6A7-55E3-EFA7048ED0DB}"/>
              </a:ext>
            </a:extLst>
          </p:cNvPr>
          <p:cNvSpPr/>
          <p:nvPr/>
        </p:nvSpPr>
        <p:spPr>
          <a:xfrm>
            <a:off x="5382417" y="4494414"/>
            <a:ext cx="2520000" cy="153162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xmlns="" id="{565A86CD-ABE3-2661-151C-DF47ABB1F78A}"/>
              </a:ext>
            </a:extLst>
          </p:cNvPr>
          <p:cNvCxnSpPr>
            <a:cxnSpLocks/>
          </p:cNvCxnSpPr>
          <p:nvPr/>
        </p:nvCxnSpPr>
        <p:spPr>
          <a:xfrm flipV="1">
            <a:off x="6604962" y="6026034"/>
            <a:ext cx="0" cy="21601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CD844076-950E-5CC8-72B0-566663C2EAF1}"/>
              </a:ext>
            </a:extLst>
          </p:cNvPr>
          <p:cNvSpPr txBox="1"/>
          <p:nvPr/>
        </p:nvSpPr>
        <p:spPr>
          <a:xfrm>
            <a:off x="632129" y="3005109"/>
            <a:ext cx="4104000" cy="211203"/>
          </a:xfrm>
          <a:prstGeom prst="rect">
            <a:avLst/>
          </a:prstGeom>
          <a:noFill/>
        </p:spPr>
        <p:txBody>
          <a:bodyPr wrap="square" lIns="0" tIns="0" rIns="0" bIns="72000" rtlCol="0">
            <a:spAutoFit/>
          </a:bodyPr>
          <a:lstStyle/>
          <a:p>
            <a:pPr algn="l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A1BE8EA7-C1B1-7869-FED2-9EDCB4443E02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992021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xmlns="" id="{1A1AA268-70B0-ACF8-EDAD-E67900FB81B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44168" y="2941318"/>
            <a:ext cx="2520000" cy="305322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609408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텍스트와 배경 간 명도대비를 </a:t>
            </a:r>
            <a:r>
              <a:rPr lang="en-US" altLang="ko-KR" dirty="0"/>
              <a:t>3:1 </a:t>
            </a:r>
            <a:r>
              <a:rPr lang="ko-KR" altLang="en-US" dirty="0"/>
              <a:t>이상으로 제공해야 함</a:t>
            </a:r>
            <a:r>
              <a:rPr lang="en-US" altLang="ko-KR" dirty="0"/>
              <a:t>. 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512337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웰스타로보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 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포트폴리오 가입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로보포트폴리오가입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로보포트폴리오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소개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명도 대비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사용자 인터페이스 컴포넌트와 텍스트는 전경색과 배경색이 구분될 수 있도록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사용자 인터페이스 컴포넌트와 텍스트는 전경색과 배경색이 구분될 수 있도록 명도 대비를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3:1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이상으로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82932151-0386-5F49-8480-5996917FD854}"/>
              </a:ext>
            </a:extLst>
          </p:cNvPr>
          <p:cNvSpPr/>
          <p:nvPr/>
        </p:nvSpPr>
        <p:spPr>
          <a:xfrm>
            <a:off x="5944168" y="4051186"/>
            <a:ext cx="2520000" cy="35412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xmlns="" id="{6B0D11E0-7AB6-AFF0-E5C3-CCB53AF0C708}"/>
              </a:ext>
            </a:extLst>
          </p:cNvPr>
          <p:cNvCxnSpPr/>
          <p:nvPr/>
        </p:nvCxnSpPr>
        <p:spPr>
          <a:xfrm>
            <a:off x="8369085" y="3781586"/>
            <a:ext cx="0" cy="26960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EB76D786-B694-3533-6E24-E429701E1407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964351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AFEA1717-F9C1-D46F-C3E3-77713F83963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492413"/>
            <a:ext cx="2520000" cy="37940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108133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스크린 리더 사용 시</a:t>
            </a:r>
            <a:r>
              <a:rPr lang="en-US" altLang="ko-KR" dirty="0"/>
              <a:t>, </a:t>
            </a:r>
            <a:r>
              <a:rPr lang="ko-KR" altLang="en-US" dirty="0"/>
              <a:t>라디오 버튼을 선택하여도 </a:t>
            </a:r>
            <a:r>
              <a:rPr lang="en-US" altLang="ko-KR" dirty="0"/>
              <a:t>"</a:t>
            </a:r>
            <a:r>
              <a:rPr lang="ko-KR" altLang="en-US" dirty="0"/>
              <a:t>다음</a:t>
            </a:r>
            <a:r>
              <a:rPr lang="en-US" altLang="ko-KR" dirty="0"/>
              <a:t>" </a:t>
            </a:r>
            <a:r>
              <a:rPr lang="ko-KR" altLang="en-US" dirty="0"/>
              <a:t>버튼이 활성화되지 않고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스크린 리더를 사용하지 않을 때와 동일한 기능을 사용할 수 있도록 수정되어야 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61866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웰스타로보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 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포트폴리오 가입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로보포트폴리오가입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투자성향분석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예측가능성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의도하지 않은 화면 전환이나 이벤트 등이 실행되는 경우 사용자가 이해할 수 있는 방법으로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화면이 전환되거나 팝업과 같은 이벤트가 실행되는 경우 이를 예측할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xmlns="" id="{55D7EAB7-965D-5934-7004-504E50BFD51D}"/>
              </a:ext>
            </a:extLst>
          </p:cNvPr>
          <p:cNvCxnSpPr/>
          <p:nvPr/>
        </p:nvCxnSpPr>
        <p:spPr>
          <a:xfrm>
            <a:off x="7134393" y="5635211"/>
            <a:ext cx="0" cy="26960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6BCB12D8-F127-CE7E-743C-F135631BE2F1}"/>
              </a:ext>
            </a:extLst>
          </p:cNvPr>
          <p:cNvSpPr/>
          <p:nvPr/>
        </p:nvSpPr>
        <p:spPr>
          <a:xfrm>
            <a:off x="6981824" y="5904811"/>
            <a:ext cx="1499713" cy="38169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C9F05B58-FCA0-CC2A-90F8-D09714E86B8B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845097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ABF1FD2D-46FC-90E0-C4C9-7CCE557A068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18954" y="3216312"/>
            <a:ext cx="1678036" cy="328678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8642046" cy="84537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어떤 페이지에서는 </a:t>
            </a:r>
            <a:r>
              <a:rPr lang="ko-KR" altLang="en-US" dirty="0">
                <a:highlight>
                  <a:srgbClr val="FFFF00"/>
                </a:highlight>
              </a:rPr>
              <a:t>라디오 버튼을 누르자마자 다음 페이지로 이동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  <a:r>
              <a:rPr lang="ko-KR" altLang="en-US" dirty="0"/>
              <a:t>어떤 페이지는 </a:t>
            </a:r>
            <a:r>
              <a:rPr lang="en-US" altLang="ko-KR" dirty="0"/>
              <a:t>"</a:t>
            </a:r>
            <a:r>
              <a:rPr lang="ko-KR" altLang="en-US" dirty="0"/>
              <a:t>다음</a:t>
            </a:r>
            <a:r>
              <a:rPr lang="en-US" altLang="ko-KR" dirty="0"/>
              <a:t>"</a:t>
            </a:r>
            <a:r>
              <a:rPr lang="ko-KR" altLang="en-US" dirty="0"/>
              <a:t> 버튼이 활성화되어 버튼을 눌러야 다음 페이지로 넘어가고 있음</a:t>
            </a:r>
            <a:r>
              <a:rPr lang="en-US" altLang="ko-KR" dirty="0"/>
              <a:t>.</a:t>
            </a:r>
            <a:endParaRPr lang="ko-KR" altLang="en-US" dirty="0"/>
          </a:p>
          <a:p>
            <a:r>
              <a:rPr lang="ko-KR" altLang="en-US" dirty="0"/>
              <a:t>라디오 버튼을 누르면 자동으로 넘어가기 보다는 </a:t>
            </a:r>
            <a:r>
              <a:rPr lang="en-US" altLang="ko-KR" dirty="0"/>
              <a:t>"</a:t>
            </a:r>
            <a:r>
              <a:rPr lang="ko-KR" altLang="en-US" dirty="0"/>
              <a:t>다음</a:t>
            </a:r>
            <a:r>
              <a:rPr lang="en-US" altLang="ko-KR" dirty="0"/>
              <a:t>" </a:t>
            </a:r>
            <a:r>
              <a:rPr lang="ko-KR" altLang="en-US" dirty="0"/>
              <a:t>버튼을 눌러</a:t>
            </a:r>
            <a:r>
              <a:rPr lang="en-US" altLang="ko-KR" dirty="0"/>
              <a:t>, </a:t>
            </a:r>
            <a:r>
              <a:rPr lang="ko-KR" altLang="en-US" dirty="0"/>
              <a:t>스크린 리더 사용자가 의도한 행동으로 페이지 탐색이 이루어질 수 있도록 수정해야 함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811037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웰스타로보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 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포트폴리오 가입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로보포트폴리오가입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투자성향분석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예측가능성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의도하지 않은 화면 전환이나 이벤트 등이 실행되는 경우 사용자가 이해할 수 있는 방법으로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화면이 전환되거나 팝업과 같은 이벤트가 실행되는 경우 이를 예측할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D1B79B7-3DEF-0D17-6F5B-455D7E8D264B}"/>
              </a:ext>
            </a:extLst>
          </p:cNvPr>
          <p:cNvSpPr txBox="1"/>
          <p:nvPr/>
        </p:nvSpPr>
        <p:spPr>
          <a:xfrm>
            <a:off x="632129" y="3005109"/>
            <a:ext cx="4104000" cy="211203"/>
          </a:xfrm>
          <a:prstGeom prst="rect">
            <a:avLst/>
          </a:prstGeom>
          <a:noFill/>
        </p:spPr>
        <p:txBody>
          <a:bodyPr wrap="square" lIns="0" tIns="0" rIns="0" bIns="72000" rtlCol="0">
            <a:spAutoFit/>
          </a:bodyPr>
          <a:lstStyle/>
          <a:p>
            <a:pPr algn="l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문제점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CABE2282-C149-2641-DB13-88CC3A0231B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16386" y="3216312"/>
            <a:ext cx="1657153" cy="32733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F349D373-2650-79E4-995F-ECE49DAA7932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796540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xmlns="" id="{93771959-634A-A16C-AE9E-DE86FD01E96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492413"/>
            <a:ext cx="2520000" cy="37940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1265998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 err="1"/>
              <a:t>캐러셀</a:t>
            </a:r>
            <a:r>
              <a:rPr lang="ko-KR" altLang="en-US" dirty="0"/>
              <a:t> 이동 버튼에 초점 영역이 보이지 않고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초점 영역이 보이도록 수정해야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현재 활성화된 슬라이드 </a:t>
            </a:r>
            <a:r>
              <a:rPr lang="ko-KR" altLang="en-US" dirty="0" err="1"/>
              <a:t>캐러셀</a:t>
            </a:r>
            <a:r>
              <a:rPr lang="ko-KR" altLang="en-US" dirty="0"/>
              <a:t> 버튼에 </a:t>
            </a:r>
            <a:r>
              <a:rPr lang="en-US" altLang="ko-KR" dirty="0"/>
              <a:t>"</a:t>
            </a:r>
            <a:r>
              <a:rPr lang="ko-KR" altLang="en-US" dirty="0"/>
              <a:t>현재 슬라이드</a:t>
            </a:r>
            <a:r>
              <a:rPr lang="en-US" altLang="ko-KR" dirty="0"/>
              <a:t>" </a:t>
            </a:r>
            <a:r>
              <a:rPr lang="ko-KR" altLang="en-US" dirty="0"/>
              <a:t>정보를 제공해야 함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872456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웰스타로보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 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포트폴리오 가입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로보포트폴리오가입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투자성향분석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7.3.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표시되는 초점의 영역은 콘텐츠의 위치와 크기가 맞도록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xmlns="" id="{55D7EAB7-965D-5934-7004-504E50BFD51D}"/>
              </a:ext>
            </a:extLst>
          </p:cNvPr>
          <p:cNvCxnSpPr/>
          <p:nvPr/>
        </p:nvCxnSpPr>
        <p:spPr>
          <a:xfrm>
            <a:off x="7221706" y="4793076"/>
            <a:ext cx="0" cy="26960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6BCB12D8-F127-CE7E-743C-F135631BE2F1}"/>
              </a:ext>
            </a:extLst>
          </p:cNvPr>
          <p:cNvSpPr/>
          <p:nvPr/>
        </p:nvSpPr>
        <p:spPr>
          <a:xfrm>
            <a:off x="6861811" y="5062676"/>
            <a:ext cx="701040" cy="19084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1BFB5DF2-A5CC-F580-8B9A-CCB41A520C91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749450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번호, 소프트웨어이(가) 표시된 사진&#10;&#10;자동 생성된 설명">
            <a:extLst>
              <a:ext uri="{FF2B5EF4-FFF2-40B4-BE49-F238E27FC236}">
                <a16:creationId xmlns:a16="http://schemas.microsoft.com/office/drawing/2014/main" xmlns="" id="{D95790A3-F101-2A17-C82F-C3E899B7EFC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492413"/>
            <a:ext cx="2520000" cy="37940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84537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선택된 요소에 대한 선택됨 정보를 제공해야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title="</a:t>
            </a:r>
            <a:r>
              <a:rPr lang="ko-KR" altLang="en-US" dirty="0"/>
              <a:t>선택됨</a:t>
            </a:r>
            <a:r>
              <a:rPr lang="en-US" altLang="ko-KR" dirty="0"/>
              <a:t>" </a:t>
            </a:r>
            <a:r>
              <a:rPr lang="ko-KR" altLang="en-US" dirty="0"/>
              <a:t>또는 </a:t>
            </a:r>
            <a:r>
              <a:rPr lang="en-US" altLang="ko-KR" dirty="0"/>
              <a:t>aria-selected="true"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023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웰스타로보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 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포트폴리오 가입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로보포트폴리오가입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로보펀드가입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xmlns="" id="{55D7EAB7-965D-5934-7004-504E50BFD51D}"/>
              </a:ext>
            </a:extLst>
          </p:cNvPr>
          <p:cNvCxnSpPr/>
          <p:nvPr/>
        </p:nvCxnSpPr>
        <p:spPr>
          <a:xfrm>
            <a:off x="7069306" y="3512823"/>
            <a:ext cx="0" cy="26960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6BCB12D8-F127-CE7E-743C-F135631BE2F1}"/>
              </a:ext>
            </a:extLst>
          </p:cNvPr>
          <p:cNvSpPr/>
          <p:nvPr/>
        </p:nvSpPr>
        <p:spPr>
          <a:xfrm>
            <a:off x="5961537" y="3757751"/>
            <a:ext cx="1353661" cy="41419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9BE30399-16B4-48E5-D4BF-63A51B2B7AA8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446956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도표이(가) 표시된 사진&#10;&#10;자동 생성된 설명">
            <a:extLst>
              <a:ext uri="{FF2B5EF4-FFF2-40B4-BE49-F238E27FC236}">
                <a16:creationId xmlns:a16="http://schemas.microsoft.com/office/drawing/2014/main" xmlns="" id="{0C6F40A5-5070-DAF8-CC72-33F30E2A4B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492412"/>
            <a:ext cx="2520000" cy="379408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2343216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차트의 범례를 색상만으로 구분하고 있어 흑백 모드 사용자</a:t>
            </a:r>
            <a:r>
              <a:rPr lang="en-US" altLang="ko-KR" dirty="0"/>
              <a:t>, </a:t>
            </a:r>
            <a:r>
              <a:rPr lang="ko-KR" altLang="en-US" dirty="0" err="1"/>
              <a:t>저시력</a:t>
            </a:r>
            <a:r>
              <a:rPr lang="ko-KR" altLang="en-US" dirty="0"/>
              <a:t> 사용자는 정보를 정확하게 인지하기 어려움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차트의 범례를 패턴 등으로 구분할 수 있게 제공하거나 차트 내 값이 표시되는 텍스트 부분에 </a:t>
            </a:r>
            <a:r>
              <a:rPr lang="en-US" altLang="ko-KR" dirty="0"/>
              <a:t>"</a:t>
            </a:r>
            <a:r>
              <a:rPr lang="ko-KR" altLang="en-US" dirty="0"/>
              <a:t>범례</a:t>
            </a:r>
            <a:r>
              <a:rPr lang="en-US" altLang="ko-KR" dirty="0"/>
              <a:t>" </a:t>
            </a:r>
            <a:r>
              <a:rPr lang="ko-KR" altLang="en-US" dirty="0"/>
              <a:t>텍스트를 함께 제공해야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차트 영역의 스크린 리더로 읽을 수 없기 때문에 차트에 표현된 정보와 동일한 데이터 내용을 표로 표현하여 대체 수단을 제공해야 함</a:t>
            </a:r>
            <a:r>
              <a:rPr lang="en-US" altLang="ko-KR" dirty="0"/>
              <a:t>.</a:t>
            </a:r>
          </a:p>
          <a:p>
            <a:r>
              <a:rPr lang="ko-KR" altLang="en-US" dirty="0" err="1">
                <a:highlight>
                  <a:srgbClr val="FFFF00"/>
                </a:highlight>
              </a:rPr>
              <a:t>전문가포트폴리오</a:t>
            </a:r>
            <a:r>
              <a:rPr lang="ko-KR" altLang="en-US" dirty="0">
                <a:highlight>
                  <a:srgbClr val="FFFF00"/>
                </a:highlight>
              </a:rPr>
              <a:t> 가입 페이지 동일 오류</a:t>
            </a:r>
            <a:endParaRPr lang="en-US" altLang="ko-KR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highlight>
                  <a:srgbClr val="FFFF00"/>
                </a:highlight>
              </a:rPr>
              <a:t>* 10</a:t>
            </a:r>
            <a:r>
              <a:rPr lang="ko-KR" altLang="en-US" dirty="0">
                <a:highlight>
                  <a:srgbClr val="FFFF00"/>
                </a:highlight>
              </a:rPr>
              <a:t>월 </a:t>
            </a:r>
            <a:r>
              <a:rPr lang="en-US" altLang="ko-KR" dirty="0">
                <a:highlight>
                  <a:srgbClr val="FFFF00"/>
                </a:highlight>
              </a:rPr>
              <a:t>4</a:t>
            </a:r>
            <a:r>
              <a:rPr lang="ko-KR" altLang="en-US" dirty="0">
                <a:highlight>
                  <a:srgbClr val="FFFF00"/>
                </a:highlight>
              </a:rPr>
              <a:t>일 </a:t>
            </a:r>
            <a:r>
              <a:rPr lang="en-US" altLang="ko-KR" dirty="0">
                <a:highlight>
                  <a:srgbClr val="FFFF00"/>
                </a:highlight>
              </a:rPr>
              <a:t>"</a:t>
            </a:r>
            <a:r>
              <a:rPr lang="ko-KR" altLang="en-US" dirty="0">
                <a:highlight>
                  <a:srgbClr val="FFFF00"/>
                </a:highlight>
              </a:rPr>
              <a:t>김명환 차장</a:t>
            </a:r>
            <a:r>
              <a:rPr lang="en-US" altLang="ko-KR" dirty="0">
                <a:highlight>
                  <a:srgbClr val="FFFF00"/>
                </a:highlight>
              </a:rPr>
              <a:t>"</a:t>
            </a:r>
            <a:r>
              <a:rPr lang="ko-KR" altLang="en-US" dirty="0">
                <a:highlight>
                  <a:srgbClr val="FFFF00"/>
                </a:highlight>
              </a:rPr>
              <a:t>님이 질의하신 내용에 대한 답변을 참고하여 개선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161163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웰스타로보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 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포트폴리오 가입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로보포트폴리오가입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로보펀드가입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색에 무관한 인식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정보는 색에 관계없이 인식될 수 있어야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콘텐츠에서 제공하는 모든 정보는 특정한 색을 구별할 수 없는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흑백 디스플레이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흑백 인쇄물을 보는 사용자 및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고대비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모드 사용자가 인식할 수 있도록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xmlns="" id="{55D7EAB7-965D-5934-7004-504E50BFD51D}"/>
              </a:ext>
            </a:extLst>
          </p:cNvPr>
          <p:cNvCxnSpPr/>
          <p:nvPr/>
        </p:nvCxnSpPr>
        <p:spPr>
          <a:xfrm>
            <a:off x="6139666" y="3378023"/>
            <a:ext cx="0" cy="26960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6BCB12D8-F127-CE7E-743C-F135631BE2F1}"/>
              </a:ext>
            </a:extLst>
          </p:cNvPr>
          <p:cNvSpPr/>
          <p:nvPr/>
        </p:nvSpPr>
        <p:spPr>
          <a:xfrm>
            <a:off x="5961538" y="3647623"/>
            <a:ext cx="2519998" cy="205975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9BE30399-16B4-48E5-D4BF-63A51B2B7AA8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756849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A3A269D1-1917-F8E9-01B8-EDCA68F4F7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295543"/>
            <a:ext cx="2520000" cy="414016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173792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한 페이지에 동일한 버튼이 제공되어 정확한 버튼이 무엇인지 알기 어려움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버튼별로 상세 정보를 제공하여 구별되도록 해야 함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Ex) </a:t>
            </a:r>
          </a:p>
          <a:p>
            <a:pPr marL="0" indent="0">
              <a:buNone/>
            </a:pPr>
            <a:r>
              <a:rPr lang="en-US" altLang="ko-KR" dirty="0"/>
              <a:t>title="NH-</a:t>
            </a:r>
            <a:r>
              <a:rPr lang="en-US" altLang="ko-KR" dirty="0" err="1"/>
              <a:t>Amundi</a:t>
            </a:r>
            <a:r>
              <a:rPr lang="en-US" altLang="ko-KR" dirty="0"/>
              <a:t> USD</a:t>
            </a:r>
            <a:r>
              <a:rPr lang="ko-KR" altLang="en-US" dirty="0" err="1"/>
              <a:t>초단기채권증권자투자신탁</a:t>
            </a:r>
            <a:r>
              <a:rPr lang="en-US" altLang="ko-KR" dirty="0"/>
              <a:t>(UH)[</a:t>
            </a:r>
            <a:r>
              <a:rPr lang="ko-KR" altLang="en-US" dirty="0"/>
              <a:t>채권</a:t>
            </a:r>
            <a:r>
              <a:rPr lang="en-US" altLang="ko-KR" dirty="0"/>
              <a:t>] Class Ce, </a:t>
            </a:r>
            <a:r>
              <a:rPr lang="ko-KR" altLang="en-US" dirty="0"/>
              <a:t>펀드 선택</a:t>
            </a:r>
            <a:r>
              <a:rPr lang="en-US" altLang="ko-KR" dirty="0"/>
              <a:t>"</a:t>
            </a:r>
          </a:p>
          <a:p>
            <a:pPr marL="0" indent="0">
              <a:buNone/>
            </a:pPr>
            <a:r>
              <a:rPr lang="en-US" altLang="ko-KR" dirty="0"/>
              <a:t>title="</a:t>
            </a:r>
            <a:r>
              <a:rPr lang="ko-KR" altLang="en-US" dirty="0" err="1"/>
              <a:t>미래에셋전략배분</a:t>
            </a:r>
            <a:r>
              <a:rPr lang="en-US" altLang="ko-KR" dirty="0"/>
              <a:t>TDF2025</a:t>
            </a:r>
            <a:r>
              <a:rPr lang="ko-KR" altLang="en-US" dirty="0" err="1"/>
              <a:t>혼합자산자투자신탁</a:t>
            </a:r>
            <a:r>
              <a:rPr lang="ko-KR" altLang="en-US" dirty="0"/>
              <a:t> 종류</a:t>
            </a:r>
            <a:r>
              <a:rPr lang="en-US" altLang="ko-KR" dirty="0"/>
              <a:t>C -e, </a:t>
            </a:r>
            <a:r>
              <a:rPr lang="ko-KR" altLang="en-US" dirty="0"/>
              <a:t>펀드 선택</a:t>
            </a:r>
            <a:r>
              <a:rPr lang="en-US" altLang="ko-KR" dirty="0"/>
              <a:t>"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83338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웰스타로보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 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포트폴리오 가입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로보포트폴리오가입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로보펀드가입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적절한 대체 텍스트 제공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그 의미나 용도를 이해할 수 있도록 대체 텍스트를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xmlns="" id="{55D7EAB7-965D-5934-7004-504E50BFD51D}"/>
              </a:ext>
            </a:extLst>
          </p:cNvPr>
          <p:cNvCxnSpPr/>
          <p:nvPr/>
        </p:nvCxnSpPr>
        <p:spPr>
          <a:xfrm>
            <a:off x="7836731" y="2785948"/>
            <a:ext cx="0" cy="26960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6BCB12D8-F127-CE7E-743C-F135631BE2F1}"/>
              </a:ext>
            </a:extLst>
          </p:cNvPr>
          <p:cNvSpPr/>
          <p:nvPr/>
        </p:nvSpPr>
        <p:spPr>
          <a:xfrm>
            <a:off x="7687159" y="3055548"/>
            <a:ext cx="623895" cy="32769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xmlns="" id="{11C5B4FB-663E-385E-1463-E89E9FE63123}"/>
              </a:ext>
            </a:extLst>
          </p:cNvPr>
          <p:cNvCxnSpPr/>
          <p:nvPr/>
        </p:nvCxnSpPr>
        <p:spPr>
          <a:xfrm>
            <a:off x="7836731" y="4302990"/>
            <a:ext cx="0" cy="26960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2A125AB4-D7AC-97F3-0885-09AA1E9B5A38}"/>
              </a:ext>
            </a:extLst>
          </p:cNvPr>
          <p:cNvSpPr/>
          <p:nvPr/>
        </p:nvSpPr>
        <p:spPr>
          <a:xfrm>
            <a:off x="7687159" y="4572590"/>
            <a:ext cx="623895" cy="32769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9554CD38-F1F2-2E2D-EF34-BFB04C4E1F1D}"/>
              </a:ext>
            </a:extLst>
          </p:cNvPr>
          <p:cNvCxnSpPr/>
          <p:nvPr/>
        </p:nvCxnSpPr>
        <p:spPr>
          <a:xfrm>
            <a:off x="7836731" y="5779674"/>
            <a:ext cx="0" cy="26960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1337D1B5-7A71-A62E-E29C-BA770D1F7D27}"/>
              </a:ext>
            </a:extLst>
          </p:cNvPr>
          <p:cNvSpPr/>
          <p:nvPr/>
        </p:nvSpPr>
        <p:spPr>
          <a:xfrm>
            <a:off x="7687159" y="6049274"/>
            <a:ext cx="623895" cy="32769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9BE30399-16B4-48E5-D4BF-63A51B2B7AA8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161005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B2ED54DA-FD69-0C91-04C3-AF44451F374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492412"/>
            <a:ext cx="2520000" cy="379408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2107254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차트의 범례를 색상만으로 구분하고 있어 흑백 모드 사용자</a:t>
            </a:r>
            <a:r>
              <a:rPr lang="en-US" altLang="ko-KR" dirty="0"/>
              <a:t>, </a:t>
            </a:r>
            <a:r>
              <a:rPr lang="ko-KR" altLang="en-US" dirty="0" err="1"/>
              <a:t>저시력</a:t>
            </a:r>
            <a:r>
              <a:rPr lang="ko-KR" altLang="en-US" dirty="0"/>
              <a:t> 사용자는 정보를 정확하게 인지하기 어려움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차트의 범례를 패턴 등으로 구분할 수 있게 제공하거나 차트 내 값이 표시되는 텍스트 부분에 </a:t>
            </a:r>
            <a:r>
              <a:rPr lang="en-US" altLang="ko-KR" dirty="0"/>
              <a:t>"</a:t>
            </a:r>
            <a:r>
              <a:rPr lang="ko-KR" altLang="en-US" dirty="0"/>
              <a:t>범례</a:t>
            </a:r>
            <a:r>
              <a:rPr lang="en-US" altLang="ko-KR" dirty="0"/>
              <a:t>" </a:t>
            </a:r>
            <a:r>
              <a:rPr lang="ko-KR" altLang="en-US" dirty="0"/>
              <a:t>텍스트를 함께 제공해야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차트 영역의 스크린 리더로 읽을 수 없기 때문에 차트에 표현된 정보와 동일한 데이터 내용을 표로 표현하여 대체 수단을 제공해야 함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highlight>
                  <a:srgbClr val="FFFF00"/>
                </a:highlight>
              </a:rPr>
              <a:t>* 10</a:t>
            </a:r>
            <a:r>
              <a:rPr lang="ko-KR" altLang="en-US" dirty="0">
                <a:highlight>
                  <a:srgbClr val="FFFF00"/>
                </a:highlight>
              </a:rPr>
              <a:t>월 </a:t>
            </a:r>
            <a:r>
              <a:rPr lang="en-US" altLang="ko-KR" dirty="0">
                <a:highlight>
                  <a:srgbClr val="FFFF00"/>
                </a:highlight>
              </a:rPr>
              <a:t>4</a:t>
            </a:r>
            <a:r>
              <a:rPr lang="ko-KR" altLang="en-US" dirty="0">
                <a:highlight>
                  <a:srgbClr val="FFFF00"/>
                </a:highlight>
              </a:rPr>
              <a:t>일 </a:t>
            </a:r>
            <a:r>
              <a:rPr lang="en-US" altLang="ko-KR" dirty="0">
                <a:highlight>
                  <a:srgbClr val="FFFF00"/>
                </a:highlight>
              </a:rPr>
              <a:t>"</a:t>
            </a:r>
            <a:r>
              <a:rPr lang="ko-KR" altLang="en-US" dirty="0">
                <a:highlight>
                  <a:srgbClr val="FFFF00"/>
                </a:highlight>
              </a:rPr>
              <a:t>김명환 차장</a:t>
            </a:r>
            <a:r>
              <a:rPr lang="en-US" altLang="ko-KR" dirty="0">
                <a:highlight>
                  <a:srgbClr val="FFFF00"/>
                </a:highlight>
              </a:rPr>
              <a:t>"</a:t>
            </a:r>
            <a:r>
              <a:rPr lang="ko-KR" altLang="en-US" dirty="0">
                <a:highlight>
                  <a:srgbClr val="FFFF00"/>
                </a:highlight>
              </a:rPr>
              <a:t>님이 질의하신 내용에 대한 답변을 참고하여 개선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47372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웰스타로보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 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포트폴리오 가입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로보포트폴리오가입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로보펀드가입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-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과거추정성과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색에 무관한 인식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정보는 색에 관계없이 인식될 수 있어야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콘텐츠에서 제공하는 모든 정보는 특정한 색을 구별할 수 없는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흑백 디스플레이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흑백 인쇄물을 보는 사용자 및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고대비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모드 사용자가 인식할 수 있도록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xmlns="" id="{55D7EAB7-965D-5934-7004-504E50BFD51D}"/>
              </a:ext>
            </a:extLst>
          </p:cNvPr>
          <p:cNvCxnSpPr/>
          <p:nvPr/>
        </p:nvCxnSpPr>
        <p:spPr>
          <a:xfrm>
            <a:off x="6139666" y="3066146"/>
            <a:ext cx="0" cy="26960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6BCB12D8-F127-CE7E-743C-F135631BE2F1}"/>
              </a:ext>
            </a:extLst>
          </p:cNvPr>
          <p:cNvSpPr/>
          <p:nvPr/>
        </p:nvSpPr>
        <p:spPr>
          <a:xfrm>
            <a:off x="5961538" y="3335746"/>
            <a:ext cx="2519998" cy="223589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9BE30399-16B4-48E5-D4BF-63A51B2B7AA8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582054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만화 영화이(가) 표시된 사진&#10;&#10;자동 생성된 설명">
            <a:extLst>
              <a:ext uri="{FF2B5EF4-FFF2-40B4-BE49-F238E27FC236}">
                <a16:creationId xmlns:a16="http://schemas.microsoft.com/office/drawing/2014/main" xmlns="" id="{102A4DA1-B13B-4B12-3360-80A25109E23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395854"/>
            <a:ext cx="2520000" cy="393954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108133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해당 버튼에 대한 정보가 주언어속성</a:t>
            </a:r>
            <a:r>
              <a:rPr lang="en-US" altLang="ko-KR" dirty="0"/>
              <a:t>(</a:t>
            </a:r>
            <a:r>
              <a:rPr lang="ko-KR" altLang="en-US" dirty="0"/>
              <a:t>한국어</a:t>
            </a:r>
            <a:r>
              <a:rPr lang="en-US" altLang="ko-KR" dirty="0"/>
              <a:t>)</a:t>
            </a:r>
            <a:r>
              <a:rPr lang="ko-KR" altLang="en-US" dirty="0"/>
              <a:t>가 아닌 영어로 제공되고 있음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next slide -&gt; </a:t>
            </a:r>
            <a:r>
              <a:rPr lang="ko-KR" altLang="en-US" dirty="0"/>
              <a:t>다음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동일 </a:t>
            </a:r>
            <a:r>
              <a:rPr lang="ko-KR" altLang="en-US" dirty="0" err="1">
                <a:highlight>
                  <a:srgbClr val="FFFF00"/>
                </a:highlight>
              </a:rPr>
              <a:t>콤포넌트</a:t>
            </a:r>
            <a:r>
              <a:rPr lang="ko-KR" altLang="en-US" dirty="0">
                <a:highlight>
                  <a:srgbClr val="FFFF00"/>
                </a:highlight>
              </a:rPr>
              <a:t> </a:t>
            </a:r>
            <a:r>
              <a:rPr lang="en-US" altLang="ko-KR" dirty="0">
                <a:highlight>
                  <a:srgbClr val="FFFF00"/>
                </a:highlight>
              </a:rPr>
              <a:t>UI </a:t>
            </a:r>
            <a:r>
              <a:rPr lang="ko-KR" altLang="en-US" dirty="0">
                <a:highlight>
                  <a:srgbClr val="FFFF00"/>
                </a:highlight>
              </a:rPr>
              <a:t>공통 오류임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76067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웰스타로보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 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포트폴리오 가입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전문가포트폴리오가입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A4E376CF-9A5D-400C-5FCA-8B7A01928FBC}"/>
              </a:ext>
            </a:extLst>
          </p:cNvPr>
          <p:cNvSpPr/>
          <p:nvPr/>
        </p:nvSpPr>
        <p:spPr>
          <a:xfrm flipV="1">
            <a:off x="5961538" y="5882639"/>
            <a:ext cx="2519998" cy="45275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xmlns="" id="{F567542D-D9DB-707B-D038-870DAE9BD21A}"/>
              </a:ext>
            </a:extLst>
          </p:cNvPr>
          <p:cNvCxnSpPr/>
          <p:nvPr/>
        </p:nvCxnSpPr>
        <p:spPr>
          <a:xfrm>
            <a:off x="6139666" y="5613039"/>
            <a:ext cx="0" cy="26960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xmlns="" id="{5F35D5E3-0F39-8097-508C-0B3EE3C6B26A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A1AE6E20-946C-2E8E-7E9B-E3145D81177B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971319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84537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스크린 리더 사용 시</a:t>
            </a:r>
            <a:r>
              <a:rPr lang="en-US" altLang="ko-KR" dirty="0"/>
              <a:t>, </a:t>
            </a:r>
            <a:r>
              <a:rPr lang="ko-KR" altLang="en-US" dirty="0"/>
              <a:t>해당 버튼이 작동하지 않고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사용 가능하도록 스크립트를 수정해야 함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05254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웰스타로보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 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포트폴리오 가입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전문가포트폴리오가입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예측가능성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의도하지 않은 화면 전환이나 이벤트 등이 실행되는 경우 사용자가 이해할 수 있는 방법으로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화면이 전환되거나 팝업과 같은 이벤트가 실행되는 경우 이를 예측할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7FCE897A-AE82-0C2F-A4B3-C5AAFBA91DB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71883" y="2277161"/>
            <a:ext cx="2099310" cy="417692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BDE1CE57-9D3E-B1E1-8199-67C35B27B687}"/>
              </a:ext>
            </a:extLst>
          </p:cNvPr>
          <p:cNvSpPr/>
          <p:nvPr/>
        </p:nvSpPr>
        <p:spPr>
          <a:xfrm flipV="1">
            <a:off x="6096000" y="6049271"/>
            <a:ext cx="2270760" cy="45275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xmlns="" id="{C5934D54-D247-1547-9AAC-9E18FA6410F6}"/>
              </a:ext>
            </a:extLst>
          </p:cNvPr>
          <p:cNvCxnSpPr/>
          <p:nvPr/>
        </p:nvCxnSpPr>
        <p:spPr>
          <a:xfrm>
            <a:off x="6298416" y="5779671"/>
            <a:ext cx="0" cy="26960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51784240-C42A-7011-FCFD-8C807F829406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0A3826C6-D1EE-30DC-B11E-132FA4F68964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020382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xmlns="" id="{AB298E8F-3DED-FEFE-3CEE-882B85F77C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491103"/>
            <a:ext cx="2520000" cy="374903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2947099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특정 요소를 가리키는 내용이 색상만으로 구별하고 있어</a:t>
            </a:r>
            <a:r>
              <a:rPr lang="en-US" altLang="ko-KR" dirty="0"/>
              <a:t>, </a:t>
            </a:r>
            <a:r>
              <a:rPr lang="ko-KR" altLang="en-US" dirty="0"/>
              <a:t>흑백 모드 사용자</a:t>
            </a:r>
            <a:r>
              <a:rPr lang="en-US" altLang="ko-KR" dirty="0"/>
              <a:t>, </a:t>
            </a:r>
            <a:r>
              <a:rPr lang="ko-KR" altLang="en-US" dirty="0" err="1"/>
              <a:t>저시력</a:t>
            </a:r>
            <a:r>
              <a:rPr lang="ko-KR" altLang="en-US" dirty="0"/>
              <a:t> 사용자는 해당 정보만으로 입력서식을 찾기 어려움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색상이 아닌 다른 요소로 해당 영역을 구분할 수 있도록 수정해야 함</a:t>
            </a:r>
            <a:r>
              <a:rPr lang="en-US" altLang="ko-KR" dirty="0"/>
              <a:t>.</a:t>
            </a:r>
          </a:p>
          <a:p>
            <a:r>
              <a:rPr lang="en-US" altLang="ko-KR" dirty="0">
                <a:highlight>
                  <a:srgbClr val="FFFF00"/>
                </a:highlight>
              </a:rPr>
              <a:t>*</a:t>
            </a:r>
            <a:r>
              <a:rPr lang="ko-KR" altLang="en-US" dirty="0">
                <a:highlight>
                  <a:srgbClr val="FFFF00"/>
                </a:highlight>
              </a:rPr>
              <a:t>현재 해당 입력서식의 객체 정보가 없어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사용자는 입력하는 부분이라는 것을 알기 어려우므로</a:t>
            </a:r>
            <a:r>
              <a:rPr lang="en-US" altLang="ko-KR" dirty="0">
                <a:highlight>
                  <a:srgbClr val="FFFF00"/>
                </a:highlight>
              </a:rPr>
              <a:t>, input </a:t>
            </a:r>
            <a:r>
              <a:rPr lang="ko-KR" altLang="en-US" dirty="0">
                <a:highlight>
                  <a:srgbClr val="FFFF00"/>
                </a:highlight>
              </a:rPr>
              <a:t>태그로 함께 수정</a:t>
            </a:r>
            <a:r>
              <a:rPr lang="en-US" altLang="ko-KR" dirty="0">
                <a:highlight>
                  <a:srgbClr val="FFFF00"/>
                </a:highlight>
              </a:rPr>
              <a:t> </a:t>
            </a:r>
            <a:r>
              <a:rPr lang="ko-KR" altLang="en-US" dirty="0">
                <a:highlight>
                  <a:srgbClr val="FFFF00"/>
                </a:highlight>
              </a:rPr>
              <a:t>필요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해당 부분의 숫자를 </a:t>
            </a:r>
            <a:r>
              <a:rPr lang="ko-KR" altLang="en-US" dirty="0" err="1"/>
              <a:t>플레이스</a:t>
            </a:r>
            <a:r>
              <a:rPr lang="ko-KR" altLang="en-US" dirty="0"/>
              <a:t> 홀더와 동일하게 작성하지 않으면 다음 페이지로 넘어가지 않고 있음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그러나 이러한 정보를 화면상에서는 알기 어렵고 별다른 </a:t>
            </a:r>
            <a:r>
              <a:rPr lang="en-US" altLang="ko-KR" dirty="0">
                <a:highlight>
                  <a:srgbClr val="FFFF00"/>
                </a:highlight>
              </a:rPr>
              <a:t>alert</a:t>
            </a:r>
            <a:r>
              <a:rPr lang="ko-KR" altLang="en-US" dirty="0">
                <a:highlight>
                  <a:srgbClr val="FFFF00"/>
                </a:highlight>
              </a:rPr>
              <a:t>창을 제공하지 않으므로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사용자가 동일하게 작성할 수 있도록 설명 텍스트를 수정해야 </a:t>
            </a:r>
            <a:r>
              <a:rPr lang="ko-KR" altLang="en-US">
                <a:highlight>
                  <a:srgbClr val="FFFF00"/>
                </a:highlight>
              </a:rPr>
              <a:t>함</a:t>
            </a:r>
            <a:r>
              <a:rPr lang="en-US" altLang="ko-KR">
                <a:highlight>
                  <a:srgbClr val="FFFF00"/>
                </a:highlight>
              </a:rPr>
              <a:t>.</a:t>
            </a:r>
          </a:p>
          <a:p>
            <a:r>
              <a:rPr lang="en-US" altLang="ko-KR">
                <a:highlight>
                  <a:srgbClr val="FFFF00"/>
                </a:highlight>
              </a:rPr>
              <a:t>(20231113 - </a:t>
            </a:r>
            <a:r>
              <a:rPr lang="ko-KR" altLang="en-US">
                <a:highlight>
                  <a:srgbClr val="FFFF00"/>
                </a:highlight>
              </a:rPr>
              <a:t>추가 코멘트</a:t>
            </a:r>
            <a:r>
              <a:rPr lang="en-US" altLang="ko-KR">
                <a:highlight>
                  <a:srgbClr val="FFFF00"/>
                </a:highlight>
              </a:rPr>
              <a:t>) "3</a:t>
            </a:r>
            <a:r>
              <a:rPr lang="ko-KR" altLang="en-US">
                <a:highlight>
                  <a:srgbClr val="FFFF00"/>
                </a:highlight>
              </a:rPr>
              <a:t>단계 진입 시 오류 발생</a:t>
            </a:r>
            <a:r>
              <a:rPr lang="en-US" altLang="ko-KR">
                <a:highlight>
                  <a:srgbClr val="FFFF00"/>
                </a:highlight>
              </a:rPr>
              <a:t>"</a:t>
            </a:r>
            <a:r>
              <a:rPr lang="ko-KR" altLang="en-US">
                <a:highlight>
                  <a:srgbClr val="FFFF00"/>
                </a:highlight>
              </a:rPr>
              <a:t>하여 확인 불가</a:t>
            </a:r>
            <a:r>
              <a:rPr lang="en-US" altLang="ko-KR">
                <a:highlight>
                  <a:srgbClr val="FFFF00"/>
                </a:highlight>
              </a:rPr>
              <a:t>.</a:t>
            </a:r>
            <a:endParaRPr lang="en-US" altLang="ko-KR" dirty="0">
              <a:highlight>
                <a:srgbClr val="FFFF00"/>
              </a:highlight>
            </a:endParaRPr>
          </a:p>
          <a:p>
            <a:endParaRPr lang="en-US" altLang="ko-KR" dirty="0">
              <a:highlight>
                <a:srgbClr val="FFFF00"/>
              </a:highlight>
            </a:endParaRP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972678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웰스타로보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 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포트폴리오 가입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전문가포트폴리오가입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색에 무관한 인식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정보는 색에 관계없이 인식될 수 있어야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콘텐츠에서 제공하는 모든 정보는 특정한 색을 구별할 수 없는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흑백 디스플레이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흑백 인쇄물을 보는 사용자 및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고대비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모드 사용자가 인식할 수 있도록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xmlns="" id="{A4F047C7-9750-C387-A3F6-9032E7CCC4D7}"/>
              </a:ext>
            </a:extLst>
          </p:cNvPr>
          <p:cNvCxnSpPr>
            <a:cxnSpLocks/>
          </p:cNvCxnSpPr>
          <p:nvPr/>
        </p:nvCxnSpPr>
        <p:spPr>
          <a:xfrm>
            <a:off x="7152482" y="2898775"/>
            <a:ext cx="0" cy="221292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070D0CBE-FF92-1EC7-20F6-E44C4C52DE9F}"/>
              </a:ext>
            </a:extLst>
          </p:cNvPr>
          <p:cNvSpPr/>
          <p:nvPr/>
        </p:nvSpPr>
        <p:spPr>
          <a:xfrm flipV="1">
            <a:off x="6382917" y="3120066"/>
            <a:ext cx="1360907" cy="22637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4DB478C9-5435-E31E-7F8D-C0AB2BBCBC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2538" y="4733607"/>
            <a:ext cx="3263182" cy="135181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608D8BF-C78B-E52A-E2E4-6342B9970FA9}"/>
              </a:ext>
            </a:extLst>
          </p:cNvPr>
          <p:cNvSpPr txBox="1"/>
          <p:nvPr/>
        </p:nvSpPr>
        <p:spPr>
          <a:xfrm>
            <a:off x="632129" y="4551076"/>
            <a:ext cx="4104000" cy="211203"/>
          </a:xfrm>
          <a:prstGeom prst="rect">
            <a:avLst/>
          </a:prstGeom>
          <a:noFill/>
        </p:spPr>
        <p:txBody>
          <a:bodyPr wrap="square" lIns="0" tIns="0" rIns="0" bIns="72000" rtlCol="0">
            <a:spAutoFit/>
          </a:bodyPr>
          <a:lstStyle/>
          <a:p>
            <a:pPr algn="l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개선 방안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0D221897-57DD-137C-9F0A-2A3FD01F9B8F}"/>
              </a:ext>
            </a:extLst>
          </p:cNvPr>
          <p:cNvSpPr/>
          <p:nvPr/>
        </p:nvSpPr>
        <p:spPr>
          <a:xfrm>
            <a:off x="1821656" y="5512002"/>
            <a:ext cx="135732" cy="353531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E557640C-A3F3-144C-56ED-A225EEF8D5CE}"/>
              </a:ext>
            </a:extLst>
          </p:cNvPr>
          <p:cNvSpPr/>
          <p:nvPr/>
        </p:nvSpPr>
        <p:spPr>
          <a:xfrm>
            <a:off x="2190750" y="5512002"/>
            <a:ext cx="288132" cy="353531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C13F9C0A-DF8F-C733-F3E4-CC0983557B55}"/>
              </a:ext>
            </a:extLst>
          </p:cNvPr>
          <p:cNvSpPr txBox="1"/>
          <p:nvPr/>
        </p:nvSpPr>
        <p:spPr>
          <a:xfrm>
            <a:off x="1646351" y="5277446"/>
            <a:ext cx="2604880" cy="19581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72000" rtlCol="0">
            <a:spAutoFit/>
          </a:bodyPr>
          <a:lstStyle/>
          <a:p>
            <a:pPr algn="l"/>
            <a:r>
              <a:rPr lang="ko-KR" altLang="en-US" sz="800" dirty="0">
                <a:solidFill>
                  <a:srgbClr val="B62C1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아래의 입력 서식에 숫자를 동일하게 직접 입력해주세요</a:t>
            </a:r>
            <a:r>
              <a:rPr lang="en-US" altLang="ko-KR" sz="800" dirty="0">
                <a:solidFill>
                  <a:srgbClr val="B62C1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dirty="0">
              <a:solidFill>
                <a:srgbClr val="B62C1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6F025974-F007-8349-E615-5A122DE92744}"/>
              </a:ext>
            </a:extLst>
          </p:cNvPr>
          <p:cNvSpPr txBox="1"/>
          <p:nvPr/>
        </p:nvSpPr>
        <p:spPr>
          <a:xfrm>
            <a:off x="1782425" y="6288360"/>
            <a:ext cx="774251" cy="211203"/>
          </a:xfrm>
          <a:prstGeom prst="rect">
            <a:avLst/>
          </a:prstGeom>
          <a:noFill/>
        </p:spPr>
        <p:txBody>
          <a:bodyPr wrap="none" lIns="0" tIns="0" rIns="0" bIns="72000" rtlCol="0">
            <a:spAutoFit/>
          </a:bodyPr>
          <a:lstStyle/>
          <a:p>
            <a:pPr algn="l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input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으로 변경</a:t>
            </a: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xmlns="" id="{2E55B718-C276-A179-8180-9FFD78CFD4EE}"/>
              </a:ext>
            </a:extLst>
          </p:cNvPr>
          <p:cNvCxnSpPr>
            <a:cxnSpLocks/>
            <a:stCxn id="15" idx="2"/>
            <a:endCxn id="16" idx="2"/>
          </p:cNvCxnSpPr>
          <p:nvPr/>
        </p:nvCxnSpPr>
        <p:spPr>
          <a:xfrm rot="16200000" flipH="1">
            <a:off x="2112169" y="5642886"/>
            <a:ext cx="12700" cy="44529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xmlns="" id="{10C556B5-4FD2-C73F-E74E-E4F6C26C6C61}"/>
              </a:ext>
            </a:extLst>
          </p:cNvPr>
          <p:cNvCxnSpPr/>
          <p:nvPr/>
        </p:nvCxnSpPr>
        <p:spPr>
          <a:xfrm>
            <a:off x="2128043" y="6043230"/>
            <a:ext cx="0" cy="217625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F51EBD36-F8B9-796D-EF48-61F916AB99CA}"/>
              </a:ext>
            </a:extLst>
          </p:cNvPr>
          <p:cNvSpPr/>
          <p:nvPr/>
        </p:nvSpPr>
        <p:spPr>
          <a:xfrm flipV="1">
            <a:off x="1376363" y="5207156"/>
            <a:ext cx="2652712" cy="240237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xmlns="" id="{5EBBCC5D-2AC9-EE00-1B6D-319B61C602AE}"/>
              </a:ext>
            </a:extLst>
          </p:cNvPr>
          <p:cNvCxnSpPr>
            <a:cxnSpLocks/>
          </p:cNvCxnSpPr>
          <p:nvPr/>
        </p:nvCxnSpPr>
        <p:spPr>
          <a:xfrm flipH="1">
            <a:off x="4029075" y="5313542"/>
            <a:ext cx="321468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xmlns="" id="{59926A5F-0610-C959-52BC-0458AE083F98}"/>
              </a:ext>
            </a:extLst>
          </p:cNvPr>
          <p:cNvSpPr/>
          <p:nvPr/>
        </p:nvSpPr>
        <p:spPr>
          <a:xfrm flipV="1">
            <a:off x="6519862" y="3398367"/>
            <a:ext cx="171450" cy="22637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xmlns="" id="{2AD6DEDB-B06C-A439-475E-1B55E2CA5B85}"/>
              </a:ext>
            </a:extLst>
          </p:cNvPr>
          <p:cNvCxnSpPr>
            <a:cxnSpLocks/>
          </p:cNvCxnSpPr>
          <p:nvPr/>
        </p:nvCxnSpPr>
        <p:spPr>
          <a:xfrm flipV="1">
            <a:off x="6607969" y="3624748"/>
            <a:ext cx="0" cy="18796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xmlns="" id="{F6626096-8111-3019-1B26-3722CC8C0FBE}"/>
              </a:ext>
            </a:extLst>
          </p:cNvPr>
          <p:cNvSpPr/>
          <p:nvPr/>
        </p:nvSpPr>
        <p:spPr>
          <a:xfrm flipV="1">
            <a:off x="6822281" y="3398366"/>
            <a:ext cx="252412" cy="22637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xmlns="" id="{E0BBFFA5-44CD-9FD4-184B-5C5E0CBC867C}"/>
              </a:ext>
            </a:extLst>
          </p:cNvPr>
          <p:cNvCxnSpPr>
            <a:cxnSpLocks/>
          </p:cNvCxnSpPr>
          <p:nvPr/>
        </p:nvCxnSpPr>
        <p:spPr>
          <a:xfrm flipV="1">
            <a:off x="6955631" y="3624748"/>
            <a:ext cx="0" cy="18796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xmlns="" id="{14933A9F-284F-FC68-8DEC-5C645D75CFF5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0A3826C6-D1EE-30DC-B11E-132FA4F68964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455385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9DAFC278-1E13-0CAF-D0BC-97244DBE138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71380" y="2491104"/>
            <a:ext cx="2520000" cy="374904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843959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텍스트와 배경 간 명도 대비는 최소 </a:t>
            </a:r>
            <a:r>
              <a:rPr lang="en-US" altLang="ko-KR" dirty="0"/>
              <a:t>3:1 </a:t>
            </a:r>
            <a:r>
              <a:rPr lang="ko-KR" altLang="en-US" dirty="0"/>
              <a:t>이상으로 제공해야 </a:t>
            </a:r>
            <a:r>
              <a:rPr lang="ko-KR" altLang="en-US"/>
              <a:t>함</a:t>
            </a:r>
            <a:r>
              <a:rPr lang="en-US" altLang="ko-KR"/>
              <a:t>.</a:t>
            </a:r>
          </a:p>
          <a:p>
            <a:r>
              <a:rPr lang="en-US" altLang="ko-KR">
                <a:highlight>
                  <a:srgbClr val="FFFF00"/>
                </a:highlight>
              </a:rPr>
              <a:t>(20231113 - </a:t>
            </a:r>
            <a:r>
              <a:rPr lang="ko-KR" altLang="en-US">
                <a:highlight>
                  <a:srgbClr val="FFFF00"/>
                </a:highlight>
              </a:rPr>
              <a:t>추가 코멘트</a:t>
            </a:r>
            <a:r>
              <a:rPr lang="en-US" altLang="ko-KR">
                <a:highlight>
                  <a:srgbClr val="FFFF00"/>
                </a:highlight>
              </a:rPr>
              <a:t>) "3</a:t>
            </a:r>
            <a:r>
              <a:rPr lang="ko-KR" altLang="en-US">
                <a:highlight>
                  <a:srgbClr val="FFFF00"/>
                </a:highlight>
              </a:rPr>
              <a:t>단계 진입 시 오류 발생</a:t>
            </a:r>
            <a:r>
              <a:rPr lang="en-US" altLang="ko-KR">
                <a:highlight>
                  <a:srgbClr val="FFFF00"/>
                </a:highlight>
              </a:rPr>
              <a:t>"</a:t>
            </a:r>
            <a:r>
              <a:rPr lang="ko-KR" altLang="en-US">
                <a:highlight>
                  <a:srgbClr val="FFFF00"/>
                </a:highlight>
              </a:rPr>
              <a:t>하여 확인 불가</a:t>
            </a:r>
            <a:r>
              <a:rPr lang="en-US" altLang="ko-KR">
                <a:highlight>
                  <a:srgbClr val="FFFF00"/>
                </a:highlight>
              </a:rPr>
              <a:t>.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03556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웰스타로보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 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포트폴리오 가입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전문가포트폴리오가입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명도 대비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사용자 인터페이스 컴포넌트와 텍스트는 전경색과 배경색이 구분될 수 있도록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사용자 인터페이스 컴포넌트와 텍스트는 전경색과 배경색이 구분될 수 있도록 명도 대비를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3:1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이상으로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BDE1CE57-9D3E-B1E1-8199-67C35B27B687}"/>
              </a:ext>
            </a:extLst>
          </p:cNvPr>
          <p:cNvSpPr/>
          <p:nvPr/>
        </p:nvSpPr>
        <p:spPr>
          <a:xfrm flipV="1">
            <a:off x="6534150" y="4139244"/>
            <a:ext cx="171450" cy="22637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xmlns="" id="{A4F047C7-9750-C387-A3F6-9032E7CCC4D7}"/>
              </a:ext>
            </a:extLst>
          </p:cNvPr>
          <p:cNvCxnSpPr>
            <a:cxnSpLocks/>
          </p:cNvCxnSpPr>
          <p:nvPr/>
        </p:nvCxnSpPr>
        <p:spPr>
          <a:xfrm flipV="1">
            <a:off x="6622257" y="4365625"/>
            <a:ext cx="0" cy="18796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1822C386-70BC-3782-43D7-684664E30C9C}"/>
              </a:ext>
            </a:extLst>
          </p:cNvPr>
          <p:cNvSpPr/>
          <p:nvPr/>
        </p:nvSpPr>
        <p:spPr>
          <a:xfrm flipV="1">
            <a:off x="6836569" y="4139243"/>
            <a:ext cx="252412" cy="22637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xmlns="" id="{B38A93F0-25E8-A5F9-035B-57BE3A2E9927}"/>
              </a:ext>
            </a:extLst>
          </p:cNvPr>
          <p:cNvCxnSpPr>
            <a:cxnSpLocks/>
          </p:cNvCxnSpPr>
          <p:nvPr/>
        </p:nvCxnSpPr>
        <p:spPr>
          <a:xfrm flipV="1">
            <a:off x="6969919" y="4365625"/>
            <a:ext cx="0" cy="18796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80092168-043B-866A-38AC-2837B5B87CE4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4960449" y="1055077"/>
            <a:ext cx="5565531" cy="5292970"/>
          </a:xfrm>
          <a:prstGeom prst="ellipse">
            <a:avLst/>
          </a:prstGeom>
          <a:solidFill>
            <a:srgbClr val="FFFF00">
              <a:alpha val="56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err="1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퍼블수정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020296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C60C11A9-BBED-7A32-BC04-3841AD4D085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71380" y="2491104"/>
            <a:ext cx="2520000" cy="374904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1315883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선택된 요소에 대한 선택됨 정보를 제공해야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title="</a:t>
            </a:r>
            <a:r>
              <a:rPr lang="ko-KR" altLang="en-US" dirty="0"/>
              <a:t>선택됨</a:t>
            </a:r>
            <a:r>
              <a:rPr lang="en-US" altLang="ko-KR" dirty="0"/>
              <a:t>" </a:t>
            </a:r>
            <a:r>
              <a:rPr lang="ko-KR" altLang="en-US" dirty="0"/>
              <a:t>또는 </a:t>
            </a:r>
            <a:r>
              <a:rPr lang="en-US" altLang="ko-KR" dirty="0"/>
              <a:t>aria-selected="</a:t>
            </a:r>
            <a:r>
              <a:rPr lang="en-US" altLang="ko-KR"/>
              <a:t>true"</a:t>
            </a:r>
          </a:p>
          <a:p>
            <a:r>
              <a:rPr lang="en-US" altLang="ko-KR">
                <a:highlight>
                  <a:srgbClr val="FFFF00"/>
                </a:highlight>
              </a:rPr>
              <a:t>(20231113 - </a:t>
            </a:r>
            <a:r>
              <a:rPr lang="ko-KR" altLang="en-US">
                <a:highlight>
                  <a:srgbClr val="FFFF00"/>
                </a:highlight>
              </a:rPr>
              <a:t>추가 코멘트</a:t>
            </a:r>
            <a:r>
              <a:rPr lang="en-US" altLang="ko-KR">
                <a:highlight>
                  <a:srgbClr val="FFFF00"/>
                </a:highlight>
              </a:rPr>
              <a:t>) "3</a:t>
            </a:r>
            <a:r>
              <a:rPr lang="ko-KR" altLang="en-US">
                <a:highlight>
                  <a:srgbClr val="FFFF00"/>
                </a:highlight>
              </a:rPr>
              <a:t>단계 진입 시 오류 발생</a:t>
            </a:r>
            <a:r>
              <a:rPr lang="en-US" altLang="ko-KR">
                <a:highlight>
                  <a:srgbClr val="FFFF00"/>
                </a:highlight>
              </a:rPr>
              <a:t>"</a:t>
            </a:r>
            <a:r>
              <a:rPr lang="ko-KR" altLang="en-US">
                <a:highlight>
                  <a:srgbClr val="FFFF00"/>
                </a:highlight>
              </a:rPr>
              <a:t>하여 확인 불가</a:t>
            </a:r>
            <a:r>
              <a:rPr lang="en-US" altLang="ko-KR">
                <a:highlight>
                  <a:srgbClr val="FFFF00"/>
                </a:highlight>
              </a:rPr>
              <a:t>.</a:t>
            </a:r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89292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웰스타로보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 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포트폴리오 가입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전문가포트폴리오가입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1822C386-70BC-3782-43D7-684664E30C9C}"/>
              </a:ext>
            </a:extLst>
          </p:cNvPr>
          <p:cNvSpPr/>
          <p:nvPr/>
        </p:nvSpPr>
        <p:spPr>
          <a:xfrm flipV="1">
            <a:off x="5971380" y="4309723"/>
            <a:ext cx="2520000" cy="54899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xmlns="" id="{83CEBD1D-3853-C04B-4C67-DDB018C08478}"/>
              </a:ext>
            </a:extLst>
          </p:cNvPr>
          <p:cNvCxnSpPr/>
          <p:nvPr/>
        </p:nvCxnSpPr>
        <p:spPr>
          <a:xfrm>
            <a:off x="7221538" y="4064136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B43B33E1-F91E-15DC-56BF-625BA6BE3FF2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0A3826C6-D1EE-30DC-B11E-132FA4F68964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714521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2E80F150-A34E-3189-1F3A-304852ACE5E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71380" y="2491103"/>
            <a:ext cx="2520000" cy="374904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1736511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숫자 입력 버튼에 대한 레이블을 제공하지 않아</a:t>
            </a:r>
            <a:r>
              <a:rPr lang="en-US" altLang="ko-KR" dirty="0"/>
              <a:t>, </a:t>
            </a:r>
            <a:r>
              <a:rPr lang="ko-KR" altLang="en-US" dirty="0"/>
              <a:t>어떤 숫자의 버튼인지 알기 어려움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레이블을 제공하여 구분할 수 있도록 해야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title="1"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숫자 </a:t>
            </a:r>
            <a:r>
              <a:rPr lang="ko-KR" altLang="en-US" dirty="0" err="1">
                <a:highlight>
                  <a:srgbClr val="FFFF00"/>
                </a:highlight>
              </a:rPr>
              <a:t>키패드</a:t>
            </a:r>
            <a:r>
              <a:rPr lang="ko-KR" altLang="en-US" dirty="0">
                <a:highlight>
                  <a:srgbClr val="FFFF00"/>
                </a:highlight>
              </a:rPr>
              <a:t> 공통 </a:t>
            </a:r>
            <a:r>
              <a:rPr lang="ko-KR" altLang="en-US">
                <a:highlight>
                  <a:srgbClr val="FFFF00"/>
                </a:highlight>
              </a:rPr>
              <a:t>오류</a:t>
            </a:r>
            <a:r>
              <a:rPr lang="en-US" altLang="ko-KR">
                <a:highlight>
                  <a:srgbClr val="FFFF00"/>
                </a:highlight>
              </a:rPr>
              <a:t>.</a:t>
            </a:r>
          </a:p>
          <a:p>
            <a:r>
              <a:rPr lang="en-US" altLang="ko-KR">
                <a:highlight>
                  <a:srgbClr val="FFFF00"/>
                </a:highlight>
              </a:rPr>
              <a:t>(20231113 - </a:t>
            </a:r>
            <a:r>
              <a:rPr lang="ko-KR" altLang="en-US">
                <a:highlight>
                  <a:srgbClr val="FFFF00"/>
                </a:highlight>
              </a:rPr>
              <a:t>추가 코멘트</a:t>
            </a:r>
            <a:r>
              <a:rPr lang="en-US" altLang="ko-KR">
                <a:highlight>
                  <a:srgbClr val="FFFF00"/>
                </a:highlight>
              </a:rPr>
              <a:t>) "3</a:t>
            </a:r>
            <a:r>
              <a:rPr lang="ko-KR" altLang="en-US">
                <a:highlight>
                  <a:srgbClr val="FFFF00"/>
                </a:highlight>
              </a:rPr>
              <a:t>단계 진입 시 오류 발생</a:t>
            </a:r>
            <a:r>
              <a:rPr lang="en-US" altLang="ko-KR">
                <a:highlight>
                  <a:srgbClr val="FFFF00"/>
                </a:highlight>
              </a:rPr>
              <a:t>"</a:t>
            </a:r>
            <a:r>
              <a:rPr lang="ko-KR" altLang="en-US">
                <a:highlight>
                  <a:srgbClr val="FFFF00"/>
                </a:highlight>
              </a:rPr>
              <a:t>하여 확인 불가</a:t>
            </a:r>
            <a:r>
              <a:rPr lang="en-US" altLang="ko-KR">
                <a:highlight>
                  <a:srgbClr val="FFFF00"/>
                </a:highlight>
              </a:rPr>
              <a:t>.</a:t>
            </a:r>
            <a:endParaRPr lang="en-US" altLang="ko-KR" dirty="0">
              <a:highlight>
                <a:srgbClr val="FFFF00"/>
              </a:highlight>
            </a:endParaRP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웰스타로보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 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포트폴리오 가입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전문가포트폴리오가입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xmlns="" id="{83CEBD1D-3853-C04B-4C67-DDB018C08478}"/>
              </a:ext>
            </a:extLst>
          </p:cNvPr>
          <p:cNvCxnSpPr/>
          <p:nvPr/>
        </p:nvCxnSpPr>
        <p:spPr>
          <a:xfrm>
            <a:off x="7221538" y="4064136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xmlns="" id="{7F14214B-AEF9-CDA1-8399-99E2C1390CFB}"/>
              </a:ext>
            </a:extLst>
          </p:cNvPr>
          <p:cNvSpPr/>
          <p:nvPr/>
        </p:nvSpPr>
        <p:spPr>
          <a:xfrm flipV="1">
            <a:off x="5971380" y="4309722"/>
            <a:ext cx="2519993" cy="1524196"/>
          </a:xfrm>
          <a:custGeom>
            <a:avLst/>
            <a:gdLst>
              <a:gd name="connsiteX0" fmla="*/ 1 w 2519993"/>
              <a:gd name="connsiteY0" fmla="*/ 1524196 h 1524196"/>
              <a:gd name="connsiteX1" fmla="*/ 1925007 w 2519993"/>
              <a:gd name="connsiteY1" fmla="*/ 1524196 h 1524196"/>
              <a:gd name="connsiteX2" fmla="*/ 1925007 w 2519993"/>
              <a:gd name="connsiteY2" fmla="*/ 1061487 h 1524196"/>
              <a:gd name="connsiteX3" fmla="*/ 2519993 w 2519993"/>
              <a:gd name="connsiteY3" fmla="*/ 1061487 h 1524196"/>
              <a:gd name="connsiteX4" fmla="*/ 2519993 w 2519993"/>
              <a:gd name="connsiteY4" fmla="*/ 502502 h 1524196"/>
              <a:gd name="connsiteX5" fmla="*/ 2519993 w 2519993"/>
              <a:gd name="connsiteY5" fmla="*/ 0 h 1524196"/>
              <a:gd name="connsiteX6" fmla="*/ 594987 w 2519993"/>
              <a:gd name="connsiteY6" fmla="*/ 0 h 1524196"/>
              <a:gd name="connsiteX7" fmla="*/ 594987 w 2519993"/>
              <a:gd name="connsiteY7" fmla="*/ 502502 h 1524196"/>
              <a:gd name="connsiteX8" fmla="*/ 0 w 2519993"/>
              <a:gd name="connsiteY8" fmla="*/ 502502 h 1524196"/>
              <a:gd name="connsiteX9" fmla="*/ 0 w 2519993"/>
              <a:gd name="connsiteY9" fmla="*/ 1061487 h 1524196"/>
              <a:gd name="connsiteX10" fmla="*/ 1 w 2519993"/>
              <a:gd name="connsiteY10" fmla="*/ 1061487 h 152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19993" h="1524196">
                <a:moveTo>
                  <a:pt x="1" y="1524196"/>
                </a:moveTo>
                <a:lnTo>
                  <a:pt x="1925007" y="1524196"/>
                </a:lnTo>
                <a:lnTo>
                  <a:pt x="1925007" y="1061487"/>
                </a:lnTo>
                <a:lnTo>
                  <a:pt x="2519993" y="1061487"/>
                </a:lnTo>
                <a:lnTo>
                  <a:pt x="2519993" y="502502"/>
                </a:lnTo>
                <a:lnTo>
                  <a:pt x="2519993" y="0"/>
                </a:lnTo>
                <a:lnTo>
                  <a:pt x="594987" y="0"/>
                </a:lnTo>
                <a:lnTo>
                  <a:pt x="594987" y="502502"/>
                </a:lnTo>
                <a:lnTo>
                  <a:pt x="0" y="502502"/>
                </a:lnTo>
                <a:lnTo>
                  <a:pt x="0" y="1061487"/>
                </a:lnTo>
                <a:lnTo>
                  <a:pt x="1" y="1061487"/>
                </a:lnTo>
                <a:close/>
              </a:path>
            </a:pathLst>
          </a:cu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08A17642-D4BD-8813-1F7D-990568A626CC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AD70754C-9E15-5423-6D48-73A16BB5B740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312281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2E80F150-A34E-3189-1F3A-304852ACE5E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71380" y="2491103"/>
            <a:ext cx="2520000" cy="374904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108133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사용하지 않는 장식용 요소에는 초점이 진입하지 않도록 해야 함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숫자 </a:t>
            </a:r>
            <a:r>
              <a:rPr lang="ko-KR" altLang="en-US" dirty="0" err="1">
                <a:highlight>
                  <a:srgbClr val="FFFF00"/>
                </a:highlight>
              </a:rPr>
              <a:t>키패드</a:t>
            </a:r>
            <a:r>
              <a:rPr lang="ko-KR" altLang="en-US" dirty="0">
                <a:highlight>
                  <a:srgbClr val="FFFF00"/>
                </a:highlight>
              </a:rPr>
              <a:t> 공통 오류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  <a:endParaRPr lang="en-US" altLang="ko-KR" dirty="0"/>
          </a:p>
          <a:p>
            <a:r>
              <a:rPr lang="en-US" altLang="ko-KR">
                <a:highlight>
                  <a:srgbClr val="FFFF00"/>
                </a:highlight>
              </a:rPr>
              <a:t>(20231113 - </a:t>
            </a:r>
            <a:r>
              <a:rPr lang="ko-KR" altLang="en-US">
                <a:highlight>
                  <a:srgbClr val="FFFF00"/>
                </a:highlight>
              </a:rPr>
              <a:t>추가 코멘트</a:t>
            </a:r>
            <a:r>
              <a:rPr lang="en-US" altLang="ko-KR">
                <a:highlight>
                  <a:srgbClr val="FFFF00"/>
                </a:highlight>
              </a:rPr>
              <a:t>) "3</a:t>
            </a:r>
            <a:r>
              <a:rPr lang="ko-KR" altLang="en-US">
                <a:highlight>
                  <a:srgbClr val="FFFF00"/>
                </a:highlight>
              </a:rPr>
              <a:t>단계 진입 시 오류 발생</a:t>
            </a:r>
            <a:r>
              <a:rPr lang="en-US" altLang="ko-KR">
                <a:highlight>
                  <a:srgbClr val="FFFF00"/>
                </a:highlight>
              </a:rPr>
              <a:t>"</a:t>
            </a:r>
            <a:r>
              <a:rPr lang="ko-KR" altLang="en-US">
                <a:highlight>
                  <a:srgbClr val="FFFF00"/>
                </a:highlight>
              </a:rPr>
              <a:t>하여 확인 불가</a:t>
            </a:r>
            <a:r>
              <a:rPr lang="en-US" altLang="ko-KR">
                <a:highlight>
                  <a:srgbClr val="FFFF00"/>
                </a:highlight>
              </a:rPr>
              <a:t>.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웰스타로보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 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포트폴리오 가입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전문가포트폴리오가입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1822C386-70BC-3782-43D7-684664E30C9C}"/>
              </a:ext>
            </a:extLst>
          </p:cNvPr>
          <p:cNvSpPr/>
          <p:nvPr/>
        </p:nvSpPr>
        <p:spPr>
          <a:xfrm flipV="1">
            <a:off x="7873141" y="4309722"/>
            <a:ext cx="618218" cy="46375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xmlns="" id="{83CEBD1D-3853-C04B-4C67-DDB018C08478}"/>
              </a:ext>
            </a:extLst>
          </p:cNvPr>
          <p:cNvCxnSpPr/>
          <p:nvPr/>
        </p:nvCxnSpPr>
        <p:spPr>
          <a:xfrm>
            <a:off x="6280489" y="5037945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4827ECB7-E821-07B9-6E90-7E3BD0459FA5}"/>
              </a:ext>
            </a:extLst>
          </p:cNvPr>
          <p:cNvSpPr/>
          <p:nvPr/>
        </p:nvSpPr>
        <p:spPr>
          <a:xfrm flipV="1">
            <a:off x="5971380" y="5283532"/>
            <a:ext cx="618218" cy="46375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xmlns="" id="{51B7C0C6-BE92-557E-DBD5-A2EE0B4EF4E4}"/>
              </a:ext>
            </a:extLst>
          </p:cNvPr>
          <p:cNvCxnSpPr/>
          <p:nvPr/>
        </p:nvCxnSpPr>
        <p:spPr>
          <a:xfrm>
            <a:off x="8173829" y="4064136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xmlns="" id="{F794B956-E9F7-9D75-FFB2-5B72379B3D47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솔루</a:t>
            </a:r>
            <a:r>
              <a:rPr lang="ko-KR" altLang="en-US" sz="5400" dirty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션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903367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1869881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숨겨진 요소를 </a:t>
            </a:r>
            <a:r>
              <a:rPr lang="en-US" altLang="ko-KR" dirty="0"/>
              <a:t>CSS</a:t>
            </a:r>
            <a:r>
              <a:rPr lang="ko-KR" altLang="en-US" dirty="0"/>
              <a:t>의 </a:t>
            </a:r>
            <a:r>
              <a:rPr lang="en-US" altLang="ko-KR" dirty="0" err="1"/>
              <a:t>display:none</a:t>
            </a:r>
            <a:r>
              <a:rPr lang="en-US" altLang="ko-KR" dirty="0"/>
              <a:t>, </a:t>
            </a:r>
            <a:r>
              <a:rPr lang="en-US" altLang="ko-KR" dirty="0" err="1"/>
              <a:t>visibility:hidden</a:t>
            </a:r>
            <a:r>
              <a:rPr lang="en-US" altLang="ko-KR" dirty="0"/>
              <a:t> </a:t>
            </a:r>
            <a:r>
              <a:rPr lang="ko-KR" altLang="en-US" dirty="0"/>
              <a:t>속성 또는 </a:t>
            </a:r>
            <a:r>
              <a:rPr lang="en-US" altLang="ko-KR" dirty="0"/>
              <a:t>HTML</a:t>
            </a:r>
            <a:r>
              <a:rPr lang="ko-KR" altLang="en-US" dirty="0"/>
              <a:t>의 </a:t>
            </a:r>
            <a:r>
              <a:rPr lang="en-US" altLang="ko-KR" dirty="0"/>
              <a:t>aria-hidden </a:t>
            </a:r>
            <a:r>
              <a:rPr lang="ko-KR" altLang="en-US" dirty="0"/>
              <a:t>속성을 사용하지 않고 </a:t>
            </a:r>
            <a:r>
              <a:rPr lang="en-US" altLang="ko-KR" dirty="0"/>
              <a:t>opacity, position </a:t>
            </a:r>
            <a:r>
              <a:rPr lang="ko-KR" altLang="en-US" dirty="0"/>
              <a:t>등을 통해 위치</a:t>
            </a:r>
            <a:r>
              <a:rPr lang="en-US" altLang="ko-KR" dirty="0"/>
              <a:t>/</a:t>
            </a:r>
            <a:r>
              <a:rPr lang="ko-KR" altLang="en-US" dirty="0"/>
              <a:t>시각적으로만 숨겨두어 모바일 스크린 리더에서 숨겨진 요소에 초점이 접근되고 </a:t>
            </a:r>
            <a:r>
              <a:rPr lang="ko-KR" altLang="en-US"/>
              <a:t>있음</a:t>
            </a:r>
            <a:r>
              <a:rPr lang="en-US" altLang="ko-KR"/>
              <a:t>.</a:t>
            </a:r>
          </a:p>
          <a:p>
            <a:r>
              <a:rPr lang="en-US" altLang="ko-KR">
                <a:highlight>
                  <a:srgbClr val="FFFF00"/>
                </a:highlight>
              </a:rPr>
              <a:t>(20231113 - </a:t>
            </a:r>
            <a:r>
              <a:rPr lang="ko-KR" altLang="en-US">
                <a:highlight>
                  <a:srgbClr val="FFFF00"/>
                </a:highlight>
              </a:rPr>
              <a:t>추가 코멘트</a:t>
            </a:r>
            <a:r>
              <a:rPr lang="en-US" altLang="ko-KR">
                <a:highlight>
                  <a:srgbClr val="FFFF00"/>
                </a:highlight>
              </a:rPr>
              <a:t>) "3</a:t>
            </a:r>
            <a:r>
              <a:rPr lang="ko-KR" altLang="en-US">
                <a:highlight>
                  <a:srgbClr val="FFFF00"/>
                </a:highlight>
              </a:rPr>
              <a:t>단계 진입 시 오류 발생</a:t>
            </a:r>
            <a:r>
              <a:rPr lang="en-US" altLang="ko-KR">
                <a:highlight>
                  <a:srgbClr val="FFFF00"/>
                </a:highlight>
              </a:rPr>
              <a:t>"</a:t>
            </a:r>
            <a:r>
              <a:rPr lang="ko-KR" altLang="en-US">
                <a:highlight>
                  <a:srgbClr val="FFFF00"/>
                </a:highlight>
              </a:rPr>
              <a:t>하여 확인 불가</a:t>
            </a:r>
            <a:r>
              <a:rPr lang="en-US" altLang="ko-KR">
                <a:highlight>
                  <a:srgbClr val="FFFF00"/>
                </a:highlight>
              </a:rPr>
              <a:t>.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01505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웰스타로보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 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포트폴리오 가입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전문가포트폴리오가입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(6</a:t>
                      </a:r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7.2.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화면에서 보이지 않거나 논리적으로 의미를 갖지 않는 사용자 인터페이스 컴포넌트로 이동하지 않도록 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4C110E62-ED77-0156-DB3A-9297727DE07D}"/>
              </a:ext>
            </a:extLst>
          </p:cNvPr>
          <p:cNvGrpSpPr/>
          <p:nvPr/>
        </p:nvGrpSpPr>
        <p:grpSpPr>
          <a:xfrm>
            <a:off x="5168900" y="3137746"/>
            <a:ext cx="1900493" cy="2827391"/>
            <a:chOff x="5971380" y="2491103"/>
            <a:chExt cx="2520000" cy="374904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xmlns="" id="{3C5236CF-009B-C9AF-66F8-4DFCD51577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971380" y="2491103"/>
              <a:ext cx="2520000" cy="3749042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xmlns="" id="{1822C386-70BC-3782-43D7-684664E30C9C}"/>
                </a:ext>
              </a:extLst>
            </p:cNvPr>
            <p:cNvSpPr/>
            <p:nvPr/>
          </p:nvSpPr>
          <p:spPr>
            <a:xfrm flipV="1">
              <a:off x="5971381" y="3692502"/>
              <a:ext cx="429420" cy="371634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xmlns="" id="{83CEBD1D-3853-C04B-4C67-DDB018C08478}"/>
              </a:ext>
            </a:extLst>
          </p:cNvPr>
          <p:cNvCxnSpPr/>
          <p:nvPr/>
        </p:nvCxnSpPr>
        <p:spPr>
          <a:xfrm>
            <a:off x="5295920" y="3798210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0A9A32B1-855F-ED71-B3A9-6B20CC0A464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1"/>
          <a:stretch/>
        </p:blipFill>
        <p:spPr>
          <a:xfrm>
            <a:off x="7373375" y="3137746"/>
            <a:ext cx="1900800" cy="282988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BF26AA5A-9233-C198-6B6D-35C6D39869AC}"/>
              </a:ext>
            </a:extLst>
          </p:cNvPr>
          <p:cNvSpPr/>
          <p:nvPr/>
        </p:nvSpPr>
        <p:spPr>
          <a:xfrm flipV="1">
            <a:off x="7373375" y="4421901"/>
            <a:ext cx="307585" cy="27201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xmlns="" id="{2650BBD4-783F-3EE1-A32F-2DA2E6061166}"/>
              </a:ext>
            </a:extLst>
          </p:cNvPr>
          <p:cNvCxnSpPr/>
          <p:nvPr/>
        </p:nvCxnSpPr>
        <p:spPr>
          <a:xfrm>
            <a:off x="7520960" y="4176314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7E057532-2E72-7BED-BFD7-057E51B9D03A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AD70754C-9E15-5423-6D48-73A16BB5B740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357477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xmlns="" id="{21B64409-DE3F-5B3F-D367-5199542886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6" y="2740062"/>
            <a:ext cx="2520000" cy="355686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108133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선택된 요소에 대한 선택됨 정보를 제공해야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title="</a:t>
            </a:r>
            <a:r>
              <a:rPr lang="ko-KR" altLang="en-US" dirty="0"/>
              <a:t>선택됨</a:t>
            </a:r>
            <a:r>
              <a:rPr lang="en-US" altLang="ko-KR" dirty="0"/>
              <a:t>" </a:t>
            </a:r>
            <a:r>
              <a:rPr lang="ko-KR" altLang="en-US" dirty="0"/>
              <a:t>또는 </a:t>
            </a:r>
            <a:r>
              <a:rPr lang="en-US" altLang="ko-KR" dirty="0"/>
              <a:t>aria-selected="true"</a:t>
            </a:r>
          </a:p>
          <a:p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615507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웰스타로보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 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서비스안내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서비스안내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EE0A2FEB-4E38-A34C-B499-995A30C59F2E}"/>
              </a:ext>
            </a:extLst>
          </p:cNvPr>
          <p:cNvSpPr/>
          <p:nvPr/>
        </p:nvSpPr>
        <p:spPr>
          <a:xfrm>
            <a:off x="5848350" y="2673350"/>
            <a:ext cx="2717800" cy="48260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DEEA7467-C122-76A9-C1B5-59427B82C25A}"/>
              </a:ext>
            </a:extLst>
          </p:cNvPr>
          <p:cNvCxnSpPr/>
          <p:nvPr/>
        </p:nvCxnSpPr>
        <p:spPr>
          <a:xfrm>
            <a:off x="6026150" y="2494475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82DDBB00-2800-D9A2-396B-9FFF67349A82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860569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웹 페이지이(가) 표시된 사진&#10;&#10;자동 생성된 설명">
            <a:extLst>
              <a:ext uri="{FF2B5EF4-FFF2-40B4-BE49-F238E27FC236}">
                <a16:creationId xmlns:a16="http://schemas.microsoft.com/office/drawing/2014/main" xmlns="" id="{B41B4A60-5728-DB98-5934-B4553D7DEF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4269" y="2452353"/>
            <a:ext cx="2374537" cy="398044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1450664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이미지에 대한 대체 텍스트를 제공하지 않음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이미지가 전달하고자 하는 정보와 동일한</a:t>
            </a:r>
            <a:r>
              <a:rPr lang="en-US" altLang="ko-KR" dirty="0"/>
              <a:t> </a:t>
            </a:r>
            <a:r>
              <a:rPr lang="ko-KR" altLang="en-US" dirty="0"/>
              <a:t>설명을 대체 텍스트로 제공해야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</a:t>
            </a:r>
            <a:r>
              <a:rPr lang="ko-KR" altLang="en-US" dirty="0" err="1"/>
              <a:t>모바일뱅킹</a:t>
            </a:r>
            <a:r>
              <a:rPr lang="ko-KR" altLang="en-US" dirty="0"/>
              <a:t> 실행 다음 간편결제 클릭 </a:t>
            </a:r>
            <a:r>
              <a:rPr lang="en-US" altLang="ko-KR" dirty="0"/>
              <a:t>-&gt;</a:t>
            </a:r>
            <a:r>
              <a:rPr lang="en-US" altLang="ko-KR" dirty="0">
                <a:highlight>
                  <a:srgbClr val="FFFF00"/>
                </a:highlight>
              </a:rPr>
              <a:t> </a:t>
            </a:r>
            <a:r>
              <a:rPr lang="ko-KR" altLang="en-US" dirty="0" err="1">
                <a:highlight>
                  <a:srgbClr val="FFFF00"/>
                </a:highlight>
              </a:rPr>
              <a:t>모바일뱅킹</a:t>
            </a:r>
            <a:r>
              <a:rPr lang="ko-KR" altLang="en-US" dirty="0">
                <a:highlight>
                  <a:srgbClr val="FFFF00"/>
                </a:highlight>
              </a:rPr>
              <a:t> 실행 이후 간편결제 클릭 후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우측 상단 </a:t>
            </a:r>
            <a:r>
              <a:rPr lang="ko-KR" altLang="en-US" dirty="0" err="1">
                <a:highlight>
                  <a:srgbClr val="FFFF00"/>
                </a:highlight>
              </a:rPr>
              <a:t>썸패스</a:t>
            </a:r>
            <a:r>
              <a:rPr lang="ko-KR" altLang="en-US" dirty="0">
                <a:highlight>
                  <a:srgbClr val="FFFF00"/>
                </a:highlight>
              </a:rPr>
              <a:t> 클릭</a:t>
            </a:r>
            <a:endParaRPr lang="en-US" altLang="ko-KR" dirty="0">
              <a:highlight>
                <a:srgbClr val="FFFF00"/>
              </a:highlight>
            </a:endParaRP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66073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간편결제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썸패스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EE0A2FEB-4E38-A34C-B499-995A30C59F2E}"/>
              </a:ext>
            </a:extLst>
          </p:cNvPr>
          <p:cNvSpPr/>
          <p:nvPr/>
        </p:nvSpPr>
        <p:spPr>
          <a:xfrm>
            <a:off x="6107430" y="2946399"/>
            <a:ext cx="2183130" cy="348639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DEEA7467-C122-76A9-C1B5-59427B82C25A}"/>
              </a:ext>
            </a:extLst>
          </p:cNvPr>
          <p:cNvCxnSpPr/>
          <p:nvPr/>
        </p:nvCxnSpPr>
        <p:spPr>
          <a:xfrm>
            <a:off x="7931150" y="2700812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xmlns="" id="{77F1C59A-CA0D-10AC-7EF4-F8BB92C4B128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07972AFB-EED3-7E3E-30D5-604B77C4AD4E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942049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3A2978F-8876-1D74-DD06-6ADE261F544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9972" y="2452353"/>
            <a:ext cx="2183131" cy="397214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2239213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스크린 리더 사용 시</a:t>
            </a:r>
            <a:r>
              <a:rPr lang="en-US" altLang="ko-KR" dirty="0"/>
              <a:t>, </a:t>
            </a:r>
            <a:r>
              <a:rPr lang="ko-KR" altLang="en-US" dirty="0"/>
              <a:t>스크롤의 위치를 인식하지 못해</a:t>
            </a:r>
            <a:r>
              <a:rPr lang="en-US" altLang="ko-KR" dirty="0"/>
              <a:t>, </a:t>
            </a:r>
            <a:r>
              <a:rPr lang="ko-KR" altLang="en-US" dirty="0"/>
              <a:t>해당 위치의 스크롤로 이동했을 때 내용이 나오도록 되어 있어</a:t>
            </a:r>
            <a:r>
              <a:rPr lang="en-US" altLang="ko-KR" dirty="0"/>
              <a:t>, </a:t>
            </a:r>
            <a:r>
              <a:rPr lang="ko-KR" altLang="en-US" dirty="0"/>
              <a:t>스크린 리더 사용자들은 시각적으로 내용을 확인할 수 없음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가맹점 안내 탭 콘텐츠 동일 </a:t>
            </a:r>
            <a:r>
              <a:rPr lang="ko-KR" altLang="en-US">
                <a:highlight>
                  <a:srgbClr val="FFFF00"/>
                </a:highlight>
              </a:rPr>
              <a:t>오류</a:t>
            </a:r>
            <a:r>
              <a:rPr lang="en-US" altLang="ko-KR">
                <a:highlight>
                  <a:srgbClr val="FFFF00"/>
                </a:highlight>
              </a:rPr>
              <a:t>.</a:t>
            </a:r>
          </a:p>
          <a:p>
            <a:r>
              <a:rPr lang="en-US" altLang="ko-KR">
                <a:highlight>
                  <a:srgbClr val="FFFF00"/>
                </a:highlight>
              </a:rPr>
              <a:t>(20231113 - </a:t>
            </a:r>
            <a:r>
              <a:rPr lang="ko-KR" altLang="en-US">
                <a:highlight>
                  <a:srgbClr val="FFFF00"/>
                </a:highlight>
              </a:rPr>
              <a:t>추가 코멘트</a:t>
            </a:r>
            <a:r>
              <a:rPr lang="en-US" altLang="ko-KR">
                <a:highlight>
                  <a:srgbClr val="FFFF00"/>
                </a:highlight>
              </a:rPr>
              <a:t>) </a:t>
            </a:r>
            <a:r>
              <a:rPr lang="ko-KR" altLang="en-US">
                <a:highlight>
                  <a:srgbClr val="FFFF00"/>
                </a:highlight>
              </a:rPr>
              <a:t>모바일에서는 스크롤 애니메이션 구현 시 </a:t>
            </a:r>
            <a:r>
              <a:rPr lang="en-US" altLang="ko-KR">
                <a:highlight>
                  <a:srgbClr val="FFFF00"/>
                </a:highlight>
              </a:rPr>
              <a:t>"</a:t>
            </a:r>
            <a:r>
              <a:rPr lang="ko-KR" altLang="en-US">
                <a:highlight>
                  <a:srgbClr val="FFFF00"/>
                </a:highlight>
              </a:rPr>
              <a:t>초점</a:t>
            </a:r>
            <a:r>
              <a:rPr lang="en-US" altLang="ko-KR">
                <a:highlight>
                  <a:srgbClr val="FFFF00"/>
                </a:highlight>
              </a:rPr>
              <a:t>"</a:t>
            </a:r>
            <a:r>
              <a:rPr lang="ko-KR" altLang="en-US">
                <a:highlight>
                  <a:srgbClr val="FFFF00"/>
                </a:highlight>
              </a:rPr>
              <a:t>에 위치에 따라 스크롤 값을 반환해서 처리해야 하나 기술적으로 구현이 어려운 것으로 알고 있습니다</a:t>
            </a:r>
            <a:r>
              <a:rPr lang="en-US" altLang="ko-KR">
                <a:highlight>
                  <a:srgbClr val="FFFF00"/>
                </a:highlight>
              </a:rPr>
              <a:t>. </a:t>
            </a:r>
            <a:r>
              <a:rPr lang="ko-KR" altLang="en-US">
                <a:highlight>
                  <a:srgbClr val="FFFF00"/>
                </a:highlight>
              </a:rPr>
              <a:t>적용된 스크롤 애니메이션 효과를 제거할 것을 권장드립니다</a:t>
            </a:r>
            <a:r>
              <a:rPr lang="en-US" altLang="ko-KR">
                <a:highlight>
                  <a:srgbClr val="FFFF00"/>
                </a:highlight>
              </a:rPr>
              <a:t>.</a:t>
            </a:r>
            <a:endParaRPr lang="en-US" altLang="ko-KR" dirty="0">
              <a:highlight>
                <a:srgbClr val="FFFF00"/>
              </a:highlight>
            </a:endParaRPr>
          </a:p>
          <a:p>
            <a:endParaRPr lang="en-US" altLang="ko-KR" dirty="0">
              <a:highlight>
                <a:srgbClr val="FFFF00"/>
              </a:highlight>
            </a:endParaRP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85222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간편결제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썸패스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인터페이스의 일관성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인터페이스 컴포넌트들은 일관성 있게 배치되어야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콘텐츠들의 배치는 일관성 있게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EE0A2FEB-4E38-A34C-B499-995A30C59F2E}"/>
              </a:ext>
            </a:extLst>
          </p:cNvPr>
          <p:cNvSpPr/>
          <p:nvPr/>
        </p:nvSpPr>
        <p:spPr>
          <a:xfrm>
            <a:off x="6107429" y="2946399"/>
            <a:ext cx="2205651" cy="347810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DEEA7467-C122-76A9-C1B5-59427B82C25A}"/>
              </a:ext>
            </a:extLst>
          </p:cNvPr>
          <p:cNvCxnSpPr/>
          <p:nvPr/>
        </p:nvCxnSpPr>
        <p:spPr>
          <a:xfrm>
            <a:off x="7931150" y="2700812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BF9DA1F9-EBDC-C64A-50BB-7D50ED860E77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운영</a:t>
            </a:r>
            <a:endParaRPr lang="en-US" altLang="ko-KR" sz="5400" dirty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확인필요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기능삭제필</a:t>
            </a:r>
            <a:r>
              <a:rPr lang="ko-KR" altLang="en-US" sz="5400" dirty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요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217609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6318AAA4-BB96-496B-AAA7-44F1BA6FAC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50254" y="2700812"/>
            <a:ext cx="2520000" cy="321954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84537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해당되는 입력서식에 정확한 레이블을 제공해야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</a:t>
            </a:r>
            <a:r>
              <a:rPr lang="ko-KR" altLang="en-US" dirty="0"/>
              <a:t>뒤 </a:t>
            </a:r>
            <a:r>
              <a:rPr lang="en-US" altLang="ko-KR" dirty="0"/>
              <a:t>7</a:t>
            </a:r>
            <a:r>
              <a:rPr lang="ko-KR" altLang="en-US" dirty="0"/>
              <a:t>자리 </a:t>
            </a:r>
            <a:r>
              <a:rPr lang="en-US" altLang="ko-KR" dirty="0"/>
              <a:t>-&gt; </a:t>
            </a:r>
            <a:r>
              <a:rPr lang="ko-KR" altLang="en-US" dirty="0"/>
              <a:t>주민번호 뒤 </a:t>
            </a:r>
            <a:r>
              <a:rPr lang="en-US" altLang="ko-KR" dirty="0"/>
              <a:t>7</a:t>
            </a:r>
            <a:r>
              <a:rPr lang="ko-KR" altLang="en-US" dirty="0"/>
              <a:t>자리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385287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간편결제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썸패스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지금바로 가입하기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EE0A2FEB-4E38-A34C-B499-995A30C59F2E}"/>
              </a:ext>
            </a:extLst>
          </p:cNvPr>
          <p:cNvSpPr/>
          <p:nvPr/>
        </p:nvSpPr>
        <p:spPr>
          <a:xfrm>
            <a:off x="7284425" y="4130298"/>
            <a:ext cx="1053664" cy="43235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DEEA7467-C122-76A9-C1B5-59427B82C25A}"/>
              </a:ext>
            </a:extLst>
          </p:cNvPr>
          <p:cNvCxnSpPr/>
          <p:nvPr/>
        </p:nvCxnSpPr>
        <p:spPr>
          <a:xfrm>
            <a:off x="7931150" y="3884711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3CD4DBB-6A5D-030F-BA5B-5B11A7F48160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err="1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네이티브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910391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E4881814-3FA7-0C81-D649-8EB29DE2B9D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50254" y="2463208"/>
            <a:ext cx="2520000" cy="380483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843959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선택된 요소에 대한 선택됨 정보를 제공해야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title="</a:t>
            </a:r>
            <a:r>
              <a:rPr lang="ko-KR" altLang="en-US" dirty="0"/>
              <a:t>선택됨</a:t>
            </a:r>
            <a:r>
              <a:rPr lang="en-US" altLang="ko-KR" dirty="0"/>
              <a:t>" </a:t>
            </a:r>
            <a:r>
              <a:rPr lang="ko-KR" altLang="en-US" dirty="0"/>
              <a:t>또는 </a:t>
            </a:r>
            <a:r>
              <a:rPr lang="en-US" altLang="ko-KR" dirty="0"/>
              <a:t>aria-selected="</a:t>
            </a:r>
            <a:r>
              <a:rPr lang="en-US" altLang="ko-KR"/>
              <a:t>true"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간편결제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썸패스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지금바로 가입하기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EE0A2FEB-4E38-A34C-B499-995A30C59F2E}"/>
              </a:ext>
            </a:extLst>
          </p:cNvPr>
          <p:cNvSpPr/>
          <p:nvPr/>
        </p:nvSpPr>
        <p:spPr>
          <a:xfrm>
            <a:off x="5950254" y="5261675"/>
            <a:ext cx="2520000" cy="43235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DEEA7467-C122-76A9-C1B5-59427B82C25A}"/>
              </a:ext>
            </a:extLst>
          </p:cNvPr>
          <p:cNvCxnSpPr/>
          <p:nvPr/>
        </p:nvCxnSpPr>
        <p:spPr>
          <a:xfrm>
            <a:off x="7969896" y="4961844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776AEFB1-6BF9-5ACD-D489-BA327DD4A249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867F91CA-F4FA-DD86-A46C-4EB9B157453A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454954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8312E6E5-F2B1-144A-0FA5-4B65B965083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53789" y="2463208"/>
            <a:ext cx="2520000" cy="380483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84537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전체동의</a:t>
            </a:r>
            <a:r>
              <a:rPr lang="en-US" altLang="ko-KR" dirty="0"/>
              <a:t>" </a:t>
            </a:r>
            <a:r>
              <a:rPr lang="ko-KR" altLang="en-US" dirty="0"/>
              <a:t>버튼 영역과 다른 위치로 초점이 위치하고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컨트롤 요소에 맞도록 초점 영역을 수정해야 함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631667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간편결제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썸패스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지금바로 가입하기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이용약관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7.3.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표시되는 초점의 영역은 콘텐츠의 위치와 크기가 맞도록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EE0A2FEB-4E38-A34C-B499-995A30C59F2E}"/>
              </a:ext>
            </a:extLst>
          </p:cNvPr>
          <p:cNvSpPr/>
          <p:nvPr/>
        </p:nvSpPr>
        <p:spPr>
          <a:xfrm>
            <a:off x="5950254" y="2876016"/>
            <a:ext cx="2520000" cy="43235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DEEA7467-C122-76A9-C1B5-59427B82C25A}"/>
              </a:ext>
            </a:extLst>
          </p:cNvPr>
          <p:cNvCxnSpPr/>
          <p:nvPr/>
        </p:nvCxnSpPr>
        <p:spPr>
          <a:xfrm>
            <a:off x="6156594" y="2630429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B943CB0B-69C3-F785-A101-5B1AF73E7FD0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785E2CAE-C4B9-2ED9-0A72-1992C59E40C9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438607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C22C6ADC-9E61-91C3-A42C-BF65D5C8D2F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463208"/>
            <a:ext cx="2520000" cy="380483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609408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스크린 리더 사용 시</a:t>
            </a:r>
            <a:r>
              <a:rPr lang="en-US" altLang="ko-KR" dirty="0"/>
              <a:t>, </a:t>
            </a:r>
            <a:r>
              <a:rPr lang="ko-KR" altLang="en-US" dirty="0"/>
              <a:t>해당 버튼을 선택할 수 없음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간편결제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썸패스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지금바로 가입하기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이용약관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7.3.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표시되는 초점의 영역은 콘텐츠의 위치와 크기가 맞도록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EE0A2FEB-4E38-A34C-B499-995A30C59F2E}"/>
              </a:ext>
            </a:extLst>
          </p:cNvPr>
          <p:cNvSpPr/>
          <p:nvPr/>
        </p:nvSpPr>
        <p:spPr>
          <a:xfrm>
            <a:off x="5950254" y="4286362"/>
            <a:ext cx="2520000" cy="43235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DEEA7467-C122-76A9-C1B5-59427B82C25A}"/>
              </a:ext>
            </a:extLst>
          </p:cNvPr>
          <p:cNvCxnSpPr/>
          <p:nvPr/>
        </p:nvCxnSpPr>
        <p:spPr>
          <a:xfrm>
            <a:off x="6156594" y="4040775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97066A17-4493-681F-51BE-4781679E29B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B1E4604C-2BBC-3431-0633-1A388510B808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435273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xmlns="" id="{58D0633B-D13D-4AD3-0D2D-4ADABBE2F8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452353"/>
            <a:ext cx="2520000" cy="383414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84537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현재 </a:t>
            </a:r>
            <a:r>
              <a:rPr lang="en-US" altLang="ko-KR" dirty="0"/>
              <a:t>"</a:t>
            </a:r>
            <a:r>
              <a:rPr lang="ko-KR" altLang="en-US" dirty="0" err="1"/>
              <a:t>썸패스</a:t>
            </a:r>
            <a:r>
              <a:rPr lang="en-US" altLang="ko-KR" dirty="0"/>
              <a:t>" </a:t>
            </a:r>
            <a:r>
              <a:rPr lang="ko-KR" altLang="en-US" dirty="0"/>
              <a:t>메뉴로 연결되고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해당 메뉴에 맞는 페이지로 이동해야 함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982976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간편결제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개인제로페이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예측가능성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의도하지 않은 화면 전환이나 이벤트 등이 실행되는 경우 사용자가 이해할 수 있는 방법으로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화면이 전환되거나 팝업과 같은 이벤트가 실행되는 경우 이를 예측할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EE0A2FEB-4E38-A34C-B499-995A30C59F2E}"/>
              </a:ext>
            </a:extLst>
          </p:cNvPr>
          <p:cNvSpPr/>
          <p:nvPr/>
        </p:nvSpPr>
        <p:spPr>
          <a:xfrm>
            <a:off x="5961537" y="2455526"/>
            <a:ext cx="2519999" cy="3830973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DEEA7467-C122-76A9-C1B5-59427B82C25A}"/>
              </a:ext>
            </a:extLst>
          </p:cNvPr>
          <p:cNvCxnSpPr/>
          <p:nvPr/>
        </p:nvCxnSpPr>
        <p:spPr>
          <a:xfrm>
            <a:off x="7931150" y="2206766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2DC3816D-41A9-1249-4100-6D259007CC8B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rgbClr val="00B050">
              <a:alpha val="56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테스트계정필요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372214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전자제품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xmlns="" id="{9439DC3F-47D7-B189-5417-D2B10D0A92A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746381"/>
            <a:ext cx="2520000" cy="323848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336772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영역 실행 시 필터 옵션을 변경할 수 있는 기능이 실행되고 있기 때문에 버튼에 대한 기능 정보를 제공해야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마크업 코드에 따라 </a:t>
            </a:r>
            <a:r>
              <a:rPr lang="en-US" altLang="ko-KR" dirty="0"/>
              <a:t>aria-label</a:t>
            </a:r>
            <a:r>
              <a:rPr lang="ko-KR" altLang="en-US" dirty="0"/>
              <a:t>을 제공하고 있는 경우 텍스트 마지막 부분에 </a:t>
            </a:r>
            <a:r>
              <a:rPr lang="en-US" altLang="ko-KR" dirty="0"/>
              <a:t>"</a:t>
            </a:r>
            <a:r>
              <a:rPr lang="ko-KR" altLang="en-US" dirty="0"/>
              <a:t>검색 결과 필터 변경하기</a:t>
            </a:r>
            <a:r>
              <a:rPr lang="en-US" altLang="ko-KR" dirty="0"/>
              <a:t>" </a:t>
            </a:r>
            <a:r>
              <a:rPr lang="ko-KR" altLang="en-US" dirty="0"/>
              <a:t>등의 텍스트를 제공해야 함</a:t>
            </a:r>
            <a:r>
              <a:rPr lang="en-US" altLang="ko-KR" dirty="0"/>
              <a:t>. aria-label</a:t>
            </a:r>
            <a:r>
              <a:rPr lang="ko-KR" altLang="en-US" dirty="0"/>
              <a:t>을 사용하지 않는 경우는 </a:t>
            </a:r>
            <a:r>
              <a:rPr lang="en-US" altLang="ko-KR" dirty="0"/>
              <a:t>title </a:t>
            </a:r>
            <a:r>
              <a:rPr lang="ko-KR" altLang="en-US" dirty="0"/>
              <a:t>속성을 활용하여 텍스트를 제공해도 무방함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필터 호출 버튼 공통 오류임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  <a:p>
            <a:r>
              <a:rPr lang="en-US" altLang="ko-KR" dirty="0">
                <a:highlight>
                  <a:srgbClr val="FFFF00"/>
                </a:highlight>
              </a:rPr>
              <a:t>(20231113 - </a:t>
            </a:r>
            <a:r>
              <a:rPr lang="ko-KR" altLang="en-US" dirty="0">
                <a:highlight>
                  <a:srgbClr val="FFFF00"/>
                </a:highlight>
              </a:rPr>
              <a:t>추가 코멘트</a:t>
            </a:r>
            <a:r>
              <a:rPr lang="en-US" altLang="ko-KR" dirty="0">
                <a:highlight>
                  <a:srgbClr val="FFFF00"/>
                </a:highlight>
              </a:rPr>
              <a:t>) </a:t>
            </a:r>
            <a:r>
              <a:rPr lang="ko-KR" altLang="en-US" dirty="0">
                <a:highlight>
                  <a:srgbClr val="FFFF00"/>
                </a:highlight>
              </a:rPr>
              <a:t>현재 </a:t>
            </a:r>
            <a:r>
              <a:rPr lang="en-US" altLang="ko-KR" dirty="0">
                <a:highlight>
                  <a:srgbClr val="FFFF00"/>
                </a:highlight>
              </a:rPr>
              <a:t>"</a:t>
            </a:r>
            <a:r>
              <a:rPr lang="ko-KR" altLang="en-US" dirty="0">
                <a:highlight>
                  <a:srgbClr val="FFFF00"/>
                </a:highlight>
              </a:rPr>
              <a:t>이용내역 필터 변경하기</a:t>
            </a:r>
            <a:r>
              <a:rPr lang="en-US" altLang="ko-KR" dirty="0">
                <a:highlight>
                  <a:srgbClr val="FFFF00"/>
                </a:highlight>
              </a:rPr>
              <a:t>"</a:t>
            </a:r>
            <a:r>
              <a:rPr lang="ko-KR" altLang="en-US" dirty="0">
                <a:highlight>
                  <a:srgbClr val="FFFF00"/>
                </a:highlight>
              </a:rPr>
              <a:t>로만 읽어주고 있음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선택되어 있는 정보를 출력해 주어야 함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  <a:r>
              <a:rPr lang="ko-KR" altLang="en-US" dirty="0">
                <a:highlight>
                  <a:srgbClr val="FFFF00"/>
                </a:highlight>
              </a:rPr>
              <a:t> </a:t>
            </a:r>
            <a:r>
              <a:rPr lang="en-US" altLang="ko-KR" dirty="0">
                <a:highlight>
                  <a:srgbClr val="FFFF00"/>
                </a:highlight>
              </a:rPr>
              <a:t>"</a:t>
            </a:r>
            <a:r>
              <a:rPr lang="ko-KR" altLang="en-US" dirty="0">
                <a:highlight>
                  <a:srgbClr val="FFFF00"/>
                </a:highlight>
              </a:rPr>
              <a:t>조회기간 </a:t>
            </a:r>
            <a:r>
              <a:rPr lang="en-US" altLang="ko-KR" dirty="0">
                <a:highlight>
                  <a:srgbClr val="FFFF00"/>
                </a:highlight>
              </a:rPr>
              <a:t>1</a:t>
            </a:r>
            <a:r>
              <a:rPr lang="ko-KR" altLang="en-US" dirty="0">
                <a:highlight>
                  <a:srgbClr val="FFFF00"/>
                </a:highlight>
              </a:rPr>
              <a:t>개월 </a:t>
            </a:r>
            <a:r>
              <a:rPr lang="en-US" altLang="ko-KR" dirty="0">
                <a:highlight>
                  <a:srgbClr val="FFFF00"/>
                </a:highlight>
              </a:rPr>
              <a:t>2023-10-03~2023-11-02, </a:t>
            </a:r>
            <a:r>
              <a:rPr lang="ko-KR" altLang="en-US" dirty="0">
                <a:highlight>
                  <a:srgbClr val="FFFF00"/>
                </a:highlight>
              </a:rPr>
              <a:t>결제구분 전체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결제수단 구분 전체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결제승인구분 전체</a:t>
            </a:r>
            <a:r>
              <a:rPr lang="en-US" altLang="ko-KR" dirty="0">
                <a:highlight>
                  <a:srgbClr val="FFFF00"/>
                </a:highlight>
              </a:rPr>
              <a:t>"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265007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간편결제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이용내역조회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19C65246-A565-16F7-7EA1-C7C71FE17987}"/>
              </a:ext>
            </a:extLst>
          </p:cNvPr>
          <p:cNvSpPr/>
          <p:nvPr/>
        </p:nvSpPr>
        <p:spPr>
          <a:xfrm>
            <a:off x="5961538" y="4240534"/>
            <a:ext cx="2520000" cy="250178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xmlns="" id="{F213BA58-73D6-5383-2AF7-1E9211127EE2}"/>
              </a:ext>
            </a:extLst>
          </p:cNvPr>
          <p:cNvCxnSpPr>
            <a:cxnSpLocks/>
          </p:cNvCxnSpPr>
          <p:nvPr/>
        </p:nvCxnSpPr>
        <p:spPr>
          <a:xfrm>
            <a:off x="7200025" y="3995000"/>
            <a:ext cx="155" cy="25017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EBB05743-C5CF-96F5-DC24-20E75E6F16E2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rgbClr val="FFFF00">
              <a:alpha val="56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err="1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퍼블수정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067567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전자제품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xmlns="" id="{E75E702D-3066-4DF5-8D57-E1B67F0A4B2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888089"/>
            <a:ext cx="2520000" cy="288372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1973884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시작일과 종료일을 입력하는 입력양식에 대한 </a:t>
            </a:r>
            <a:r>
              <a:rPr lang="en-US" altLang="ko-KR" dirty="0"/>
              <a:t>title </a:t>
            </a:r>
            <a:r>
              <a:rPr lang="ko-KR" altLang="en-US" dirty="0"/>
              <a:t>속성을 제공해야 함</a:t>
            </a:r>
            <a:r>
              <a:rPr lang="en-US" altLang="ko-KR" dirty="0"/>
              <a:t>. (title="</a:t>
            </a:r>
            <a:r>
              <a:rPr lang="ko-KR" altLang="en-US" dirty="0"/>
              <a:t>조회 시작일</a:t>
            </a:r>
            <a:r>
              <a:rPr lang="en-US" altLang="ko-KR" dirty="0"/>
              <a:t>", title="</a:t>
            </a:r>
            <a:r>
              <a:rPr lang="ko-KR" altLang="en-US" dirty="0"/>
              <a:t>조회 종료일</a:t>
            </a:r>
            <a:r>
              <a:rPr lang="en-US" altLang="ko-KR" dirty="0"/>
              <a:t>")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필터 선택 영역 공통 오류임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41046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간편결제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이용내역조회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도움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입력서식 이용 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오류를 방지하거나 정정할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입력서식에는 용도와 목적을 알 수 있는 대체정보를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D597B47F-4580-4805-A693-16BFF739E5FA}"/>
              </a:ext>
            </a:extLst>
          </p:cNvPr>
          <p:cNvSpPr/>
          <p:nvPr/>
        </p:nvSpPr>
        <p:spPr>
          <a:xfrm>
            <a:off x="6194295" y="4774783"/>
            <a:ext cx="1985429" cy="198341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xmlns="" id="{D19B5965-415C-9086-40AB-B81631B08468}"/>
              </a:ext>
            </a:extLst>
          </p:cNvPr>
          <p:cNvCxnSpPr>
            <a:cxnSpLocks/>
          </p:cNvCxnSpPr>
          <p:nvPr/>
        </p:nvCxnSpPr>
        <p:spPr>
          <a:xfrm>
            <a:off x="7200025" y="4524605"/>
            <a:ext cx="155" cy="25017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xmlns="" id="{3879C61A-B290-BBB5-F7AC-1694B211B6A1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C43BEE0C-5394-09D2-1D42-3E36CFB74E00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150053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텍스트, 스크린샷, 번호, 소프트웨어이(가) 표시된 사진&#10;&#10;자동 생성된 설명">
            <a:extLst>
              <a:ext uri="{FF2B5EF4-FFF2-40B4-BE49-F238E27FC236}">
                <a16:creationId xmlns:a16="http://schemas.microsoft.com/office/drawing/2014/main" xmlns="" id="{E0B5E457-DD90-8794-9171-F47FDFAB39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7240"/>
            <a:ext cx="2520000" cy="36864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1686626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사용자와의 상호작용에 따라 상태가 변경되는 컨트롤 요소의 상태 정보를 시각적으로만 구분함</a:t>
            </a:r>
            <a:endParaRPr lang="en-US" altLang="ko-KR" dirty="0"/>
          </a:p>
          <a:p>
            <a:r>
              <a:rPr lang="ko-KR" altLang="en-US" dirty="0"/>
              <a:t>스크린 리더가 사용할 수 있는 형태로 링크의 상태에 관한 부가 설명을 제공해야 하며 상태 변경 시 부가 정보는 </a:t>
            </a:r>
            <a:r>
              <a:rPr lang="ko-KR" altLang="en-US" dirty="0" err="1"/>
              <a:t>토글</a:t>
            </a:r>
            <a:r>
              <a:rPr lang="ko-KR" altLang="en-US" dirty="0"/>
              <a:t> 되어야 함</a:t>
            </a:r>
            <a:endParaRPr lang="en-US" altLang="ko-KR" dirty="0"/>
          </a:p>
          <a:p>
            <a:r>
              <a:rPr lang="ko-KR" altLang="en-US" dirty="0">
                <a:highlight>
                  <a:srgbClr val="FFFF00"/>
                </a:highlight>
              </a:rPr>
              <a:t>캘린더 </a:t>
            </a:r>
            <a:r>
              <a:rPr lang="en-US" altLang="ko-KR" dirty="0">
                <a:highlight>
                  <a:srgbClr val="FFFF00"/>
                </a:highlight>
              </a:rPr>
              <a:t>UI</a:t>
            </a:r>
            <a:r>
              <a:rPr lang="ko-KR" altLang="en-US" dirty="0">
                <a:highlight>
                  <a:srgbClr val="FFFF00"/>
                </a:highlight>
              </a:rPr>
              <a:t> 공통 오류임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오늘 날짜에 대한 부분도 </a:t>
            </a:r>
            <a:r>
              <a:rPr lang="en-US" altLang="ko-KR" dirty="0">
                <a:highlight>
                  <a:srgbClr val="FFFF00"/>
                </a:highlight>
              </a:rPr>
              <a:t>title="</a:t>
            </a:r>
            <a:r>
              <a:rPr lang="ko-KR" altLang="en-US" dirty="0">
                <a:highlight>
                  <a:srgbClr val="FFFF00"/>
                </a:highlight>
              </a:rPr>
              <a:t>오늘 일자</a:t>
            </a:r>
            <a:r>
              <a:rPr lang="en-US" altLang="ko-KR" dirty="0">
                <a:highlight>
                  <a:srgbClr val="FFFF00"/>
                </a:highlight>
              </a:rPr>
              <a:t>" </a:t>
            </a:r>
            <a:r>
              <a:rPr lang="ko-KR" altLang="en-US" dirty="0">
                <a:highlight>
                  <a:srgbClr val="FFFF00"/>
                </a:highlight>
              </a:rPr>
              <a:t>정보를 제공해야 함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873532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간편결제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이용내역조회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콘텐츠는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EE1F067C-9A10-FDE6-1755-A7E7CEDC6DFE}"/>
              </a:ext>
            </a:extLst>
          </p:cNvPr>
          <p:cNvSpPr/>
          <p:nvPr/>
        </p:nvSpPr>
        <p:spPr>
          <a:xfrm>
            <a:off x="6720857" y="4339249"/>
            <a:ext cx="338579" cy="31443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xmlns="" id="{04A76A42-4E9D-E393-C2F4-D3E835126C5B}"/>
              </a:ext>
            </a:extLst>
          </p:cNvPr>
          <p:cNvCxnSpPr>
            <a:cxnSpLocks/>
          </p:cNvCxnSpPr>
          <p:nvPr/>
        </p:nvCxnSpPr>
        <p:spPr>
          <a:xfrm>
            <a:off x="6414630" y="4484519"/>
            <a:ext cx="306226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49358CC6-2116-495A-7C7C-1A76C437484D}"/>
              </a:ext>
            </a:extLst>
          </p:cNvPr>
          <p:cNvGrpSpPr/>
          <p:nvPr/>
        </p:nvGrpSpPr>
        <p:grpSpPr>
          <a:xfrm>
            <a:off x="631825" y="3933451"/>
            <a:ext cx="4104304" cy="700156"/>
            <a:chOff x="631825" y="4319397"/>
            <a:chExt cx="4104304" cy="70015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AC8D1B21-F0E7-1883-4BBF-C46CA726856C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개선 방안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xmlns="" id="{CB04E24F-235B-72D6-672B-F7BD40993EFC}"/>
                </a:ext>
              </a:extLst>
            </p:cNvPr>
            <p:cNvSpPr/>
            <p:nvPr/>
          </p:nvSpPr>
          <p:spPr>
            <a:xfrm>
              <a:off x="631825" y="4530600"/>
              <a:ext cx="4104000" cy="48895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  <a:ea typeface="맑은 고딕" panose="020B0503020000020004" pitchFamily="50" charset="-127"/>
                </a:rPr>
                <a:t>&lt;a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  <a:ea typeface="맑은 고딕" panose="020B0503020000020004" pitchFamily="50" charset="-127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  <a:ea typeface="맑은 고딕" panose="020B0503020000020004" pitchFamily="50" charset="-127"/>
                </a:rPr>
                <a:t>="#" class="date not selected" data-date="20231003" data-today="N"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  <a:ea typeface="맑은 고딕" panose="020B0503020000020004" pitchFamily="50" charset="-127"/>
                </a:rPr>
                <a:t>title="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  <a:ea typeface="맑은 고딕" panose="020B0503020000020004" pitchFamily="50" charset="-127"/>
                </a:rPr>
                <a:t>선택된 일자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  <a:ea typeface="맑은 고딕" panose="020B0503020000020004" pitchFamily="50" charset="-127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  <a:ea typeface="맑은 고딕" panose="020B0503020000020004" pitchFamily="50" charset="-127"/>
                </a:rPr>
                <a:t>&gt;1&lt;/a&gt;</a:t>
              </a:r>
            </a:p>
          </p:txBody>
        </p:sp>
      </p:grp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xmlns="" id="{7D4C36B6-823E-DCA2-7064-A0EFC5D4C07F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498A921F-D189-A77B-BA56-F51352602619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496449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xmlns="" id="{58D0633B-D13D-4AD3-0D2D-4ADABBE2F8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452353"/>
            <a:ext cx="2520000" cy="383414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84537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현재 </a:t>
            </a:r>
            <a:r>
              <a:rPr lang="en-US" altLang="ko-KR" dirty="0"/>
              <a:t>"</a:t>
            </a:r>
            <a:r>
              <a:rPr lang="ko-KR" altLang="en-US" dirty="0" err="1"/>
              <a:t>썸패스</a:t>
            </a:r>
            <a:r>
              <a:rPr lang="en-US" altLang="ko-KR" dirty="0"/>
              <a:t>" </a:t>
            </a:r>
            <a:r>
              <a:rPr lang="ko-KR" altLang="en-US" dirty="0"/>
              <a:t>메뉴로 연결되고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해당 메뉴에 맞는 페이지로 이동해야 함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223234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간편결제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기업제로페이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예측가능성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의도하지 않은 화면 전환이나 이벤트 등이 실행되는 경우 사용자가 이해할 수 있는 방법으로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화면이 전환되거나 팝업과 같은 이벤트가 실행되는 경우 이를 예측할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EE0A2FEB-4E38-A34C-B499-995A30C59F2E}"/>
              </a:ext>
            </a:extLst>
          </p:cNvPr>
          <p:cNvSpPr/>
          <p:nvPr/>
        </p:nvSpPr>
        <p:spPr>
          <a:xfrm>
            <a:off x="5961537" y="2455526"/>
            <a:ext cx="2519999" cy="3830973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DEEA7467-C122-76A9-C1B5-59427B82C25A}"/>
              </a:ext>
            </a:extLst>
          </p:cNvPr>
          <p:cNvCxnSpPr/>
          <p:nvPr/>
        </p:nvCxnSpPr>
        <p:spPr>
          <a:xfrm>
            <a:off x="7931150" y="2206766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88C8AE7-82B9-0812-01DC-CBBDBD7888C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rgbClr val="00B050">
              <a:alpha val="56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테스트계정필요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754387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xmlns="" id="{58D0633B-D13D-4AD3-0D2D-4ADABBE2F8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452353"/>
            <a:ext cx="2520000" cy="383414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84537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현재 </a:t>
            </a:r>
            <a:r>
              <a:rPr lang="en-US" altLang="ko-KR" dirty="0"/>
              <a:t>"</a:t>
            </a:r>
            <a:r>
              <a:rPr lang="ko-KR" altLang="en-US" dirty="0" err="1"/>
              <a:t>썸패스</a:t>
            </a:r>
            <a:r>
              <a:rPr lang="en-US" altLang="ko-KR" dirty="0"/>
              <a:t>" </a:t>
            </a:r>
            <a:r>
              <a:rPr lang="ko-KR" altLang="en-US" dirty="0"/>
              <a:t>메뉴로 연결되고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해당 메뉴에 맞는 페이지로 이동해야 함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433772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간편결제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예측가능성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의도하지 않은 화면 전환이나 이벤트 등이 실행되는 경우 사용자가 이해할 수 있는 방법으로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화면이 전환되거나 팝업과 같은 이벤트가 실행되는 경우 이를 예측할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EE0A2FEB-4E38-A34C-B499-995A30C59F2E}"/>
              </a:ext>
            </a:extLst>
          </p:cNvPr>
          <p:cNvSpPr/>
          <p:nvPr/>
        </p:nvSpPr>
        <p:spPr>
          <a:xfrm>
            <a:off x="5961537" y="2455526"/>
            <a:ext cx="2519999" cy="3830973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DEEA7467-C122-76A9-C1B5-59427B82C25A}"/>
              </a:ext>
            </a:extLst>
          </p:cNvPr>
          <p:cNvCxnSpPr/>
          <p:nvPr/>
        </p:nvCxnSpPr>
        <p:spPr>
          <a:xfrm>
            <a:off x="7931150" y="2206766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rgbClr val="00B050">
              <a:alpha val="56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테스트계정필요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124263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12645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페이지가 레이어 팝업 형태로 제공되고 있는데 초점이 팝업 아래쪽 본문 콘텐츠 영역으로 진입되고 있음</a:t>
            </a:r>
            <a:r>
              <a:rPr lang="en-US" altLang="ko-KR"/>
              <a:t>.</a:t>
            </a:r>
          </a:p>
          <a:p>
            <a:r>
              <a:rPr lang="ko-KR" altLang="en-US"/>
              <a:t>레이어 팝업 아래쪽 영역으로 초점이 진입되지 않도록 개선해야 함</a:t>
            </a:r>
            <a:r>
              <a:rPr lang="en-US" altLang="ko-KR"/>
              <a:t>.</a:t>
            </a:r>
          </a:p>
          <a:p>
            <a:endParaRPr lang="en-US" altLang="ko-KR" dirty="0">
              <a:highlight>
                <a:srgbClr val="FFFF00"/>
              </a:highlight>
            </a:endParaRP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955389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전자증명서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전자증명서 안내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7.2.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화면에서 보이지 않거나 논리적으로 의미를 갖지 않는 사용자 인터페이스 컴포넌트로 이동하지 않도록 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2023-11-13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xmlns="" id="{6C34F4CE-5969-A3DA-FBAA-71E5B35241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27" b="6487"/>
          <a:stretch/>
        </p:blipFill>
        <p:spPr>
          <a:xfrm>
            <a:off x="6141538" y="2320803"/>
            <a:ext cx="2160000" cy="408964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E78390C2-C737-6B0F-1FD0-AF6E7092F72E}"/>
              </a:ext>
            </a:extLst>
          </p:cNvPr>
          <p:cNvSpPr/>
          <p:nvPr/>
        </p:nvSpPr>
        <p:spPr>
          <a:xfrm>
            <a:off x="6141536" y="2329559"/>
            <a:ext cx="2160001" cy="245587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09959B50-B23C-312F-683E-21D0E66933E6}"/>
              </a:ext>
            </a:extLst>
          </p:cNvPr>
          <p:cNvCxnSpPr/>
          <p:nvPr/>
        </p:nvCxnSpPr>
        <p:spPr>
          <a:xfrm>
            <a:off x="7221538" y="2083972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rgbClr val="FF0000">
              <a:alpha val="56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개발 확인필요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239088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1030036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설명 텍스트로 충분함으로 이미지 내 동일한 </a:t>
            </a:r>
            <a:r>
              <a:rPr lang="ko-KR" altLang="en-US" dirty="0" err="1"/>
              <a:t>대체텍스트를</a:t>
            </a:r>
            <a:r>
              <a:rPr lang="ko-KR" altLang="en-US" dirty="0"/>
              <a:t> 중복 제공하지 않아야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alt="</a:t>
            </a:r>
            <a:r>
              <a:rPr lang="ko-KR" altLang="en-US" dirty="0" err="1"/>
              <a:t>전자증명서발급신청이미지</a:t>
            </a:r>
            <a:r>
              <a:rPr lang="en-US" altLang="ko-KR" dirty="0"/>
              <a:t>"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en-US" altLang="ko-KR" dirty="0">
                <a:highlight>
                  <a:srgbClr val="FFFF00"/>
                </a:highlight>
              </a:rPr>
              <a:t>alt=""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492217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전자증명서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전자증명서 발급신청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전자증명서 이용안내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E19196AA-76D4-3151-2F0F-8C2CC86E4E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3092195"/>
            <a:ext cx="2520000" cy="279782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EE0A2FEB-4E38-A34C-B499-995A30C59F2E}"/>
              </a:ext>
            </a:extLst>
          </p:cNvPr>
          <p:cNvSpPr/>
          <p:nvPr/>
        </p:nvSpPr>
        <p:spPr>
          <a:xfrm>
            <a:off x="5961537" y="4297681"/>
            <a:ext cx="2519999" cy="134874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DEEA7467-C122-76A9-C1B5-59427B82C25A}"/>
              </a:ext>
            </a:extLst>
          </p:cNvPr>
          <p:cNvCxnSpPr/>
          <p:nvPr/>
        </p:nvCxnSpPr>
        <p:spPr>
          <a:xfrm>
            <a:off x="8350250" y="4052094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550AD20D-24A4-B1E7-6595-75DCC8769B56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287436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9C57E6F7-4837-CACF-CD28-3A8CD7A1FDB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4830" y="2382520"/>
            <a:ext cx="2193411" cy="396621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2107254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이미지의 전후로 이미지에 대한 설명 텍스트가 없으나</a:t>
            </a:r>
            <a:r>
              <a:rPr lang="en-US" altLang="ko-KR" dirty="0"/>
              <a:t>, </a:t>
            </a:r>
            <a:r>
              <a:rPr lang="ko-KR" altLang="en-US" dirty="0"/>
              <a:t>이미지의 대체 텍스트는 모두 동일하게 제공되고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대체 텍스트를 다르게 제공하여 이미지의 설명을 추가하거나</a:t>
            </a:r>
            <a:r>
              <a:rPr lang="en-US" altLang="ko-KR" dirty="0"/>
              <a:t>, </a:t>
            </a:r>
            <a:r>
              <a:rPr lang="ko-KR" altLang="en-US" dirty="0"/>
              <a:t>이미지의 전후에 설명 텍스트를 추가하여 증명서 발급 신청과정을 설명해야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alt="</a:t>
            </a:r>
            <a:r>
              <a:rPr lang="ko-KR" altLang="en-US" dirty="0" err="1"/>
              <a:t>전자증명서발급추가화면이미지</a:t>
            </a:r>
            <a:r>
              <a:rPr lang="en-US" altLang="ko-KR" dirty="0"/>
              <a:t>"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en-US" altLang="ko-KR" dirty="0">
                <a:highlight>
                  <a:srgbClr val="FFFF00"/>
                </a:highlight>
              </a:rPr>
              <a:t>alt="</a:t>
            </a:r>
            <a:r>
              <a:rPr lang="ko-KR" altLang="en-US" dirty="0">
                <a:highlight>
                  <a:srgbClr val="FFFF00"/>
                </a:highlight>
              </a:rPr>
              <a:t>전자증명서 발급신청 메뉴 선택 후 발급신청 탭에서 발급신청</a:t>
            </a:r>
            <a:r>
              <a:rPr lang="en-US" altLang="ko-KR" dirty="0">
                <a:highlight>
                  <a:srgbClr val="FFFF00"/>
                </a:highlight>
              </a:rPr>
              <a:t>"</a:t>
            </a:r>
          </a:p>
          <a:p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>
                <a:highlight>
                  <a:srgbClr val="FFFF00"/>
                </a:highlight>
              </a:rPr>
              <a:t>*3.</a:t>
            </a:r>
            <a:r>
              <a:rPr lang="ko-KR" altLang="en-US" dirty="0">
                <a:highlight>
                  <a:srgbClr val="FFFF00"/>
                </a:highlight>
              </a:rPr>
              <a:t>다양한 기관으로 바로 제출 부분의 이미지 대체 텍스트 참고 </a:t>
            </a:r>
            <a:endParaRPr lang="en-US" altLang="ko-KR" dirty="0">
              <a:highlight>
                <a:srgbClr val="FFFF00"/>
              </a:highlight>
            </a:endParaRP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267518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전자증명서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전자증명서 발급신청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전자증명서 이용안내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EE0A2FEB-4E38-A34C-B499-995A30C59F2E}"/>
              </a:ext>
            </a:extLst>
          </p:cNvPr>
          <p:cNvSpPr/>
          <p:nvPr/>
        </p:nvSpPr>
        <p:spPr>
          <a:xfrm>
            <a:off x="6476267" y="3429000"/>
            <a:ext cx="1448533" cy="291973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DEEA7467-C122-76A9-C1B5-59427B82C25A}"/>
              </a:ext>
            </a:extLst>
          </p:cNvPr>
          <p:cNvCxnSpPr/>
          <p:nvPr/>
        </p:nvCxnSpPr>
        <p:spPr>
          <a:xfrm>
            <a:off x="7717790" y="3183413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9AF2CE95-5E8D-A48D-BC6D-B4FA469E8139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589370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2A2F6E91-76A0-5323-C501-3194D66DE6E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2700"/>
            <a:ext cx="2520000" cy="379603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1265998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이미지에 대한 대체 텍스트를 동일하게 제공하지 않음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이미지가 전달하고자 하는 정보와 동일한</a:t>
            </a:r>
            <a:r>
              <a:rPr lang="en-US" altLang="ko-KR" dirty="0"/>
              <a:t> </a:t>
            </a:r>
            <a:r>
              <a:rPr lang="ko-KR" altLang="en-US" dirty="0"/>
              <a:t>설명을 대체 텍스트로 제공해야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alt="</a:t>
            </a:r>
            <a:r>
              <a:rPr lang="ko-KR" altLang="en-US" dirty="0"/>
              <a:t>전자문서지갑</a:t>
            </a:r>
            <a:r>
              <a:rPr lang="en-US" altLang="ko-KR" dirty="0"/>
              <a:t>" -&gt; </a:t>
            </a:r>
            <a:r>
              <a:rPr lang="en-US" altLang="ko-KR" dirty="0">
                <a:highlight>
                  <a:srgbClr val="FFFF00"/>
                </a:highlight>
              </a:rPr>
              <a:t>alt="</a:t>
            </a:r>
            <a:r>
              <a:rPr lang="ko-KR" altLang="en-US" dirty="0">
                <a:highlight>
                  <a:srgbClr val="FFFF00"/>
                </a:highlight>
              </a:rPr>
              <a:t>전자증명서</a:t>
            </a:r>
            <a:r>
              <a:rPr lang="en-US" altLang="ko-KR" dirty="0">
                <a:highlight>
                  <a:srgbClr val="FFFF00"/>
                </a:highlight>
              </a:rPr>
              <a:t>·</a:t>
            </a:r>
            <a:r>
              <a:rPr lang="ko-KR" altLang="en-US" dirty="0">
                <a:highlight>
                  <a:srgbClr val="FFFF00"/>
                </a:highlight>
              </a:rPr>
              <a:t>공공 </a:t>
            </a:r>
            <a:r>
              <a:rPr lang="ko-KR" altLang="en-US" dirty="0" err="1">
                <a:highlight>
                  <a:srgbClr val="FFFF00"/>
                </a:highlight>
              </a:rPr>
              <a:t>마이데이터</a:t>
            </a:r>
            <a:r>
              <a:rPr lang="en-US" altLang="ko-KR" dirty="0">
                <a:highlight>
                  <a:srgbClr val="FFFF00"/>
                </a:highlight>
              </a:rPr>
              <a:t>"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143246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전자증명서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전자증명서 발급신청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전자증명서 이용안내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이용약관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EE0A2FEB-4E38-A34C-B499-995A30C59F2E}"/>
              </a:ext>
            </a:extLst>
          </p:cNvPr>
          <p:cNvSpPr/>
          <p:nvPr/>
        </p:nvSpPr>
        <p:spPr>
          <a:xfrm>
            <a:off x="6269257" y="3074015"/>
            <a:ext cx="1550768" cy="35498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DEEA7467-C122-76A9-C1B5-59427B82C25A}"/>
              </a:ext>
            </a:extLst>
          </p:cNvPr>
          <p:cNvCxnSpPr/>
          <p:nvPr/>
        </p:nvCxnSpPr>
        <p:spPr>
          <a:xfrm>
            <a:off x="6441440" y="2828428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외부 연결페이지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898599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디자인이(가) 표시된 사진&#10;&#10;자동 생성된 설명">
            <a:extLst>
              <a:ext uri="{FF2B5EF4-FFF2-40B4-BE49-F238E27FC236}">
                <a16:creationId xmlns:a16="http://schemas.microsoft.com/office/drawing/2014/main" xmlns="" id="{D06495F7-152C-88E2-ABB3-F8EB83D29F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2700"/>
            <a:ext cx="2520000" cy="379603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609408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진단 불가</a:t>
            </a:r>
            <a:r>
              <a:rPr lang="en-US" altLang="ko-KR" dirty="0"/>
              <a:t>.</a:t>
            </a:r>
            <a:endParaRPr lang="en-US" altLang="ko-KR" dirty="0">
              <a:highlight>
                <a:srgbClr val="FFFF00"/>
              </a:highlight>
            </a:endParaRP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45200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전자증명서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전자증명서 발급신청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rgbClr val="00B050">
              <a:alpha val="56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테스트계정필요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267678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디자인이(가) 표시된 사진&#10;&#10;자동 생성된 설명">
            <a:extLst>
              <a:ext uri="{FF2B5EF4-FFF2-40B4-BE49-F238E27FC236}">
                <a16:creationId xmlns:a16="http://schemas.microsoft.com/office/drawing/2014/main" xmlns="" id="{D06495F7-152C-88E2-ABB3-F8EB83D29F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2700"/>
            <a:ext cx="2520000" cy="379603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609408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진단 불가</a:t>
            </a:r>
            <a:r>
              <a:rPr lang="en-US" altLang="ko-KR" dirty="0"/>
              <a:t>.</a:t>
            </a:r>
            <a:endParaRPr lang="en-US" altLang="ko-KR" dirty="0">
              <a:highlight>
                <a:srgbClr val="FFFF00"/>
              </a:highlight>
            </a:endParaRP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935103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전자증명서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내전자증명서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rgbClr val="00B050">
              <a:alpha val="56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테스트계정필요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019435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디자인이(가) 표시된 사진&#10;&#10;자동 생성된 설명">
            <a:extLst>
              <a:ext uri="{FF2B5EF4-FFF2-40B4-BE49-F238E27FC236}">
                <a16:creationId xmlns:a16="http://schemas.microsoft.com/office/drawing/2014/main" xmlns="" id="{D06495F7-152C-88E2-ABB3-F8EB83D29F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2700"/>
            <a:ext cx="2520000" cy="379603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609408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진단 불가</a:t>
            </a:r>
            <a:r>
              <a:rPr lang="en-US" altLang="ko-KR" dirty="0"/>
              <a:t>.</a:t>
            </a:r>
            <a:endParaRPr lang="en-US" altLang="ko-KR" dirty="0">
              <a:highlight>
                <a:srgbClr val="FFFF00"/>
              </a:highlight>
            </a:endParaRP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01280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전자증명서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알림함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rgbClr val="00B050">
              <a:alpha val="56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테스트계정필요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359622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701AE1D3-201D-1410-C67E-C8E910A667D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2700"/>
            <a:ext cx="2520000" cy="379603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1" cy="84537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선택된 요소에 대한 선택됨 정보를 제공해야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title="</a:t>
            </a:r>
            <a:r>
              <a:rPr lang="ko-KR" altLang="en-US" dirty="0"/>
              <a:t>선택됨</a:t>
            </a:r>
            <a:r>
              <a:rPr lang="en-US" altLang="ko-KR" dirty="0"/>
              <a:t>" </a:t>
            </a:r>
            <a:r>
              <a:rPr lang="ko-KR" altLang="en-US" dirty="0"/>
              <a:t>또는 </a:t>
            </a:r>
            <a:r>
              <a:rPr lang="en-US" altLang="ko-KR" dirty="0"/>
              <a:t>aria-selected="true"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825809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재무설계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은퇴설계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통계정보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42C8C479-821C-B202-3BD2-BEEF0230DED2}"/>
              </a:ext>
            </a:extLst>
          </p:cNvPr>
          <p:cNvSpPr/>
          <p:nvPr/>
        </p:nvSpPr>
        <p:spPr>
          <a:xfrm>
            <a:off x="6621683" y="3429000"/>
            <a:ext cx="599856" cy="35498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9AB6F2D1-E283-AE2D-259D-572BDDFCBB39}"/>
              </a:ext>
            </a:extLst>
          </p:cNvPr>
          <p:cNvCxnSpPr/>
          <p:nvPr/>
        </p:nvCxnSpPr>
        <p:spPr>
          <a:xfrm>
            <a:off x="7117715" y="3183413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016638A2-81D9-A75A-A5FF-C26CB7A253B6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576582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D24FAB58-8A43-7464-852D-2C79581BAC2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2698"/>
            <a:ext cx="2520000" cy="379603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선택된 요소에 대한 선택됨 정보를 제공해야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title="</a:t>
            </a:r>
            <a:r>
              <a:rPr lang="ko-KR" altLang="en-US" dirty="0"/>
              <a:t>선택됨</a:t>
            </a:r>
            <a:r>
              <a:rPr lang="en-US" altLang="ko-KR" dirty="0"/>
              <a:t>" </a:t>
            </a:r>
            <a:r>
              <a:rPr lang="ko-KR" altLang="en-US" dirty="0"/>
              <a:t>또는 </a:t>
            </a:r>
            <a:r>
              <a:rPr lang="en-US" altLang="ko-KR" dirty="0"/>
              <a:t>aria-selected="true"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13799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재무설계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은퇴설계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42C8C479-821C-B202-3BD2-BEEF0230DED2}"/>
              </a:ext>
            </a:extLst>
          </p:cNvPr>
          <p:cNvSpPr/>
          <p:nvPr/>
        </p:nvSpPr>
        <p:spPr>
          <a:xfrm>
            <a:off x="5982175" y="4188132"/>
            <a:ext cx="2499359" cy="216059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9AB6F2D1-E283-AE2D-259D-572BDDFCBB39}"/>
              </a:ext>
            </a:extLst>
          </p:cNvPr>
          <p:cNvCxnSpPr/>
          <p:nvPr/>
        </p:nvCxnSpPr>
        <p:spPr>
          <a:xfrm>
            <a:off x="7879715" y="3942545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00435A7C-818A-0B4A-DF0E-69C7F592571E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594321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2FB3E25D-2AA5-FDCC-BC55-30E069C7A0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8900" y="2792825"/>
            <a:ext cx="1932256" cy="331577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A3A44D52-F325-0503-1942-266722A18D1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96375" y="2792825"/>
            <a:ext cx="1977496" cy="331577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609408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선택할 수 있는 버튼이 없어</a:t>
            </a:r>
            <a:r>
              <a:rPr lang="en-US" altLang="ko-KR" dirty="0"/>
              <a:t>, </a:t>
            </a:r>
            <a:r>
              <a:rPr lang="ko-KR" altLang="en-US" dirty="0"/>
              <a:t>기획의도 확인 후 버튼을 추가해야 함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25515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재무설계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은퇴설계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국민연금예상액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예측가능성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의도하지 않은 화면 전환이나 이벤트 등이 실행되는 경우 사용자가 이해할 수 있는 방법으로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화면이 전환되거나 팝업과 같은 이벤트가 실행되는 경우 이를 예측할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42C8C479-821C-B202-3BD2-BEEF0230DED2}"/>
              </a:ext>
            </a:extLst>
          </p:cNvPr>
          <p:cNvSpPr/>
          <p:nvPr/>
        </p:nvSpPr>
        <p:spPr>
          <a:xfrm>
            <a:off x="5168901" y="4450713"/>
            <a:ext cx="1932256" cy="165788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9AB6F2D1-E283-AE2D-259D-572BDDFCBB39}"/>
              </a:ext>
            </a:extLst>
          </p:cNvPr>
          <p:cNvCxnSpPr/>
          <p:nvPr/>
        </p:nvCxnSpPr>
        <p:spPr>
          <a:xfrm>
            <a:off x="8803640" y="4183845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37881D78-6B0E-DE67-41CE-7B0FAEA2CEE7}"/>
              </a:ext>
            </a:extLst>
          </p:cNvPr>
          <p:cNvSpPr/>
          <p:nvPr/>
        </p:nvSpPr>
        <p:spPr>
          <a:xfrm>
            <a:off x="7318994" y="4450713"/>
            <a:ext cx="1977495" cy="165788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xmlns="" id="{B2213911-A3CB-5C99-4C9A-B5A1FA940842}"/>
              </a:ext>
            </a:extLst>
          </p:cNvPr>
          <p:cNvCxnSpPr/>
          <p:nvPr/>
        </p:nvCxnSpPr>
        <p:spPr>
          <a:xfrm>
            <a:off x="6698615" y="4183845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err="1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개발기</a:t>
            </a: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확인불가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858445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0344599C-4C2D-C4F0-8CB7-9134C42B793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792825"/>
            <a:ext cx="2520000" cy="340042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65998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 err="1"/>
              <a:t>툴팁</a:t>
            </a:r>
            <a:r>
              <a:rPr lang="ko-KR" altLang="en-US" dirty="0"/>
              <a:t> 버튼에 초점이 진입하지 않고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초점이 진입할 수 있는 컨트롤 요소</a:t>
            </a:r>
            <a:r>
              <a:rPr lang="en-US" altLang="ko-KR" dirty="0"/>
              <a:t>(&lt;a&gt;, &lt;button&gt;)</a:t>
            </a:r>
            <a:r>
              <a:rPr lang="ko-KR" altLang="en-US" dirty="0"/>
              <a:t>으로 마크업을 수정해야 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549324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재무설계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은퇴설계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42C8C479-821C-B202-3BD2-BEEF0230DED2}"/>
              </a:ext>
            </a:extLst>
          </p:cNvPr>
          <p:cNvSpPr/>
          <p:nvPr/>
        </p:nvSpPr>
        <p:spPr>
          <a:xfrm>
            <a:off x="6579285" y="5545662"/>
            <a:ext cx="282525" cy="28363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xmlns="" id="{B2213911-A3CB-5C99-4C9A-B5A1FA940842}"/>
              </a:ext>
            </a:extLst>
          </p:cNvPr>
          <p:cNvCxnSpPr/>
          <p:nvPr/>
        </p:nvCxnSpPr>
        <p:spPr>
          <a:xfrm>
            <a:off x="6746924" y="5278794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15E2B392-9855-0504-5534-F9F3945A54B9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728189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DAF90E77-9A40-C670-9FA4-80A75562550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792825"/>
            <a:ext cx="2520000" cy="340042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8133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버튼이 아닌 콘텐츠를 버튼으로 인식하여 읽어주고 있음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</a:t>
            </a:r>
            <a:r>
              <a:rPr lang="ko-KR" altLang="en-US" dirty="0"/>
              <a:t>은퇴준비기간 </a:t>
            </a:r>
            <a:r>
              <a:rPr lang="en-US" altLang="ko-KR" dirty="0"/>
              <a:t>4</a:t>
            </a:r>
            <a:r>
              <a:rPr lang="ko-KR" altLang="en-US" dirty="0"/>
              <a:t>년 </a:t>
            </a:r>
            <a:r>
              <a:rPr lang="ko-KR" altLang="en-US" dirty="0" err="1"/>
              <a:t>은퇴기간이란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r>
              <a:rPr lang="en-US" altLang="ko-KR" dirty="0"/>
              <a:t>31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ko-KR" altLang="en-US" dirty="0"/>
              <a:t>버튼</a:t>
            </a:r>
            <a:r>
              <a:rPr lang="en-US" altLang="ko-KR" dirty="0"/>
              <a:t>, </a:t>
            </a:r>
            <a:r>
              <a:rPr lang="ko-KR" altLang="en-US" dirty="0"/>
              <a:t>상세 열기</a:t>
            </a:r>
            <a:endParaRPr lang="en-US" altLang="ko-KR" dirty="0"/>
          </a:p>
          <a:p>
            <a:r>
              <a:rPr lang="ko-KR" altLang="en-US" dirty="0">
                <a:highlight>
                  <a:srgbClr val="FFFF00"/>
                </a:highlight>
              </a:rPr>
              <a:t>재무설계 중 다른 메뉴</a:t>
            </a: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교육설계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결혼설계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이벤트설계</a:t>
            </a:r>
            <a:r>
              <a:rPr lang="en-US" altLang="ko-KR" dirty="0">
                <a:highlight>
                  <a:srgbClr val="FFFF00"/>
                </a:highlight>
              </a:rPr>
              <a:t>) </a:t>
            </a:r>
            <a:r>
              <a:rPr lang="ko-KR" altLang="en-US" dirty="0">
                <a:highlight>
                  <a:srgbClr val="FFFF00"/>
                </a:highlight>
              </a:rPr>
              <a:t>동일 오류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871935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재무설계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은퇴설계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예측가능성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의도하지 않은 화면 전환이나 이벤트 등이 실행되는 경우 사용자가 이해할 수 있는 방법으로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화면이 전환되거나 팝업과 같은 이벤트가 실행되는 경우 이를 예측할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42C8C479-821C-B202-3BD2-BEEF0230DED2}"/>
              </a:ext>
            </a:extLst>
          </p:cNvPr>
          <p:cNvSpPr/>
          <p:nvPr/>
        </p:nvSpPr>
        <p:spPr>
          <a:xfrm>
            <a:off x="5961538" y="4933655"/>
            <a:ext cx="2519996" cy="63846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xmlns="" id="{B2213911-A3CB-5C99-4C9A-B5A1FA940842}"/>
              </a:ext>
            </a:extLst>
          </p:cNvPr>
          <p:cNvCxnSpPr/>
          <p:nvPr/>
        </p:nvCxnSpPr>
        <p:spPr>
          <a:xfrm>
            <a:off x="6723771" y="4697769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8228A331-C67B-478F-DD77-3EF13B2C23D7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557769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xmlns="" id="{25CEE1AE-D6A3-331D-E56D-9A22E947703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792825"/>
            <a:ext cx="2520000" cy="340042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317294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버튼이 아닌 콘텐츠를 버튼으로 인식하여 읽어주고 있음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</a:t>
            </a:r>
            <a:r>
              <a:rPr lang="ko-KR" altLang="en-US" dirty="0"/>
              <a:t>본인 교육목표 현재연령 </a:t>
            </a:r>
            <a:r>
              <a:rPr lang="en-US" altLang="ko-KR" dirty="0"/>
              <a:t>59</a:t>
            </a:r>
            <a:r>
              <a:rPr lang="ko-KR" altLang="en-US" dirty="0"/>
              <a:t>세 총 교육기간 </a:t>
            </a:r>
            <a:r>
              <a:rPr lang="en-US" altLang="ko-KR" dirty="0"/>
              <a:t>5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ko-KR" altLang="en-US" dirty="0"/>
              <a:t>버튼</a:t>
            </a:r>
            <a:r>
              <a:rPr lang="en-US" altLang="ko-KR" dirty="0"/>
              <a:t>, </a:t>
            </a:r>
            <a:r>
              <a:rPr lang="ko-KR" altLang="en-US" dirty="0"/>
              <a:t>상세 열기</a:t>
            </a:r>
            <a:endParaRPr lang="en-US" altLang="ko-KR" dirty="0"/>
          </a:p>
          <a:p>
            <a:r>
              <a:rPr lang="ko-KR" altLang="en-US" dirty="0">
                <a:highlight>
                  <a:srgbClr val="FFFF00"/>
                </a:highlight>
              </a:rPr>
              <a:t>재무설계 중 다른 메뉴</a:t>
            </a: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교육설계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결혼설계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이벤트설계</a:t>
            </a:r>
            <a:r>
              <a:rPr lang="en-US" altLang="ko-KR" dirty="0">
                <a:highlight>
                  <a:srgbClr val="FFFF00"/>
                </a:highlight>
              </a:rPr>
              <a:t>) </a:t>
            </a:r>
            <a:r>
              <a:rPr lang="ko-KR" altLang="en-US" dirty="0">
                <a:highlight>
                  <a:srgbClr val="FFFF00"/>
                </a:highlight>
              </a:rPr>
              <a:t>동일 오류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  <a:p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873237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재무설계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교육설계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예측가능성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의도하지 않은 화면 전환이나 이벤트 등이 실행되는 경우 사용자가 이해할 수 있는 방법으로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화면이 전환되거나 팝업과 같은 이벤트가 실행되는 경우 이를 예측할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42C8C479-821C-B202-3BD2-BEEF0230DED2}"/>
              </a:ext>
            </a:extLst>
          </p:cNvPr>
          <p:cNvSpPr/>
          <p:nvPr/>
        </p:nvSpPr>
        <p:spPr>
          <a:xfrm>
            <a:off x="5961538" y="4933655"/>
            <a:ext cx="2519996" cy="63846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xmlns="" id="{B2213911-A3CB-5C99-4C9A-B5A1FA940842}"/>
              </a:ext>
            </a:extLst>
          </p:cNvPr>
          <p:cNvCxnSpPr/>
          <p:nvPr/>
        </p:nvCxnSpPr>
        <p:spPr>
          <a:xfrm>
            <a:off x="6723771" y="4697769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A578E62C-E098-23BC-A524-43D2227CAC0B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155366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xmlns="" id="{25CEE1AE-D6A3-331D-E56D-9A22E947703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792825"/>
            <a:ext cx="2520000" cy="340042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한 번 상세열기 동작을 하고 난 후에는 상세 열기 정보가 제공되고 있으나</a:t>
            </a:r>
            <a:r>
              <a:rPr lang="en-US" altLang="ko-KR" dirty="0"/>
              <a:t>, </a:t>
            </a:r>
            <a:r>
              <a:rPr lang="ko-KR" altLang="en-US" dirty="0"/>
              <a:t>페이지에 진입하자마자 스크린 리더로 탐색했을 경우 상세 열기 버튼에 대한 정보가 제공되지 않고 있음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재무설계 중 다른 메뉴</a:t>
            </a: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교육설계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결혼설계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이벤트설계</a:t>
            </a:r>
            <a:r>
              <a:rPr lang="en-US" altLang="ko-KR" dirty="0">
                <a:highlight>
                  <a:srgbClr val="FFFF00"/>
                </a:highlight>
              </a:rPr>
              <a:t>) </a:t>
            </a:r>
            <a:r>
              <a:rPr lang="ko-KR" altLang="en-US" dirty="0">
                <a:highlight>
                  <a:srgbClr val="FFFF00"/>
                </a:highlight>
              </a:rPr>
              <a:t>동일 오류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122634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재무설계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교육설계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42C8C479-821C-B202-3BD2-BEEF0230DED2}"/>
              </a:ext>
            </a:extLst>
          </p:cNvPr>
          <p:cNvSpPr/>
          <p:nvPr/>
        </p:nvSpPr>
        <p:spPr>
          <a:xfrm>
            <a:off x="6943725" y="5486105"/>
            <a:ext cx="533400" cy="32414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xmlns="" id="{B2213911-A3CB-5C99-4C9A-B5A1FA940842}"/>
              </a:ext>
            </a:extLst>
          </p:cNvPr>
          <p:cNvCxnSpPr/>
          <p:nvPr/>
        </p:nvCxnSpPr>
        <p:spPr>
          <a:xfrm>
            <a:off x="7220659" y="5240518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6A787C9-2749-0509-23C7-612E831E4853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392307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040B5834-F158-EA9C-9683-D35B04F3378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59950" y="2792825"/>
            <a:ext cx="2520000" cy="340042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252788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차트의 범례를 색상만으로 구분하고 있어 흑백 모드 사용자</a:t>
            </a:r>
            <a:r>
              <a:rPr lang="en-US" altLang="ko-KR" dirty="0"/>
              <a:t>, </a:t>
            </a:r>
            <a:r>
              <a:rPr lang="ko-KR" altLang="en-US" dirty="0" err="1"/>
              <a:t>저시력</a:t>
            </a:r>
            <a:r>
              <a:rPr lang="ko-KR" altLang="en-US" dirty="0"/>
              <a:t> 사용자는 정보를 정확하게 인지하기 어려움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차트의 범례를 패턴 등으로 구분할 수 있게 제공하거나 차트 내 값이 표시되는 텍스트 부분에 </a:t>
            </a:r>
            <a:r>
              <a:rPr lang="en-US" altLang="ko-KR" dirty="0"/>
              <a:t>"</a:t>
            </a:r>
            <a:r>
              <a:rPr lang="ko-KR" altLang="en-US" dirty="0"/>
              <a:t>범례</a:t>
            </a:r>
            <a:r>
              <a:rPr lang="en-US" altLang="ko-KR" dirty="0"/>
              <a:t>" </a:t>
            </a:r>
            <a:r>
              <a:rPr lang="ko-KR" altLang="en-US" dirty="0"/>
              <a:t>텍스트를 함께 제공해야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차트 영역의 스크린 리더로 읽을 수 없기 때문에 차트에 표현된 정보와 동일한 데이터 내용을 표로 표현하여 대체 수단을 제공해야 함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재무설계 중 다른 메뉴</a:t>
            </a: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교육설계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결혼설계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주택설계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이벤트설계</a:t>
            </a:r>
            <a:r>
              <a:rPr lang="en-US" altLang="ko-KR" dirty="0">
                <a:highlight>
                  <a:srgbClr val="FFFF00"/>
                </a:highlight>
              </a:rPr>
              <a:t>) </a:t>
            </a:r>
            <a:r>
              <a:rPr lang="ko-KR" altLang="en-US" dirty="0">
                <a:highlight>
                  <a:srgbClr val="FFFF00"/>
                </a:highlight>
              </a:rPr>
              <a:t>동일 오류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  <a:endParaRPr lang="en-US" altLang="ko-KR" dirty="0"/>
          </a:p>
          <a:p>
            <a:r>
              <a:rPr lang="en-US" altLang="ko-KR" dirty="0">
                <a:highlight>
                  <a:srgbClr val="FFFF00"/>
                </a:highlight>
              </a:rPr>
              <a:t>* 10</a:t>
            </a:r>
            <a:r>
              <a:rPr lang="ko-KR" altLang="en-US" dirty="0">
                <a:highlight>
                  <a:srgbClr val="FFFF00"/>
                </a:highlight>
              </a:rPr>
              <a:t>월 </a:t>
            </a:r>
            <a:r>
              <a:rPr lang="en-US" altLang="ko-KR" dirty="0">
                <a:highlight>
                  <a:srgbClr val="FFFF00"/>
                </a:highlight>
              </a:rPr>
              <a:t>4</a:t>
            </a:r>
            <a:r>
              <a:rPr lang="ko-KR" altLang="en-US" dirty="0">
                <a:highlight>
                  <a:srgbClr val="FFFF00"/>
                </a:highlight>
              </a:rPr>
              <a:t>일 </a:t>
            </a:r>
            <a:r>
              <a:rPr lang="en-US" altLang="ko-KR" dirty="0">
                <a:highlight>
                  <a:srgbClr val="FFFF00"/>
                </a:highlight>
              </a:rPr>
              <a:t>"</a:t>
            </a:r>
            <a:r>
              <a:rPr lang="ko-KR" altLang="en-US" dirty="0">
                <a:highlight>
                  <a:srgbClr val="FFFF00"/>
                </a:highlight>
              </a:rPr>
              <a:t>김명환 차장</a:t>
            </a:r>
            <a:r>
              <a:rPr lang="en-US" altLang="ko-KR" dirty="0">
                <a:highlight>
                  <a:srgbClr val="FFFF00"/>
                </a:highlight>
              </a:rPr>
              <a:t>"</a:t>
            </a:r>
            <a:r>
              <a:rPr lang="ko-KR" altLang="en-US" dirty="0">
                <a:highlight>
                  <a:srgbClr val="FFFF00"/>
                </a:highlight>
              </a:rPr>
              <a:t>님이 질의하신 내용에 대한 답변을 참고하여 개선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  <a:p>
            <a:pPr marL="0" indent="0">
              <a:buNone/>
            </a:pP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116714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재무설계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교육설계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색에 무관한 인식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정보는 색에 관계없이 인식될 수 있어야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콘텐츠에서 제공하는 모든 정보는 특정한 색을 구별할 수 없는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흑백 디스플레이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흑백 인쇄물을 보는 사용자 및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고대비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모드 사용자가 인식할 수 있도록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42C8C479-821C-B202-3BD2-BEEF0230DED2}"/>
              </a:ext>
            </a:extLst>
          </p:cNvPr>
          <p:cNvSpPr/>
          <p:nvPr/>
        </p:nvSpPr>
        <p:spPr>
          <a:xfrm>
            <a:off x="6143624" y="3302703"/>
            <a:ext cx="2190743" cy="180269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xmlns="" id="{B2213911-A3CB-5C99-4C9A-B5A1FA940842}"/>
              </a:ext>
            </a:extLst>
          </p:cNvPr>
          <p:cNvCxnSpPr/>
          <p:nvPr/>
        </p:nvCxnSpPr>
        <p:spPr>
          <a:xfrm>
            <a:off x="7221538" y="3057116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42388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04920884-1EFE-B7CF-B508-B9955B0B7B4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9316" y="2619375"/>
            <a:ext cx="2520000" cy="35738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317294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버튼이 아닌 콘텐츠를 버튼으로 인식하여 읽어주고 있음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</a:t>
            </a:r>
            <a:r>
              <a:rPr lang="ko-KR" altLang="en-US" dirty="0"/>
              <a:t>기간분석 현재연령 </a:t>
            </a:r>
            <a:r>
              <a:rPr lang="en-US" altLang="ko-KR" dirty="0"/>
              <a:t>59</a:t>
            </a:r>
            <a:r>
              <a:rPr lang="ko-KR" altLang="en-US" dirty="0"/>
              <a:t>세 필요시기 </a:t>
            </a:r>
            <a:r>
              <a:rPr lang="en-US" altLang="ko-KR" dirty="0"/>
              <a:t>1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ko-KR" altLang="en-US" dirty="0"/>
              <a:t>버튼</a:t>
            </a:r>
            <a:r>
              <a:rPr lang="en-US" altLang="ko-KR" dirty="0"/>
              <a:t>, </a:t>
            </a:r>
            <a:r>
              <a:rPr lang="ko-KR" altLang="en-US" dirty="0"/>
              <a:t>상세 열기</a:t>
            </a:r>
            <a:endParaRPr lang="en-US" altLang="ko-KR" dirty="0"/>
          </a:p>
          <a:p>
            <a:r>
              <a:rPr lang="ko-KR" altLang="en-US" dirty="0">
                <a:highlight>
                  <a:srgbClr val="FFFF00"/>
                </a:highlight>
              </a:rPr>
              <a:t>재무설계 중 다른 메뉴</a:t>
            </a: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교육설계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결혼설계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이벤트설계</a:t>
            </a:r>
            <a:r>
              <a:rPr lang="en-US" altLang="ko-KR" dirty="0">
                <a:highlight>
                  <a:srgbClr val="FFFF00"/>
                </a:highlight>
              </a:rPr>
              <a:t>) </a:t>
            </a:r>
            <a:r>
              <a:rPr lang="ko-KR" altLang="en-US" dirty="0">
                <a:highlight>
                  <a:srgbClr val="FFFF00"/>
                </a:highlight>
              </a:rPr>
              <a:t>동일 오류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  <a:p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296624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재무설계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결혼설계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예측가능성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의도하지 않은 화면 전환이나 이벤트 등이 실행되는 경우 사용자가 이해할 수 있는 방법으로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화면이 전환되거나 팝업과 같은 이벤트가 실행되는 경우 이를 예측할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42C8C479-821C-B202-3BD2-BEEF0230DED2}"/>
              </a:ext>
            </a:extLst>
          </p:cNvPr>
          <p:cNvSpPr/>
          <p:nvPr/>
        </p:nvSpPr>
        <p:spPr>
          <a:xfrm>
            <a:off x="5969320" y="5141736"/>
            <a:ext cx="2519996" cy="82091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xmlns="" id="{B2213911-A3CB-5C99-4C9A-B5A1FA940842}"/>
              </a:ext>
            </a:extLst>
          </p:cNvPr>
          <p:cNvCxnSpPr/>
          <p:nvPr/>
        </p:nvCxnSpPr>
        <p:spPr>
          <a:xfrm>
            <a:off x="6714246" y="4896149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06DACC5A-2A78-1875-5697-CDAD13B2A9C9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214294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E6103EBD-EBBD-66FE-ECED-3CFFEB028E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9316" y="2619375"/>
            <a:ext cx="2520000" cy="35738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한 번 상세열기 동작을 하고 난 후에는 상세 열기 정보가 제공되고 있으나</a:t>
            </a:r>
            <a:r>
              <a:rPr lang="en-US" altLang="ko-KR" dirty="0"/>
              <a:t>, </a:t>
            </a:r>
            <a:r>
              <a:rPr lang="ko-KR" altLang="en-US" dirty="0"/>
              <a:t>페이지에 진입하자마자 스크린 리더로 탐색했을 경우 상세 열기 버튼에 대한 정보가 제공되지 않고 있음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재무설계 중 다른 메뉴</a:t>
            </a: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교육설계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결혼설계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이벤트설계</a:t>
            </a:r>
            <a:r>
              <a:rPr lang="en-US" altLang="ko-KR" dirty="0">
                <a:highlight>
                  <a:srgbClr val="FFFF00"/>
                </a:highlight>
              </a:rPr>
              <a:t>) </a:t>
            </a:r>
            <a:r>
              <a:rPr lang="ko-KR" altLang="en-US" dirty="0">
                <a:highlight>
                  <a:srgbClr val="FFFF00"/>
                </a:highlight>
              </a:rPr>
              <a:t>동일 오류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33761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재무설계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결혼설계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42C8C479-821C-B202-3BD2-BEEF0230DED2}"/>
              </a:ext>
            </a:extLst>
          </p:cNvPr>
          <p:cNvSpPr/>
          <p:nvPr/>
        </p:nvSpPr>
        <p:spPr>
          <a:xfrm>
            <a:off x="6943725" y="5869107"/>
            <a:ext cx="533400" cy="32414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xmlns="" id="{B2213911-A3CB-5C99-4C9A-B5A1FA940842}"/>
              </a:ext>
            </a:extLst>
          </p:cNvPr>
          <p:cNvCxnSpPr/>
          <p:nvPr/>
        </p:nvCxnSpPr>
        <p:spPr>
          <a:xfrm>
            <a:off x="7220659" y="5623520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A46A94B8-5A9E-5E94-C7E0-510972E743F9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592266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040B5834-F158-EA9C-9683-D35B04F3378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59950" y="2792825"/>
            <a:ext cx="2520000" cy="340042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252788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차트의 범례를 색상만으로 구분하고 있어 흑백 모드 사용자</a:t>
            </a:r>
            <a:r>
              <a:rPr lang="en-US" altLang="ko-KR" dirty="0"/>
              <a:t>, </a:t>
            </a:r>
            <a:r>
              <a:rPr lang="ko-KR" altLang="en-US" dirty="0" err="1"/>
              <a:t>저시력</a:t>
            </a:r>
            <a:r>
              <a:rPr lang="ko-KR" altLang="en-US" dirty="0"/>
              <a:t> 사용자는 정보를 정확하게 인지하기 어려움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차트의 범례를 패턴 등으로 구분할 수 있게 제공하거나 차트 내 값이 표시되는 텍스트 부분에 </a:t>
            </a:r>
            <a:r>
              <a:rPr lang="en-US" altLang="ko-KR" dirty="0"/>
              <a:t>"</a:t>
            </a:r>
            <a:r>
              <a:rPr lang="ko-KR" altLang="en-US" dirty="0"/>
              <a:t>범례</a:t>
            </a:r>
            <a:r>
              <a:rPr lang="en-US" altLang="ko-KR" dirty="0"/>
              <a:t>" </a:t>
            </a:r>
            <a:r>
              <a:rPr lang="ko-KR" altLang="en-US" dirty="0"/>
              <a:t>텍스트를 함께 제공해야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차트 영역의 스크린 리더로 읽을 수 없기 때문에 차트에 표현된 정보와 동일한 데이터 내용을 표로 표현하여 대체 수단을 제공해야 함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재무설계 중 다른 메뉴</a:t>
            </a: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교육설계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결혼설계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주택설계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이벤트설계</a:t>
            </a:r>
            <a:r>
              <a:rPr lang="en-US" altLang="ko-KR" dirty="0">
                <a:highlight>
                  <a:srgbClr val="FFFF00"/>
                </a:highlight>
              </a:rPr>
              <a:t>) </a:t>
            </a:r>
            <a:r>
              <a:rPr lang="ko-KR" altLang="en-US" dirty="0">
                <a:highlight>
                  <a:srgbClr val="FFFF00"/>
                </a:highlight>
              </a:rPr>
              <a:t>동일 오류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  <a:endParaRPr lang="en-US" altLang="ko-KR" dirty="0"/>
          </a:p>
          <a:p>
            <a:r>
              <a:rPr lang="en-US" altLang="ko-KR" dirty="0">
                <a:highlight>
                  <a:srgbClr val="FFFF00"/>
                </a:highlight>
              </a:rPr>
              <a:t>* 10</a:t>
            </a:r>
            <a:r>
              <a:rPr lang="ko-KR" altLang="en-US" dirty="0">
                <a:highlight>
                  <a:srgbClr val="FFFF00"/>
                </a:highlight>
              </a:rPr>
              <a:t>월 </a:t>
            </a:r>
            <a:r>
              <a:rPr lang="en-US" altLang="ko-KR" dirty="0">
                <a:highlight>
                  <a:srgbClr val="FFFF00"/>
                </a:highlight>
              </a:rPr>
              <a:t>4</a:t>
            </a:r>
            <a:r>
              <a:rPr lang="ko-KR" altLang="en-US" dirty="0">
                <a:highlight>
                  <a:srgbClr val="FFFF00"/>
                </a:highlight>
              </a:rPr>
              <a:t>일 </a:t>
            </a:r>
            <a:r>
              <a:rPr lang="en-US" altLang="ko-KR" dirty="0">
                <a:highlight>
                  <a:srgbClr val="FFFF00"/>
                </a:highlight>
              </a:rPr>
              <a:t>"</a:t>
            </a:r>
            <a:r>
              <a:rPr lang="ko-KR" altLang="en-US" dirty="0">
                <a:highlight>
                  <a:srgbClr val="FFFF00"/>
                </a:highlight>
              </a:rPr>
              <a:t>김명환 차장</a:t>
            </a:r>
            <a:r>
              <a:rPr lang="en-US" altLang="ko-KR" dirty="0">
                <a:highlight>
                  <a:srgbClr val="FFFF00"/>
                </a:highlight>
              </a:rPr>
              <a:t>"</a:t>
            </a:r>
            <a:r>
              <a:rPr lang="ko-KR" altLang="en-US" dirty="0">
                <a:highlight>
                  <a:srgbClr val="FFFF00"/>
                </a:highlight>
              </a:rPr>
              <a:t>님이 질의하신 내용에 대한 답변을 참고하여 개선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  <a:p>
            <a:pPr marL="0" indent="0">
              <a:buNone/>
            </a:pP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325742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재무설계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결혼설계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색에 무관한 인식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정보는 색에 관계없이 인식될 수 있어야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콘텐츠에서 제공하는 모든 정보는 특정한 색을 구별할 수 없는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흑백 디스플레이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흑백 인쇄물을 보는 사용자 및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고대비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모드 사용자가 인식할 수 있도록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42C8C479-821C-B202-3BD2-BEEF0230DED2}"/>
              </a:ext>
            </a:extLst>
          </p:cNvPr>
          <p:cNvSpPr/>
          <p:nvPr/>
        </p:nvSpPr>
        <p:spPr>
          <a:xfrm>
            <a:off x="6143624" y="3302703"/>
            <a:ext cx="2190743" cy="180269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xmlns="" id="{B2213911-A3CB-5C99-4C9A-B5A1FA940842}"/>
              </a:ext>
            </a:extLst>
          </p:cNvPr>
          <p:cNvCxnSpPr/>
          <p:nvPr/>
        </p:nvCxnSpPr>
        <p:spPr>
          <a:xfrm>
            <a:off x="7221538" y="3057116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187484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E6103EBD-EBBD-66FE-ECED-3CFFEB028E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9316" y="2619375"/>
            <a:ext cx="2520000" cy="35738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한 번 상세열기 동작을 하고 난 후에는 상세 열기 정보가 제공되고 있으나</a:t>
            </a:r>
            <a:r>
              <a:rPr lang="en-US" altLang="ko-KR" dirty="0"/>
              <a:t>, </a:t>
            </a:r>
            <a:r>
              <a:rPr lang="ko-KR" altLang="en-US" dirty="0"/>
              <a:t>페이지에 진입하자마자 스크린 리더로 탐색했을 경우 상세 열기 버튼에 대한 정보가 제공되지 않고 있음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재무설계 중 다른 메뉴</a:t>
            </a: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교육설계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결혼설계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이벤트설계</a:t>
            </a:r>
            <a:r>
              <a:rPr lang="en-US" altLang="ko-KR" dirty="0">
                <a:highlight>
                  <a:srgbClr val="FFFF00"/>
                </a:highlight>
              </a:rPr>
              <a:t>) </a:t>
            </a:r>
            <a:r>
              <a:rPr lang="ko-KR" altLang="en-US" dirty="0">
                <a:highlight>
                  <a:srgbClr val="FFFF00"/>
                </a:highlight>
              </a:rPr>
              <a:t>동일 오류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807863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재무설계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주택설계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42C8C479-821C-B202-3BD2-BEEF0230DED2}"/>
              </a:ext>
            </a:extLst>
          </p:cNvPr>
          <p:cNvSpPr/>
          <p:nvPr/>
        </p:nvSpPr>
        <p:spPr>
          <a:xfrm>
            <a:off x="6943725" y="5869107"/>
            <a:ext cx="533400" cy="32414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xmlns="" id="{B2213911-A3CB-5C99-4C9A-B5A1FA940842}"/>
              </a:ext>
            </a:extLst>
          </p:cNvPr>
          <p:cNvCxnSpPr/>
          <p:nvPr/>
        </p:nvCxnSpPr>
        <p:spPr>
          <a:xfrm>
            <a:off x="7220659" y="5623520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E7F1575F-E705-FD36-5077-4FA139CB1FEA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616565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C9358C1-8AB7-A463-3AA1-195182924F1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59950" y="2792824"/>
            <a:ext cx="2520000" cy="340042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252788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차트의 범례를 색상만으로 구분하고 있어 흑백 모드 사용자</a:t>
            </a:r>
            <a:r>
              <a:rPr lang="en-US" altLang="ko-KR" dirty="0"/>
              <a:t>, </a:t>
            </a:r>
            <a:r>
              <a:rPr lang="ko-KR" altLang="en-US" dirty="0" err="1"/>
              <a:t>저시력</a:t>
            </a:r>
            <a:r>
              <a:rPr lang="ko-KR" altLang="en-US" dirty="0"/>
              <a:t> 사용자는 정보를 정확하게 인지하기 어려움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차트의 범례를 패턴 등으로 구분할 수 있게 제공하거나 차트 내 값이 표시되는 텍스트 부분에 </a:t>
            </a:r>
            <a:r>
              <a:rPr lang="en-US" altLang="ko-KR" dirty="0"/>
              <a:t>"</a:t>
            </a:r>
            <a:r>
              <a:rPr lang="ko-KR" altLang="en-US" dirty="0"/>
              <a:t>범례</a:t>
            </a:r>
            <a:r>
              <a:rPr lang="en-US" altLang="ko-KR" dirty="0"/>
              <a:t>" </a:t>
            </a:r>
            <a:r>
              <a:rPr lang="ko-KR" altLang="en-US" dirty="0"/>
              <a:t>텍스트를 함께 제공해야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차트 영역의 스크린 리더로 읽을 수 없기 때문에 차트에 표현된 정보와 동일한 데이터 내용을 표로 표현하여 대체 수단을 제공해야 함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재무설계 중 다른 메뉴</a:t>
            </a: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교육설계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결혼설계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주택설계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이벤트설계</a:t>
            </a:r>
            <a:r>
              <a:rPr lang="en-US" altLang="ko-KR" dirty="0">
                <a:highlight>
                  <a:srgbClr val="FFFF00"/>
                </a:highlight>
              </a:rPr>
              <a:t>) </a:t>
            </a:r>
            <a:r>
              <a:rPr lang="ko-KR" altLang="en-US" dirty="0">
                <a:highlight>
                  <a:srgbClr val="FFFF00"/>
                </a:highlight>
              </a:rPr>
              <a:t>동일 오류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  <a:endParaRPr lang="en-US" altLang="ko-KR" dirty="0"/>
          </a:p>
          <a:p>
            <a:r>
              <a:rPr lang="en-US" altLang="ko-KR" dirty="0">
                <a:highlight>
                  <a:srgbClr val="FFFF00"/>
                </a:highlight>
              </a:rPr>
              <a:t>* 10</a:t>
            </a:r>
            <a:r>
              <a:rPr lang="ko-KR" altLang="en-US" dirty="0">
                <a:highlight>
                  <a:srgbClr val="FFFF00"/>
                </a:highlight>
              </a:rPr>
              <a:t>월 </a:t>
            </a:r>
            <a:r>
              <a:rPr lang="en-US" altLang="ko-KR" dirty="0">
                <a:highlight>
                  <a:srgbClr val="FFFF00"/>
                </a:highlight>
              </a:rPr>
              <a:t>4</a:t>
            </a:r>
            <a:r>
              <a:rPr lang="ko-KR" altLang="en-US" dirty="0">
                <a:highlight>
                  <a:srgbClr val="FFFF00"/>
                </a:highlight>
              </a:rPr>
              <a:t>일 </a:t>
            </a:r>
            <a:r>
              <a:rPr lang="en-US" altLang="ko-KR" dirty="0">
                <a:highlight>
                  <a:srgbClr val="FFFF00"/>
                </a:highlight>
              </a:rPr>
              <a:t>"</a:t>
            </a:r>
            <a:r>
              <a:rPr lang="ko-KR" altLang="en-US" dirty="0">
                <a:highlight>
                  <a:srgbClr val="FFFF00"/>
                </a:highlight>
              </a:rPr>
              <a:t>김명환 차장</a:t>
            </a:r>
            <a:r>
              <a:rPr lang="en-US" altLang="ko-KR" dirty="0">
                <a:highlight>
                  <a:srgbClr val="FFFF00"/>
                </a:highlight>
              </a:rPr>
              <a:t>"</a:t>
            </a:r>
            <a:r>
              <a:rPr lang="ko-KR" altLang="en-US" dirty="0">
                <a:highlight>
                  <a:srgbClr val="FFFF00"/>
                </a:highlight>
              </a:rPr>
              <a:t>님이 질의하신 내용에 대한 답변을 참고하여 개선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  <a:p>
            <a:pPr marL="0" indent="0">
              <a:buNone/>
            </a:pP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921732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재무설계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주택설계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색에 무관한 인식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정보는 색에 관계없이 인식될 수 있어야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콘텐츠에서 제공하는 모든 정보는 특정한 색을 구별할 수 없는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흑백 디스플레이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흑백 인쇄물을 보는 사용자 및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고대비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모드 사용자가 인식할 수 있도록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42C8C479-821C-B202-3BD2-BEEF0230DED2}"/>
              </a:ext>
            </a:extLst>
          </p:cNvPr>
          <p:cNvSpPr/>
          <p:nvPr/>
        </p:nvSpPr>
        <p:spPr>
          <a:xfrm>
            <a:off x="6143624" y="3302703"/>
            <a:ext cx="2190743" cy="180269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xmlns="" id="{B2213911-A3CB-5C99-4C9A-B5A1FA940842}"/>
              </a:ext>
            </a:extLst>
          </p:cNvPr>
          <p:cNvCxnSpPr/>
          <p:nvPr/>
        </p:nvCxnSpPr>
        <p:spPr>
          <a:xfrm>
            <a:off x="7221538" y="3057116"/>
            <a:ext cx="0" cy="24558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57271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704C133E-29F6-424D-43A7-7511C189F34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59950" y="2420523"/>
            <a:ext cx="2520000" cy="40691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8133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동일한 페이지에</a:t>
            </a:r>
            <a:r>
              <a:rPr lang="en-US" altLang="ko-KR" dirty="0"/>
              <a:t> </a:t>
            </a:r>
            <a:r>
              <a:rPr lang="ko-KR" altLang="en-US" dirty="0"/>
              <a:t>같은 기능을 하는 </a:t>
            </a:r>
            <a:r>
              <a:rPr lang="ko-KR" altLang="en-US" dirty="0" err="1"/>
              <a:t>토글</a:t>
            </a:r>
            <a:r>
              <a:rPr lang="ko-KR" altLang="en-US" dirty="0"/>
              <a:t> 버튼에 대한 레이블이 누락됨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이벤트별로 </a:t>
            </a:r>
            <a:r>
              <a:rPr lang="ko-KR" altLang="en-US" dirty="0" err="1"/>
              <a:t>토글</a:t>
            </a:r>
            <a:r>
              <a:rPr lang="ko-KR" altLang="en-US" dirty="0"/>
              <a:t> 버튼을 구별할 수 있도록 레이블을 추가해야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</a:t>
            </a:r>
            <a:r>
              <a:rPr lang="ko-KR" altLang="en-US" dirty="0"/>
              <a:t>이벤트</a:t>
            </a:r>
            <a:r>
              <a:rPr lang="en-US" altLang="ko-KR" dirty="0"/>
              <a:t>1 </a:t>
            </a:r>
            <a:r>
              <a:rPr lang="ko-KR" altLang="en-US" dirty="0"/>
              <a:t>선택됨 </a:t>
            </a:r>
            <a:r>
              <a:rPr lang="en-US" altLang="ko-KR" dirty="0"/>
              <a:t>/ </a:t>
            </a:r>
            <a:r>
              <a:rPr lang="ko-KR" altLang="en-US" dirty="0"/>
              <a:t>이벤트</a:t>
            </a:r>
            <a:r>
              <a:rPr lang="en-US" altLang="ko-KR" dirty="0"/>
              <a:t>2 </a:t>
            </a:r>
            <a:r>
              <a:rPr lang="ko-KR" altLang="en-US" dirty="0" err="1"/>
              <a:t>선택안됨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/>
              <a:t>이벤트</a:t>
            </a:r>
            <a:r>
              <a:rPr lang="en-US" altLang="ko-KR" dirty="0"/>
              <a:t>3 </a:t>
            </a:r>
            <a:r>
              <a:rPr lang="ko-KR" altLang="en-US" dirty="0" err="1"/>
              <a:t>선택안됨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132265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재무설계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이벤트설계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42C8C479-821C-B202-3BD2-BEEF0230DED2}"/>
              </a:ext>
            </a:extLst>
          </p:cNvPr>
          <p:cNvSpPr/>
          <p:nvPr/>
        </p:nvSpPr>
        <p:spPr>
          <a:xfrm>
            <a:off x="7951966" y="5662613"/>
            <a:ext cx="449084" cy="20649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xmlns="" id="{B2213911-A3CB-5C99-4C9A-B5A1FA940842}"/>
              </a:ext>
            </a:extLst>
          </p:cNvPr>
          <p:cNvCxnSpPr>
            <a:cxnSpLocks/>
          </p:cNvCxnSpPr>
          <p:nvPr/>
        </p:nvCxnSpPr>
        <p:spPr>
          <a:xfrm flipH="1">
            <a:off x="8401050" y="5764332"/>
            <a:ext cx="268763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2DE6CB8E-D792-7A8E-794B-C35721269851}"/>
              </a:ext>
            </a:extLst>
          </p:cNvPr>
          <p:cNvSpPr/>
          <p:nvPr/>
        </p:nvSpPr>
        <p:spPr>
          <a:xfrm>
            <a:off x="7951966" y="5998252"/>
            <a:ext cx="449084" cy="20649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xmlns="" id="{C1DC5E04-E777-B9D7-A517-7A437E943798}"/>
              </a:ext>
            </a:extLst>
          </p:cNvPr>
          <p:cNvCxnSpPr>
            <a:cxnSpLocks/>
          </p:cNvCxnSpPr>
          <p:nvPr/>
        </p:nvCxnSpPr>
        <p:spPr>
          <a:xfrm flipH="1">
            <a:off x="8401050" y="6099971"/>
            <a:ext cx="268763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1B216455-6C78-374E-9420-70675BD75D92}"/>
              </a:ext>
            </a:extLst>
          </p:cNvPr>
          <p:cNvSpPr/>
          <p:nvPr/>
        </p:nvSpPr>
        <p:spPr>
          <a:xfrm>
            <a:off x="7951966" y="3841972"/>
            <a:ext cx="449084" cy="20649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xmlns="" id="{C7E4FC92-A567-C8BD-5E90-BF76A6D56BA8}"/>
              </a:ext>
            </a:extLst>
          </p:cNvPr>
          <p:cNvCxnSpPr>
            <a:cxnSpLocks/>
          </p:cNvCxnSpPr>
          <p:nvPr/>
        </p:nvCxnSpPr>
        <p:spPr>
          <a:xfrm flipH="1">
            <a:off x="8401050" y="3943691"/>
            <a:ext cx="268763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92F00E9A-E89B-721A-53B5-F2FFB01F73C4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999667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50A8C847-0DA4-45AE-3E5E-47F8BF3B01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59950" y="2420523"/>
            <a:ext cx="2520000" cy="406917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6458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동일한 페이지에</a:t>
            </a:r>
            <a:r>
              <a:rPr lang="en-US" altLang="ko-KR" dirty="0"/>
              <a:t> </a:t>
            </a:r>
            <a:r>
              <a:rPr lang="ko-KR" altLang="en-US" dirty="0"/>
              <a:t>같은 기능을 하는 입력서식에 대한 레이블이 누락됨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이벤트별로 입력서식을 구별할 수 있도록 레이블을 추가해야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</a:t>
            </a:r>
            <a:r>
              <a:rPr lang="ko-KR" altLang="en-US" dirty="0"/>
              <a:t>이벤트</a:t>
            </a:r>
            <a:r>
              <a:rPr lang="en-US" altLang="ko-KR" dirty="0"/>
              <a:t>1 </a:t>
            </a:r>
            <a:r>
              <a:rPr lang="ko-KR" altLang="en-US" dirty="0"/>
              <a:t>이벤트명 입력 </a:t>
            </a:r>
            <a:r>
              <a:rPr lang="en-US" altLang="ko-KR" dirty="0"/>
              <a:t>/ </a:t>
            </a:r>
            <a:r>
              <a:rPr lang="ko-KR" altLang="en-US" dirty="0"/>
              <a:t>이벤트</a:t>
            </a:r>
            <a:r>
              <a:rPr lang="en-US" altLang="ko-KR" dirty="0"/>
              <a:t>1 </a:t>
            </a:r>
            <a:r>
              <a:rPr lang="ko-KR" altLang="en-US" dirty="0"/>
              <a:t>필요시기 연령 입력 </a:t>
            </a:r>
            <a:r>
              <a:rPr lang="en-US" altLang="ko-KR" dirty="0"/>
              <a:t>/ </a:t>
            </a:r>
            <a:r>
              <a:rPr lang="ko-KR" altLang="en-US" dirty="0"/>
              <a:t>이벤트</a:t>
            </a:r>
            <a:r>
              <a:rPr lang="en-US" altLang="ko-KR" dirty="0"/>
              <a:t>1 </a:t>
            </a:r>
            <a:r>
              <a:rPr lang="ko-KR" altLang="en-US" dirty="0"/>
              <a:t>필요자금 </a:t>
            </a:r>
            <a:r>
              <a:rPr lang="ko-KR" altLang="en-US"/>
              <a:t>금액 입력</a:t>
            </a:r>
            <a:endParaRPr lang="en-US" altLang="ko-KR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재무설계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이벤트설계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42C8C479-821C-B202-3BD2-BEEF0230DED2}"/>
              </a:ext>
            </a:extLst>
          </p:cNvPr>
          <p:cNvSpPr/>
          <p:nvPr/>
        </p:nvSpPr>
        <p:spPr>
          <a:xfrm>
            <a:off x="7784326" y="3351183"/>
            <a:ext cx="449084" cy="32041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xmlns="" id="{B2213911-A3CB-5C99-4C9A-B5A1FA940842}"/>
              </a:ext>
            </a:extLst>
          </p:cNvPr>
          <p:cNvCxnSpPr>
            <a:cxnSpLocks/>
          </p:cNvCxnSpPr>
          <p:nvPr/>
        </p:nvCxnSpPr>
        <p:spPr>
          <a:xfrm flipH="1">
            <a:off x="8261749" y="3609142"/>
            <a:ext cx="268763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1B216455-6C78-374E-9420-70675BD75D92}"/>
              </a:ext>
            </a:extLst>
          </p:cNvPr>
          <p:cNvSpPr/>
          <p:nvPr/>
        </p:nvSpPr>
        <p:spPr>
          <a:xfrm>
            <a:off x="6637268" y="2942812"/>
            <a:ext cx="1763782" cy="20649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xmlns="" id="{C7E4FC92-A567-C8BD-5E90-BF76A6D56BA8}"/>
              </a:ext>
            </a:extLst>
          </p:cNvPr>
          <p:cNvCxnSpPr>
            <a:cxnSpLocks/>
          </p:cNvCxnSpPr>
          <p:nvPr/>
        </p:nvCxnSpPr>
        <p:spPr>
          <a:xfrm flipH="1">
            <a:off x="8396131" y="3044531"/>
            <a:ext cx="268763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5D605E93-6B0C-7B30-A8E6-F3023583C27D}"/>
              </a:ext>
            </a:extLst>
          </p:cNvPr>
          <p:cNvSpPr/>
          <p:nvPr/>
        </p:nvSpPr>
        <p:spPr>
          <a:xfrm>
            <a:off x="7784326" y="3788771"/>
            <a:ext cx="449084" cy="32041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xmlns="" id="{103CB386-CC02-E9C9-F40D-318447C6D4FB}"/>
              </a:ext>
            </a:extLst>
          </p:cNvPr>
          <p:cNvCxnSpPr>
            <a:cxnSpLocks/>
          </p:cNvCxnSpPr>
          <p:nvPr/>
        </p:nvCxnSpPr>
        <p:spPr>
          <a:xfrm flipH="1">
            <a:off x="8261749" y="4046730"/>
            <a:ext cx="268763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2D9C0240-5BCF-7239-92EB-2071BFC9AC0F}"/>
              </a:ext>
            </a:extLst>
          </p:cNvPr>
          <p:cNvSpPr/>
          <p:nvPr/>
        </p:nvSpPr>
        <p:spPr>
          <a:xfrm>
            <a:off x="7784326" y="5203149"/>
            <a:ext cx="449084" cy="32041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xmlns="" id="{708FFC6D-04AF-5451-2631-A5E84777D37A}"/>
              </a:ext>
            </a:extLst>
          </p:cNvPr>
          <p:cNvCxnSpPr>
            <a:cxnSpLocks/>
          </p:cNvCxnSpPr>
          <p:nvPr/>
        </p:nvCxnSpPr>
        <p:spPr>
          <a:xfrm flipH="1">
            <a:off x="8261749" y="5461108"/>
            <a:ext cx="268763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F8F54C01-6246-3EBE-AD69-B11AB4A1658E}"/>
              </a:ext>
            </a:extLst>
          </p:cNvPr>
          <p:cNvSpPr/>
          <p:nvPr/>
        </p:nvSpPr>
        <p:spPr>
          <a:xfrm>
            <a:off x="6637268" y="4794778"/>
            <a:ext cx="1763782" cy="20649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xmlns="" id="{4FC5FB62-4A51-CE3D-C03D-AD895BF1EA1A}"/>
              </a:ext>
            </a:extLst>
          </p:cNvPr>
          <p:cNvCxnSpPr>
            <a:cxnSpLocks/>
          </p:cNvCxnSpPr>
          <p:nvPr/>
        </p:nvCxnSpPr>
        <p:spPr>
          <a:xfrm flipH="1">
            <a:off x="8396131" y="4896497"/>
            <a:ext cx="268763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D0D316FB-DBBB-4C7C-38E5-A94D0B434D17}"/>
              </a:ext>
            </a:extLst>
          </p:cNvPr>
          <p:cNvSpPr/>
          <p:nvPr/>
        </p:nvSpPr>
        <p:spPr>
          <a:xfrm>
            <a:off x="7784326" y="5640737"/>
            <a:ext cx="449084" cy="32041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xmlns="" id="{ADC3FE65-0E47-7C5A-40CD-CA5EC9BAE19F}"/>
              </a:ext>
            </a:extLst>
          </p:cNvPr>
          <p:cNvCxnSpPr>
            <a:cxnSpLocks/>
          </p:cNvCxnSpPr>
          <p:nvPr/>
        </p:nvCxnSpPr>
        <p:spPr>
          <a:xfrm flipH="1">
            <a:off x="8261749" y="5898696"/>
            <a:ext cx="268763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타원 22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err="1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외부인앱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367546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609408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인앱으로 제공하는 외부 서비스에 대한 접근성이 준수되어야 함</a:t>
            </a:r>
            <a:r>
              <a:rPr lang="en-US" altLang="ko-KR"/>
              <a:t>.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519991"/>
              </p:ext>
            </p:extLst>
          </p:nvPr>
        </p:nvGraphicFramePr>
        <p:xfrm>
          <a:off x="415926" y="808726"/>
          <a:ext cx="9074151" cy="83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공연예매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 descr="텍스트, 스크린샷, 인간의 얼굴, 소프트웨어이(가) 표시된 사진&#10;&#10;자동 생성된 설명">
            <a:extLst>
              <a:ext uri="{FF2B5EF4-FFF2-40B4-BE49-F238E27FC236}">
                <a16:creationId xmlns:a16="http://schemas.microsoft.com/office/drawing/2014/main" xmlns="" id="{9B5A5B33-CC6F-0934-6C69-DA3DAB356B2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59950" y="2628900"/>
            <a:ext cx="2520000" cy="36861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" name="타원 7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err="1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외부인앱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41356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609408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인앱으로 제공하는 외부 서비스에 대한 접근성이 준수되어야 함</a:t>
            </a:r>
            <a:r>
              <a:rPr lang="en-US" altLang="ko-KR"/>
              <a:t>.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912922"/>
              </p:ext>
            </p:extLst>
          </p:nvPr>
        </p:nvGraphicFramePr>
        <p:xfrm>
          <a:off x="415926" y="808726"/>
          <a:ext cx="9074151" cy="83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공연검색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 descr="텍스트, 스크린샷, 인간의 얼굴, 소프트웨어이(가) 표시된 사진&#10;&#10;자동 생성된 설명">
            <a:extLst>
              <a:ext uri="{FF2B5EF4-FFF2-40B4-BE49-F238E27FC236}">
                <a16:creationId xmlns:a16="http://schemas.microsoft.com/office/drawing/2014/main" xmlns="" id="{9B5A5B33-CC6F-0934-6C69-DA3DAB356B2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59950" y="2628900"/>
            <a:ext cx="2520000" cy="36861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" name="타원 7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err="1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외부인앱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36616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xmlns="" id="{52FBB990-29BE-E16B-2103-A481404EFD7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628899"/>
            <a:ext cx="2520000" cy="36861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843959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인앱으로 제공하는 외부 서비스에 대한 접근성이 준수되어야 함</a:t>
            </a:r>
            <a:r>
              <a:rPr lang="en-US" altLang="ko-KR"/>
              <a:t>.</a:t>
            </a:r>
          </a:p>
          <a:p>
            <a:r>
              <a:rPr lang="ko-KR" altLang="en-US"/>
              <a:t>또한</a:t>
            </a:r>
            <a:r>
              <a:rPr lang="en-US" altLang="ko-KR"/>
              <a:t>, </a:t>
            </a:r>
            <a:r>
              <a:rPr lang="ko-KR" altLang="en-US"/>
              <a:t>예매내역으로 이동 시 오류가 발생 함</a:t>
            </a:r>
            <a:r>
              <a:rPr lang="en-US" altLang="ko-KR"/>
              <a:t>.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463739"/>
              </p:ext>
            </p:extLst>
          </p:nvPr>
        </p:nvGraphicFramePr>
        <p:xfrm>
          <a:off x="415926" y="808726"/>
          <a:ext cx="9074151" cy="83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예매내역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err="1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외부인앱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959116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CF760CCB-2B5D-E6F3-3E25-36C3CCD6BD2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363377"/>
            <a:ext cx="2520000" cy="408779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해당 버튼명에 대한 정보가 제공되지 않아 스크린 리더 상에서  </a:t>
            </a:r>
            <a:r>
              <a:rPr lang="en-US" altLang="ko-KR" dirty="0"/>
              <a:t>"</a:t>
            </a:r>
            <a:r>
              <a:rPr lang="ko-KR" altLang="en-US" dirty="0"/>
              <a:t>버튼</a:t>
            </a:r>
            <a:r>
              <a:rPr lang="en-US" altLang="ko-KR" dirty="0"/>
              <a:t>"</a:t>
            </a:r>
            <a:r>
              <a:rPr lang="ko-KR" altLang="en-US" dirty="0"/>
              <a:t>으로만 읽어주고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버튼 실행 시 기능을 유추할 수 있도록 버튼에 대한 정보를 </a:t>
            </a:r>
            <a:r>
              <a:rPr lang="en-US" altLang="ko-KR" dirty="0"/>
              <a:t>title </a:t>
            </a:r>
            <a:r>
              <a:rPr lang="ko-KR" altLang="en-US" dirty="0"/>
              <a:t>속성으로 제공해야 함</a:t>
            </a:r>
            <a:r>
              <a:rPr lang="en-US" altLang="ko-KR" dirty="0"/>
              <a:t>.(title="</a:t>
            </a:r>
            <a:r>
              <a:rPr lang="ko-KR" altLang="en-US" dirty="0"/>
              <a:t>시</a:t>
            </a:r>
            <a:r>
              <a:rPr lang="en-US" altLang="ko-KR" dirty="0"/>
              <a:t>/</a:t>
            </a:r>
            <a:r>
              <a:rPr lang="ko-KR" altLang="en-US" dirty="0"/>
              <a:t>도를 선택해주세요</a:t>
            </a:r>
            <a:r>
              <a:rPr lang="en-US" altLang="ko-KR" dirty="0"/>
              <a:t>")</a:t>
            </a:r>
            <a:endParaRPr lang="en-US" altLang="ko-KR" dirty="0">
              <a:highlight>
                <a:srgbClr val="FFFF00"/>
              </a:highlight>
            </a:endParaRP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숨은정부보조금찾기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도움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입력서식 이용 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오류를 방지하거나 정정할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입력서식에는 용도와 목적을 알 수 있는 대체정보를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A8B9E368-64FA-979B-C886-6F2A4792A699}"/>
              </a:ext>
            </a:extLst>
          </p:cNvPr>
          <p:cNvSpPr/>
          <p:nvPr/>
        </p:nvSpPr>
        <p:spPr>
          <a:xfrm>
            <a:off x="6065767" y="3625305"/>
            <a:ext cx="2059057" cy="24183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348CB0FA-43A2-0E96-090F-CA50A615812A}"/>
              </a:ext>
            </a:extLst>
          </p:cNvPr>
          <p:cNvCxnSpPr>
            <a:cxnSpLocks/>
          </p:cNvCxnSpPr>
          <p:nvPr/>
        </p:nvCxnSpPr>
        <p:spPr>
          <a:xfrm flipH="1">
            <a:off x="8124824" y="3736521"/>
            <a:ext cx="268763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E5792581-8160-7BDA-AD9F-A04F154A5ADF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560689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56AE67E2-2D1F-27A3-7663-91A3098063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3884" y="2363378"/>
            <a:ext cx="2520000" cy="408779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65998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계좌번호를 선택한 이후 버튼명을 </a:t>
            </a:r>
            <a:r>
              <a:rPr lang="en-US" altLang="ko-KR" dirty="0"/>
              <a:t>"</a:t>
            </a:r>
            <a:r>
              <a:rPr lang="ko-KR" altLang="en-US" dirty="0"/>
              <a:t>서울특별시</a:t>
            </a:r>
            <a:r>
              <a:rPr lang="en-US" altLang="ko-KR" dirty="0"/>
              <a:t>, </a:t>
            </a:r>
            <a:r>
              <a:rPr lang="ko-KR" altLang="en-US" dirty="0"/>
              <a:t>버튼</a:t>
            </a:r>
            <a:r>
              <a:rPr lang="en-US" altLang="ko-KR" dirty="0"/>
              <a:t>"</a:t>
            </a:r>
            <a:r>
              <a:rPr lang="ko-KR" altLang="en-US" dirty="0"/>
              <a:t>으로 읽어주고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버튼 실행 시 기능을 유추할 수 있도록 버튼에 대한 정보를 </a:t>
            </a:r>
            <a:r>
              <a:rPr lang="en-US" altLang="ko-KR" dirty="0"/>
              <a:t>title </a:t>
            </a:r>
            <a:r>
              <a:rPr lang="ko-KR" altLang="en-US" dirty="0"/>
              <a:t>속성으로 제공해야 함</a:t>
            </a:r>
            <a:r>
              <a:rPr lang="en-US" altLang="ko-KR" dirty="0"/>
              <a:t>.(title="</a:t>
            </a:r>
            <a:r>
              <a:rPr lang="ko-KR" altLang="en-US" dirty="0"/>
              <a:t>시</a:t>
            </a:r>
            <a:r>
              <a:rPr lang="en-US" altLang="ko-KR" dirty="0"/>
              <a:t>/</a:t>
            </a:r>
            <a:r>
              <a:rPr lang="ko-KR" altLang="en-US" dirty="0"/>
              <a:t>도 선택</a:t>
            </a:r>
            <a:r>
              <a:rPr lang="en-US" altLang="ko-KR" dirty="0"/>
              <a:t>")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동일 </a:t>
            </a:r>
            <a:r>
              <a:rPr lang="ko-KR" altLang="en-US" dirty="0" err="1">
                <a:highlight>
                  <a:srgbClr val="FFFF00"/>
                </a:highlight>
              </a:rPr>
              <a:t>콤포넌트</a:t>
            </a:r>
            <a:r>
              <a:rPr lang="ko-KR" altLang="en-US" dirty="0">
                <a:highlight>
                  <a:srgbClr val="FFFF00"/>
                </a:highlight>
              </a:rPr>
              <a:t> 버튼 모두 확인하여 개선 필요함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66612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숨은정부보조금찾기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도움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입력서식 이용 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오류를 방지하거나 정정할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입력서식에는 용도와 목적을 알 수 있는 대체정보를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A8B9E368-64FA-979B-C886-6F2A4792A699}"/>
              </a:ext>
            </a:extLst>
          </p:cNvPr>
          <p:cNvSpPr/>
          <p:nvPr/>
        </p:nvSpPr>
        <p:spPr>
          <a:xfrm>
            <a:off x="6065767" y="3625305"/>
            <a:ext cx="2059057" cy="24183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348CB0FA-43A2-0E96-090F-CA50A615812A}"/>
              </a:ext>
            </a:extLst>
          </p:cNvPr>
          <p:cNvCxnSpPr>
            <a:cxnSpLocks/>
          </p:cNvCxnSpPr>
          <p:nvPr/>
        </p:nvCxnSpPr>
        <p:spPr>
          <a:xfrm flipH="1">
            <a:off x="8124824" y="3736521"/>
            <a:ext cx="268763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FE87A3D8-8015-E0BA-E687-A6741B908595}"/>
              </a:ext>
            </a:extLst>
          </p:cNvPr>
          <p:cNvSpPr/>
          <p:nvPr/>
        </p:nvSpPr>
        <p:spPr>
          <a:xfrm>
            <a:off x="6065767" y="4244706"/>
            <a:ext cx="2059057" cy="24183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xmlns="" id="{2038AD2F-E492-0C56-33EE-F09F88506D2D}"/>
              </a:ext>
            </a:extLst>
          </p:cNvPr>
          <p:cNvCxnSpPr>
            <a:cxnSpLocks/>
          </p:cNvCxnSpPr>
          <p:nvPr/>
        </p:nvCxnSpPr>
        <p:spPr>
          <a:xfrm flipH="1">
            <a:off x="8124824" y="4355922"/>
            <a:ext cx="268763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25C50E54-DDD6-0FB3-8980-8D1115312B75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930383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외부 사이트로 연결되는 링크임에도 해당 내용에 대한 적절한 정보가 필요함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</a:t>
            </a:r>
            <a:r>
              <a:rPr lang="ko-KR" altLang="en-US" dirty="0"/>
              <a:t>새 창</a:t>
            </a:r>
            <a:r>
              <a:rPr lang="en-US" altLang="ko-KR" dirty="0"/>
              <a:t> </a:t>
            </a:r>
            <a:r>
              <a:rPr lang="ko-KR" altLang="en-US" dirty="0"/>
              <a:t>열림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457526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숨은정부보조금찾기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예측가능성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의도하지 않은 화면 전환이나 이벤트 등이 실행되는 경우 사용자가 이해할 수 있는 방법으로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16.2.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다른 애플리케이션으로 연결 및 전환되는 경우 이를 예측할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 descr="텍스트, 스크린샷, 인간의 얼굴, 만화 영화이(가) 표시된 사진&#10;&#10;자동 생성된 설명">
            <a:extLst>
              <a:ext uri="{FF2B5EF4-FFF2-40B4-BE49-F238E27FC236}">
                <a16:creationId xmlns:a16="http://schemas.microsoft.com/office/drawing/2014/main" xmlns="" id="{AC2AF84E-8E86-79CE-79A0-FDCF4FBCE12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8625" y="2363378"/>
            <a:ext cx="2145825" cy="408779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A8B9E368-64FA-979B-C886-6F2A4792A699}"/>
              </a:ext>
            </a:extLst>
          </p:cNvPr>
          <p:cNvSpPr/>
          <p:nvPr/>
        </p:nvSpPr>
        <p:spPr>
          <a:xfrm>
            <a:off x="6665843" y="6206581"/>
            <a:ext cx="1077982" cy="20649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348CB0FA-43A2-0E96-090F-CA50A615812A}"/>
              </a:ext>
            </a:extLst>
          </p:cNvPr>
          <p:cNvCxnSpPr>
            <a:cxnSpLocks/>
          </p:cNvCxnSpPr>
          <p:nvPr/>
        </p:nvCxnSpPr>
        <p:spPr>
          <a:xfrm flipH="1">
            <a:off x="7743825" y="6336846"/>
            <a:ext cx="268763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52906783-F347-412E-E3D2-FE163206A368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420271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2F323BE5-949A-DC9C-031F-E74B5537CF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363376"/>
            <a:ext cx="2520000" cy="404969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609408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텍스트와 배경 간 명도대비를 </a:t>
            </a:r>
            <a:r>
              <a:rPr lang="en-US" altLang="ko-KR" dirty="0"/>
              <a:t>3:1 </a:t>
            </a:r>
            <a:r>
              <a:rPr lang="ko-KR" altLang="en-US" dirty="0"/>
              <a:t>이상으로 제공해야 함</a:t>
            </a:r>
            <a:r>
              <a:rPr lang="en-US" altLang="ko-KR" dirty="0"/>
              <a:t>. 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738729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선물하기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명도 대비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사용자 인터페이스 컴포넌트와 텍스트는 전경색과 배경색이 구분될 수 있도록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사용자 인터페이스 컴포넌트와 텍스트는 전경색과 배경색이 구분될 수 있도록 명도 대비를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3:1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이상으로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A8B9E368-64FA-979B-C886-6F2A4792A699}"/>
              </a:ext>
            </a:extLst>
          </p:cNvPr>
          <p:cNvSpPr/>
          <p:nvPr/>
        </p:nvSpPr>
        <p:spPr>
          <a:xfrm>
            <a:off x="6065767" y="3461519"/>
            <a:ext cx="1230383" cy="24183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348CB0FA-43A2-0E96-090F-CA50A615812A}"/>
              </a:ext>
            </a:extLst>
          </p:cNvPr>
          <p:cNvCxnSpPr>
            <a:cxnSpLocks/>
          </p:cNvCxnSpPr>
          <p:nvPr/>
        </p:nvCxnSpPr>
        <p:spPr>
          <a:xfrm>
            <a:off x="5819775" y="3586675"/>
            <a:ext cx="245992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590210E7-58F0-C5AC-BD4B-518B19ED97E2}"/>
              </a:ext>
            </a:extLst>
          </p:cNvPr>
          <p:cNvSpPr/>
          <p:nvPr/>
        </p:nvSpPr>
        <p:spPr>
          <a:xfrm>
            <a:off x="6276976" y="3981450"/>
            <a:ext cx="1230383" cy="24183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xmlns="" id="{372B572F-57D4-BF49-17FB-6D0CC9824C5C}"/>
              </a:ext>
            </a:extLst>
          </p:cNvPr>
          <p:cNvCxnSpPr>
            <a:cxnSpLocks/>
          </p:cNvCxnSpPr>
          <p:nvPr/>
        </p:nvCxnSpPr>
        <p:spPr>
          <a:xfrm>
            <a:off x="6030984" y="4117694"/>
            <a:ext cx="245992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E1A7DD7A-9D44-0102-8D69-26ABC3878411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493770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F00F27A6-F499-5837-57B3-38669B6FC5D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363376"/>
            <a:ext cx="2520000" cy="404969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6458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선택된 요소에 대한 선택됨 정보를 제공해야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title="</a:t>
            </a:r>
            <a:r>
              <a:rPr lang="ko-KR" altLang="en-US" dirty="0"/>
              <a:t>선택됨</a:t>
            </a:r>
            <a:r>
              <a:rPr lang="en-US" altLang="ko-KR" dirty="0"/>
              <a:t>" </a:t>
            </a:r>
            <a:r>
              <a:rPr lang="ko-KR" altLang="en-US" dirty="0"/>
              <a:t>또는 </a:t>
            </a:r>
            <a:r>
              <a:rPr lang="en-US" altLang="ko-KR" dirty="0"/>
              <a:t>aria-selected="</a:t>
            </a:r>
            <a:r>
              <a:rPr lang="en-US" altLang="ko-KR"/>
              <a:t>true"</a:t>
            </a:r>
          </a:p>
          <a:p>
            <a:r>
              <a:rPr lang="en-US" altLang="ko-KR">
                <a:highlight>
                  <a:srgbClr val="FFFF00"/>
                </a:highlight>
              </a:rPr>
              <a:t>(20231113 - </a:t>
            </a:r>
            <a:r>
              <a:rPr lang="ko-KR" altLang="en-US">
                <a:highlight>
                  <a:srgbClr val="FFFF00"/>
                </a:highlight>
              </a:rPr>
              <a:t>추가 코멘트</a:t>
            </a:r>
            <a:r>
              <a:rPr lang="en-US" altLang="ko-KR">
                <a:highlight>
                  <a:srgbClr val="FFFF00"/>
                </a:highlight>
              </a:rPr>
              <a:t>) </a:t>
            </a:r>
            <a:r>
              <a:rPr lang="ko-KR" altLang="en-US">
                <a:highlight>
                  <a:srgbClr val="FFFF00"/>
                </a:highlight>
              </a:rPr>
              <a:t>선택 후에는 선택된 정보를 잘 출력해주나 페이지 진입 후 초기 선택 상태에 대한 정보를 제공하지 않음</a:t>
            </a:r>
            <a:r>
              <a:rPr lang="en-US" altLang="ko-KR">
                <a:highlight>
                  <a:srgbClr val="FFFF00"/>
                </a:highlight>
              </a:rPr>
              <a:t>.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768689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선물하기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홈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응원해요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A8B9E368-64FA-979B-C886-6F2A4792A699}"/>
              </a:ext>
            </a:extLst>
          </p:cNvPr>
          <p:cNvSpPr/>
          <p:nvPr/>
        </p:nvSpPr>
        <p:spPr>
          <a:xfrm>
            <a:off x="5991155" y="4955425"/>
            <a:ext cx="2400369" cy="24183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348CB0FA-43A2-0E96-090F-CA50A615812A}"/>
              </a:ext>
            </a:extLst>
          </p:cNvPr>
          <p:cNvCxnSpPr>
            <a:cxnSpLocks/>
          </p:cNvCxnSpPr>
          <p:nvPr/>
        </p:nvCxnSpPr>
        <p:spPr>
          <a:xfrm flipV="1">
            <a:off x="8248650" y="5197262"/>
            <a:ext cx="0" cy="27809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rgbClr val="FFFF00">
              <a:alpha val="56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err="1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퍼블수정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576739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A354FFEE-0627-9C08-ECA2-B11834ED20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363376"/>
            <a:ext cx="2520000" cy="404969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8133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선택된 요소에 대한 선택됨 정보를 제공해야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title="</a:t>
            </a:r>
            <a:r>
              <a:rPr lang="ko-KR" altLang="en-US" dirty="0"/>
              <a:t>선택됨</a:t>
            </a:r>
            <a:r>
              <a:rPr lang="en-US" altLang="ko-KR" dirty="0"/>
              <a:t>" </a:t>
            </a:r>
            <a:r>
              <a:rPr lang="ko-KR" altLang="en-US" dirty="0"/>
              <a:t>또는 </a:t>
            </a:r>
            <a:r>
              <a:rPr lang="en-US" altLang="ko-KR" dirty="0"/>
              <a:t>aria-selected="true"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선물함 탭 내 </a:t>
            </a:r>
            <a:r>
              <a:rPr lang="en-US" altLang="ko-KR" dirty="0">
                <a:highlight>
                  <a:srgbClr val="FFFF00"/>
                </a:highlight>
              </a:rPr>
              <a:t>'</a:t>
            </a:r>
            <a:r>
              <a:rPr lang="ko-KR" altLang="en-US" dirty="0">
                <a:highlight>
                  <a:srgbClr val="FFFF00"/>
                </a:highlight>
              </a:rPr>
              <a:t>받은 선물함 </a:t>
            </a:r>
            <a:r>
              <a:rPr lang="en-US" altLang="ko-KR" dirty="0">
                <a:highlight>
                  <a:srgbClr val="FFFF00"/>
                </a:highlight>
              </a:rPr>
              <a:t>/ </a:t>
            </a:r>
            <a:r>
              <a:rPr lang="ko-KR" altLang="en-US" dirty="0">
                <a:highlight>
                  <a:srgbClr val="FFFF00"/>
                </a:highlight>
              </a:rPr>
              <a:t>보낸 선물함</a:t>
            </a:r>
            <a:r>
              <a:rPr lang="en-US" altLang="ko-KR" dirty="0">
                <a:highlight>
                  <a:srgbClr val="FFFF00"/>
                </a:highlight>
              </a:rPr>
              <a:t>' </a:t>
            </a:r>
            <a:r>
              <a:rPr lang="ko-KR" altLang="en-US" dirty="0">
                <a:highlight>
                  <a:srgbClr val="FFFF00"/>
                </a:highlight>
              </a:rPr>
              <a:t>동일 오류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441862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선물하기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브랜드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A8B9E368-64FA-979B-C886-6F2A4792A699}"/>
              </a:ext>
            </a:extLst>
          </p:cNvPr>
          <p:cNvSpPr/>
          <p:nvPr/>
        </p:nvSpPr>
        <p:spPr>
          <a:xfrm>
            <a:off x="6021353" y="2852783"/>
            <a:ext cx="840457" cy="33809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348CB0FA-43A2-0E96-090F-CA50A615812A}"/>
              </a:ext>
            </a:extLst>
          </p:cNvPr>
          <p:cNvCxnSpPr>
            <a:cxnSpLocks/>
          </p:cNvCxnSpPr>
          <p:nvPr/>
        </p:nvCxnSpPr>
        <p:spPr>
          <a:xfrm flipV="1">
            <a:off x="6248400" y="3190875"/>
            <a:ext cx="0" cy="27809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4E13BCDD-9E95-082E-BBE5-AE78D746D09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24766" y="4365625"/>
            <a:ext cx="2520000" cy="15906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AF704237-1D30-5FB9-68FC-F8279C41167F}"/>
              </a:ext>
            </a:extLst>
          </p:cNvPr>
          <p:cNvSpPr/>
          <p:nvPr/>
        </p:nvSpPr>
        <p:spPr>
          <a:xfrm>
            <a:off x="1485422" y="5119733"/>
            <a:ext cx="1218091" cy="33809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xmlns="" id="{55C98B24-E2AC-DC41-45BD-78D84975C4BE}"/>
              </a:ext>
            </a:extLst>
          </p:cNvPr>
          <p:cNvCxnSpPr>
            <a:cxnSpLocks/>
          </p:cNvCxnSpPr>
          <p:nvPr/>
        </p:nvCxnSpPr>
        <p:spPr>
          <a:xfrm flipV="1">
            <a:off x="1779144" y="5457825"/>
            <a:ext cx="0" cy="27809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ED8ACA25-8685-69FE-46CC-A8E6FF78F772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596640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A354FFEE-0627-9C08-ECA2-B11834ED20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363376"/>
            <a:ext cx="2520000" cy="404969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65998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장식 요소에도 텍스트와 동일한 대체 텍스트가 들어가 있어</a:t>
            </a:r>
            <a:r>
              <a:rPr lang="en-US" altLang="ko-KR" dirty="0"/>
              <a:t>, </a:t>
            </a:r>
            <a:r>
              <a:rPr lang="ko-KR" altLang="en-US" dirty="0"/>
              <a:t>스크린 리더 상에서 중복된 내용을 읽어주고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이미지에 </a:t>
            </a:r>
            <a:r>
              <a:rPr lang="en-US" altLang="ko-KR" dirty="0"/>
              <a:t>alt </a:t>
            </a:r>
            <a:r>
              <a:rPr lang="ko-KR" altLang="en-US" dirty="0"/>
              <a:t>속성을 공란으로 제공해야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alt="</a:t>
            </a:r>
            <a:r>
              <a:rPr lang="ko-KR" altLang="en-US" dirty="0" err="1"/>
              <a:t>파리바게뜨</a:t>
            </a:r>
            <a:r>
              <a:rPr lang="en-US" altLang="ko-KR" dirty="0"/>
              <a:t>" -&gt; </a:t>
            </a:r>
            <a:r>
              <a:rPr lang="en-US" altLang="ko-KR" dirty="0">
                <a:highlight>
                  <a:srgbClr val="FFFF00"/>
                </a:highlight>
              </a:rPr>
              <a:t>alt=""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선물하기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브랜드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A8B9E368-64FA-979B-C886-6F2A4792A699}"/>
              </a:ext>
            </a:extLst>
          </p:cNvPr>
          <p:cNvSpPr/>
          <p:nvPr/>
        </p:nvSpPr>
        <p:spPr>
          <a:xfrm>
            <a:off x="5961529" y="3880773"/>
            <a:ext cx="2520000" cy="253230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348CB0FA-43A2-0E96-090F-CA50A615812A}"/>
              </a:ext>
            </a:extLst>
          </p:cNvPr>
          <p:cNvCxnSpPr>
            <a:cxnSpLocks/>
          </p:cNvCxnSpPr>
          <p:nvPr/>
        </p:nvCxnSpPr>
        <p:spPr>
          <a:xfrm>
            <a:off x="7221538" y="3596892"/>
            <a:ext cx="0" cy="28388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B951B56F-BEBD-AC6E-94EE-4799317E699C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928903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41D04E1A-5E6C-2B75-6FA8-AD19A2C03C5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20" y="2363376"/>
            <a:ext cx="2520000" cy="404969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84537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활성화된 요소를 색상만으로 구별하고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밑줄이나</a:t>
            </a:r>
            <a:r>
              <a:rPr lang="en-US" altLang="ko-KR" dirty="0"/>
              <a:t>, </a:t>
            </a:r>
            <a:r>
              <a:rPr lang="ko-KR" altLang="en-US" dirty="0"/>
              <a:t>굵기 등을 활용하여 색상만으로 구별하지 않도록 수정해야 함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353072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선물하기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선물함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색에 무관한 인식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정보는 색에 관계없이 인식될 수 있어야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콘텐츠에서 제공하는 모든 정보는 특정한 색을 구별할 수 없는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흑백 디스플레이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흑백 인쇄물을 보는 사용자 및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고대비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모드 사용자가 인식할 수 있도록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A8B9E368-64FA-979B-C886-6F2A4792A699}"/>
              </a:ext>
            </a:extLst>
          </p:cNvPr>
          <p:cNvSpPr/>
          <p:nvPr/>
        </p:nvSpPr>
        <p:spPr>
          <a:xfrm>
            <a:off x="5961520" y="3220024"/>
            <a:ext cx="1448929" cy="31785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348CB0FA-43A2-0E96-090F-CA50A615812A}"/>
              </a:ext>
            </a:extLst>
          </p:cNvPr>
          <p:cNvCxnSpPr>
            <a:cxnSpLocks/>
          </p:cNvCxnSpPr>
          <p:nvPr/>
        </p:nvCxnSpPr>
        <p:spPr>
          <a:xfrm flipH="1">
            <a:off x="7410449" y="3378949"/>
            <a:ext cx="393701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1243A637-1876-0B31-D725-87B94D78A0DE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7852793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전자제품, 스크린샷, 디스플레이이(가) 표시된 사진&#10;&#10;자동 생성된 설명">
            <a:extLst>
              <a:ext uri="{FF2B5EF4-FFF2-40B4-BE49-F238E27FC236}">
                <a16:creationId xmlns:a16="http://schemas.microsoft.com/office/drawing/2014/main" xmlns="" id="{F4DCC517-588D-B8BD-0242-83F6DFBD374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5" y="2557239"/>
            <a:ext cx="2520000" cy="36864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4970" cy="84537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선택된 요소에 대한 선택됨 정보를 제공해야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title="</a:t>
            </a:r>
            <a:r>
              <a:rPr lang="ko-KR" altLang="en-US" dirty="0"/>
              <a:t>선택됨</a:t>
            </a:r>
            <a:r>
              <a:rPr lang="en-US" altLang="ko-KR" dirty="0"/>
              <a:t>" </a:t>
            </a:r>
            <a:r>
              <a:rPr lang="ko-KR" altLang="en-US" dirty="0"/>
              <a:t>또는 </a:t>
            </a:r>
            <a:r>
              <a:rPr lang="en-US" altLang="ko-KR" dirty="0"/>
              <a:t>aria-selected="true"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사고신고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계좌관련분실신고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0D3A752A-5591-55DA-6FDF-89A4E52150FC}"/>
              </a:ext>
            </a:extLst>
          </p:cNvPr>
          <p:cNvSpPr/>
          <p:nvPr/>
        </p:nvSpPr>
        <p:spPr>
          <a:xfrm>
            <a:off x="6038850" y="4667250"/>
            <a:ext cx="2362200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C24E9A0E-25C4-63DB-D77A-E6E3CD1951A2}"/>
              </a:ext>
            </a:extLst>
          </p:cNvPr>
          <p:cNvCxnSpPr>
            <a:cxnSpLocks/>
          </p:cNvCxnSpPr>
          <p:nvPr/>
        </p:nvCxnSpPr>
        <p:spPr>
          <a:xfrm flipH="1">
            <a:off x="7204169" y="4421138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03E34C4E-D12B-CD15-2209-FE0EF1BC3232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2758635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38872EF8-85D4-318E-904B-20862F47584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628898"/>
            <a:ext cx="2520000" cy="36861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609408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인앱으로 제공하는 외부 서비스에 대한 접근성이 준수되어야 함</a:t>
            </a:r>
            <a:r>
              <a:rPr lang="en-US" altLang="ko-KR"/>
              <a:t>.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131097"/>
              </p:ext>
            </p:extLst>
          </p:nvPr>
        </p:nvGraphicFramePr>
        <p:xfrm>
          <a:off x="415926" y="808726"/>
          <a:ext cx="9074151" cy="83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초대이벤트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err="1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외부인앱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628967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831314EE-51F9-0C2A-4FD9-DC54A4F306C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628898"/>
            <a:ext cx="2520000" cy="368617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609408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인앱으로 제공하는 외부 서비스에 대한 접근성이 준수되어야 함</a:t>
            </a:r>
            <a:r>
              <a:rPr lang="en-US" altLang="ko-KR"/>
              <a:t>.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794140"/>
              </p:ext>
            </p:extLst>
          </p:nvPr>
        </p:nvGraphicFramePr>
        <p:xfrm>
          <a:off x="415926" y="808726"/>
          <a:ext cx="9074151" cy="83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공지사항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err="1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외부인앱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016291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BAA20C86-B07F-CB3D-8EA5-681616EC03D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628898"/>
            <a:ext cx="2520000" cy="368617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609408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인앱으로 제공하는 외부 서비스에 대한 접근성이 준수되어야 함</a:t>
            </a:r>
            <a:r>
              <a:rPr lang="en-US" altLang="ko-KR"/>
              <a:t>.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587238"/>
              </p:ext>
            </p:extLst>
          </p:nvPr>
        </p:nvGraphicFramePr>
        <p:xfrm>
          <a:off x="415926" y="808726"/>
          <a:ext cx="9074151" cy="83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FAQ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4960449" y="1055077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err="1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외부인앱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552362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189D78D4-664F-0979-DAB5-4355473DE27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628898"/>
            <a:ext cx="2520000" cy="368617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2290509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영역 실행 시 필터 옵션을 변경할 수 있는 기능이 실행되고 있기 때문에 버튼에 대한 기능 정보를 제공해야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마크업 코드에 따라 </a:t>
            </a:r>
            <a:r>
              <a:rPr lang="en-US" altLang="ko-KR" dirty="0"/>
              <a:t>aria-label</a:t>
            </a:r>
            <a:r>
              <a:rPr lang="ko-KR" altLang="en-US" dirty="0"/>
              <a:t>을 제공하고 있는 경우 텍스트 마지막 부분에 </a:t>
            </a:r>
            <a:r>
              <a:rPr lang="en-US" altLang="ko-KR" dirty="0"/>
              <a:t>"</a:t>
            </a:r>
            <a:r>
              <a:rPr lang="ko-KR" altLang="en-US" dirty="0"/>
              <a:t>검색 결과 필터 변경하기</a:t>
            </a:r>
            <a:r>
              <a:rPr lang="en-US" altLang="ko-KR" dirty="0"/>
              <a:t>" </a:t>
            </a:r>
            <a:r>
              <a:rPr lang="ko-KR" altLang="en-US" dirty="0"/>
              <a:t>등의 텍스트를 제공해야 함</a:t>
            </a:r>
            <a:r>
              <a:rPr lang="en-US" altLang="ko-KR" dirty="0"/>
              <a:t>. aria-label</a:t>
            </a:r>
            <a:r>
              <a:rPr lang="ko-KR" altLang="en-US" dirty="0"/>
              <a:t>을 사용하지 않는 경우는 </a:t>
            </a:r>
            <a:r>
              <a:rPr lang="en-US" altLang="ko-KR" dirty="0"/>
              <a:t>title </a:t>
            </a:r>
            <a:r>
              <a:rPr lang="ko-KR" altLang="en-US" dirty="0"/>
              <a:t>속성을 활용하여 텍스트를 제공해도 무방함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필터 호출 버튼 공통 </a:t>
            </a:r>
            <a:r>
              <a:rPr lang="ko-KR" altLang="en-US">
                <a:highlight>
                  <a:srgbClr val="FFFF00"/>
                </a:highlight>
              </a:rPr>
              <a:t>오류임</a:t>
            </a:r>
            <a:r>
              <a:rPr lang="en-US" altLang="ko-KR">
                <a:highlight>
                  <a:srgbClr val="FFFF00"/>
                </a:highlight>
              </a:rPr>
              <a:t>.</a:t>
            </a:r>
          </a:p>
          <a:p>
            <a:r>
              <a:rPr lang="en-US" altLang="ko-KR">
                <a:highlight>
                  <a:srgbClr val="FFFF00"/>
                </a:highlight>
              </a:rPr>
              <a:t>(20231113 - </a:t>
            </a:r>
            <a:r>
              <a:rPr lang="ko-KR" altLang="en-US">
                <a:highlight>
                  <a:srgbClr val="FFFF00"/>
                </a:highlight>
              </a:rPr>
              <a:t>추가 코멘트</a:t>
            </a:r>
            <a:r>
              <a:rPr lang="en-US" altLang="ko-KR">
                <a:highlight>
                  <a:srgbClr val="FFFF00"/>
                </a:highlight>
              </a:rPr>
              <a:t>) </a:t>
            </a:r>
            <a:r>
              <a:rPr lang="ko-KR" altLang="en-US">
                <a:highlight>
                  <a:srgbClr val="FFFF00"/>
                </a:highlight>
              </a:rPr>
              <a:t>외부 서비스가 인앱으로 연결되어 제공되고 있음</a:t>
            </a:r>
            <a:r>
              <a:rPr lang="en-US" altLang="ko-KR">
                <a:highlight>
                  <a:srgbClr val="FFFF00"/>
                </a:highlight>
              </a:rPr>
              <a:t>. </a:t>
            </a:r>
            <a:r>
              <a:rPr lang="ko-KR" altLang="en-US">
                <a:highlight>
                  <a:srgbClr val="FFFF00"/>
                </a:highlight>
              </a:rPr>
              <a:t>인앱으로 제공하는 외부 서비스에 대한 접근성이 준수되어야 함</a:t>
            </a:r>
            <a:r>
              <a:rPr lang="en-US" altLang="ko-KR">
                <a:highlight>
                  <a:srgbClr val="FFFF00"/>
                </a:highlight>
              </a:rPr>
              <a:t>.</a:t>
            </a:r>
            <a:endParaRPr lang="en-US" altLang="ko-KR" dirty="0">
              <a:highlight>
                <a:srgbClr val="FFFF00"/>
              </a:highlight>
            </a:endParaRPr>
          </a:p>
          <a:p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530176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예매내역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B29DA74D-5593-0610-3899-AEDD39F523DD}"/>
              </a:ext>
            </a:extLst>
          </p:cNvPr>
          <p:cNvSpPr/>
          <p:nvPr/>
        </p:nvSpPr>
        <p:spPr>
          <a:xfrm>
            <a:off x="5958036" y="4267200"/>
            <a:ext cx="2520000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C24344E2-B304-5744-C231-24C7DBE60DD5}"/>
              </a:ext>
            </a:extLst>
          </p:cNvPr>
          <p:cNvCxnSpPr>
            <a:cxnSpLocks/>
          </p:cNvCxnSpPr>
          <p:nvPr/>
        </p:nvCxnSpPr>
        <p:spPr>
          <a:xfrm flipH="1">
            <a:off x="7204169" y="4021088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rgbClr val="FFFF00">
              <a:alpha val="56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err="1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퍼블수정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6669443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폰트, 웹사이트이(가) 표시된 사진&#10;&#10;자동 생성된 설명">
            <a:extLst>
              <a:ext uri="{FF2B5EF4-FFF2-40B4-BE49-F238E27FC236}">
                <a16:creationId xmlns:a16="http://schemas.microsoft.com/office/drawing/2014/main" xmlns="" id="{0435EBE9-8B8D-EDC0-AF22-DD57BC694C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628898"/>
            <a:ext cx="2520000" cy="368617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8133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외부 앱으로 연결되는 링크임에도 해당 정보를 제공하지 않고 있음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</a:t>
            </a:r>
            <a:r>
              <a:rPr lang="ko-KR" altLang="en-US" dirty="0"/>
              <a:t>공연 </a:t>
            </a:r>
            <a:r>
              <a:rPr lang="ko-KR" altLang="en-US" dirty="0" err="1"/>
              <a:t>더보기</a:t>
            </a:r>
            <a:r>
              <a:rPr lang="ko-KR" altLang="en-US" dirty="0"/>
              <a:t> 링크 </a:t>
            </a:r>
            <a:r>
              <a:rPr lang="en-US" altLang="ko-KR" dirty="0"/>
              <a:t>-&gt; </a:t>
            </a:r>
            <a:r>
              <a:rPr lang="ko-KR" altLang="en-US" dirty="0">
                <a:highlight>
                  <a:srgbClr val="FFFF00"/>
                </a:highlight>
              </a:rPr>
              <a:t>공연 </a:t>
            </a:r>
            <a:r>
              <a:rPr lang="ko-KR" altLang="en-US" dirty="0" err="1">
                <a:highlight>
                  <a:srgbClr val="FFFF00"/>
                </a:highlight>
              </a:rPr>
              <a:t>더보기</a:t>
            </a:r>
            <a:r>
              <a:rPr lang="en-US" altLang="ko-KR" dirty="0">
                <a:highlight>
                  <a:srgbClr val="FFFF00"/>
                </a:highlight>
              </a:rPr>
              <a:t> </a:t>
            </a:r>
            <a:r>
              <a:rPr lang="ko-KR" altLang="en-US" dirty="0">
                <a:highlight>
                  <a:srgbClr val="FFFF00"/>
                </a:highlight>
              </a:rPr>
              <a:t>링크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문화공연 앱에서 열림</a:t>
            </a:r>
            <a:endParaRPr lang="en-US" altLang="ko-KR" dirty="0">
              <a:highlight>
                <a:srgbClr val="FFFF00"/>
              </a:highlight>
            </a:endParaRPr>
          </a:p>
          <a:p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992488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꿀티켓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예측가능성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의도하지 않은 화면 전환이나 이벤트 등이 실행되는 경우 사용자가 이해할 수 있는 방법으로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16.2.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다른 애플리케이션으로 연결 및 전환되는 경우 이를 예측할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201DF855-619D-5A2E-EFC8-6C45A76FA7D2}"/>
              </a:ext>
            </a:extLst>
          </p:cNvPr>
          <p:cNvSpPr/>
          <p:nvPr/>
        </p:nvSpPr>
        <p:spPr>
          <a:xfrm>
            <a:off x="6726292" y="5926507"/>
            <a:ext cx="1008008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xmlns="" id="{31494BA4-68E5-4485-7D10-281733BD29F0}"/>
              </a:ext>
            </a:extLst>
          </p:cNvPr>
          <p:cNvCxnSpPr>
            <a:cxnSpLocks/>
          </p:cNvCxnSpPr>
          <p:nvPr/>
        </p:nvCxnSpPr>
        <p:spPr>
          <a:xfrm flipH="1">
            <a:off x="7204169" y="5680973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err="1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외부인앱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9522601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현재 해당 콘텐츠의 링크로 이동하는 것이 아닌</a:t>
            </a:r>
            <a:r>
              <a:rPr lang="en-US" altLang="ko-KR" dirty="0"/>
              <a:t>, </a:t>
            </a:r>
            <a:r>
              <a:rPr lang="ko-KR" altLang="en-US" dirty="0"/>
              <a:t>다른 메뉴 내용으로 이동하고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콘텐츠와 내용의 링크가 맞도록 수정해야 함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726727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고메부산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예측가능성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의도하지 않은 화면 전환이나 이벤트 등이 실행되는 경우 사용자가 이해할 수 있는 방법으로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16.2.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다른 애플리케이션으로 연결 및 전환되는 경우 이를 예측할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DF15212-914E-0FA1-638F-46ECBBF08F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8598" y="2579538"/>
            <a:ext cx="1898952" cy="345264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79C1B622-8BE4-C6A5-BB8B-B3B1D12708D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59670" y="2579537"/>
            <a:ext cx="1914201" cy="345264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201DF855-619D-5A2E-EFC8-6C45A76FA7D2}"/>
              </a:ext>
            </a:extLst>
          </p:cNvPr>
          <p:cNvSpPr/>
          <p:nvPr/>
        </p:nvSpPr>
        <p:spPr>
          <a:xfrm>
            <a:off x="5168899" y="3293372"/>
            <a:ext cx="1914201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xmlns="" id="{8AAD8A55-80B3-C675-C5D7-B2EF06261E2A}"/>
              </a:ext>
            </a:extLst>
          </p:cNvPr>
          <p:cNvCxnSpPr/>
          <p:nvPr/>
        </p:nvCxnSpPr>
        <p:spPr>
          <a:xfrm flipV="1">
            <a:off x="7083100" y="4524375"/>
            <a:ext cx="276570" cy="26670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09742E59-EBD0-10C8-A7F7-7C44DBE871C6}"/>
              </a:ext>
            </a:extLst>
          </p:cNvPr>
          <p:cNvSpPr/>
          <p:nvPr/>
        </p:nvSpPr>
        <p:spPr>
          <a:xfrm>
            <a:off x="7371721" y="2579538"/>
            <a:ext cx="1914200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관리자등록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0769897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117C2C44-5673-623D-780C-B2CDD92A953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4885" y="2466975"/>
            <a:ext cx="2520000" cy="39461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링크를 눌러 해당 콘텐츠로 페이지가 이동했을 때</a:t>
            </a:r>
            <a:r>
              <a:rPr lang="en-US" altLang="ko-KR" dirty="0"/>
              <a:t>, </a:t>
            </a:r>
            <a:r>
              <a:rPr lang="ko-KR" altLang="en-US" dirty="0"/>
              <a:t>제목이 제공되지 않아 어떤 콘텐츠의 페이지인지 알 수 없음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제목 태그를 </a:t>
            </a:r>
            <a:r>
              <a:rPr lang="ko-KR" altLang="en-US" dirty="0" err="1"/>
              <a:t>숨김텍스트로</a:t>
            </a:r>
            <a:r>
              <a:rPr lang="ko-KR" altLang="en-US" dirty="0"/>
              <a:t> 추가하여 정보를 제공해야 함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고메부산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예측가능성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의도하지 않은 화면 전환이나 이벤트 등이 실행되는 경우 사용자가 이해할 수 있는 방법으로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16.2.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다른 애플리케이션으로 연결 및 전환되는 경우 이를 예측할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4A432F3C-02AD-623D-9F06-B04063F39444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8792174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117C2C44-5673-623D-780C-B2CDD92A953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4885" y="3006937"/>
            <a:ext cx="2520000" cy="271737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685215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현재 좌우 쓸기 이외의 방법으로는 슬라이드를 넘길 수 </a:t>
            </a:r>
            <a:r>
              <a:rPr lang="ko-KR" altLang="en-US"/>
              <a:t>없음</a:t>
            </a:r>
            <a:r>
              <a:rPr lang="en-US" altLang="ko-KR"/>
              <a:t>.</a:t>
            </a:r>
          </a:p>
          <a:p>
            <a:r>
              <a:rPr lang="ko-KR" altLang="en-US"/>
              <a:t>스크린 </a:t>
            </a:r>
            <a:r>
              <a:rPr lang="ko-KR" altLang="en-US" dirty="0"/>
              <a:t>리더 사용 시</a:t>
            </a:r>
            <a:r>
              <a:rPr lang="en-US" altLang="ko-KR" dirty="0"/>
              <a:t>, </a:t>
            </a:r>
            <a:r>
              <a:rPr lang="ko-KR" altLang="en-US" dirty="0"/>
              <a:t>인디케이터에 초점은 진입하지만 눌렀을 때 슬라이드가 넘어가지 </a:t>
            </a:r>
            <a:r>
              <a:rPr lang="ko-KR" altLang="en-US"/>
              <a:t>않음</a:t>
            </a:r>
            <a:r>
              <a:rPr lang="en-US" altLang="ko-KR"/>
              <a:t>.</a:t>
            </a:r>
          </a:p>
          <a:p>
            <a:r>
              <a:rPr lang="ko-KR" altLang="en-US"/>
              <a:t>인디케이터를 통해 이동이 가능하도록 구현하거나 좌우 슬라이드 버튼을 제공해야 함</a:t>
            </a:r>
            <a:r>
              <a:rPr lang="en-US" altLang="ko-KR"/>
              <a:t>.</a:t>
            </a:r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311192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고메부산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누르기 동작 지원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터치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(touch)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모바일 기기의 모든 컨트롤은 누르기 동작으로 제어할 수 있어야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두 개 이상의 손가락을 동시에 이용해야 하는 다중 누르기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(Multi-touch)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동작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(Pan),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끌기와 놓기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(Drag and drop)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등의 복잡한 누르기 동작은 단순한 누르기 동작을 함께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AE66E49A-EAE1-957D-F0EE-E092D39CDB9C}"/>
              </a:ext>
            </a:extLst>
          </p:cNvPr>
          <p:cNvSpPr/>
          <p:nvPr/>
        </p:nvSpPr>
        <p:spPr>
          <a:xfrm>
            <a:off x="6740525" y="4068696"/>
            <a:ext cx="917576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xmlns="" id="{A2256C7F-46A8-7CD5-22B4-724BA7BCA4B2}"/>
              </a:ext>
            </a:extLst>
          </p:cNvPr>
          <p:cNvCxnSpPr>
            <a:cxnSpLocks/>
          </p:cNvCxnSpPr>
          <p:nvPr/>
        </p:nvCxnSpPr>
        <p:spPr>
          <a:xfrm flipH="1">
            <a:off x="7224885" y="3823162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30320CBB-DC77-A533-3B90-8A5F307E3BB9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2994697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117C2C44-5673-623D-780C-B2CDD92A953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4885" y="3006937"/>
            <a:ext cx="2520000" cy="271737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4074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현재 활성화된 슬라이드 </a:t>
            </a:r>
            <a:r>
              <a:rPr lang="ko-KR" altLang="en-US" dirty="0" err="1"/>
              <a:t>캐러셀</a:t>
            </a:r>
            <a:r>
              <a:rPr lang="ko-KR" altLang="en-US" dirty="0"/>
              <a:t> 버튼에 </a:t>
            </a:r>
            <a:r>
              <a:rPr lang="en-US" altLang="ko-KR" dirty="0"/>
              <a:t>"</a:t>
            </a:r>
            <a:r>
              <a:rPr lang="ko-KR" altLang="en-US" dirty="0"/>
              <a:t>현재 슬라이드</a:t>
            </a:r>
            <a:r>
              <a:rPr lang="en-US" altLang="ko-KR" dirty="0"/>
              <a:t>" </a:t>
            </a:r>
            <a:r>
              <a:rPr lang="ko-KR" altLang="en-US" dirty="0"/>
              <a:t>정보를 제공해야 함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572583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고메부산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AE66E49A-EAE1-957D-F0EE-E092D39CDB9C}"/>
              </a:ext>
            </a:extLst>
          </p:cNvPr>
          <p:cNvSpPr/>
          <p:nvPr/>
        </p:nvSpPr>
        <p:spPr>
          <a:xfrm>
            <a:off x="6861810" y="4068696"/>
            <a:ext cx="130159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xmlns="" id="{A2256C7F-46A8-7CD5-22B4-724BA7BCA4B2}"/>
              </a:ext>
            </a:extLst>
          </p:cNvPr>
          <p:cNvCxnSpPr>
            <a:cxnSpLocks/>
          </p:cNvCxnSpPr>
          <p:nvPr/>
        </p:nvCxnSpPr>
        <p:spPr>
          <a:xfrm flipH="1">
            <a:off x="6928704" y="3823162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6B60650F-30CB-BD2E-CF51-81FC8F0E5C39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2851252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08B0C181-450D-3640-B54C-A9A28C2D26D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0745" y="2374361"/>
            <a:ext cx="2520000" cy="398252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84537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영상 콘텐츠에 초점이 진입하지 않아</a:t>
            </a:r>
            <a:r>
              <a:rPr lang="en-US" altLang="ko-KR" dirty="0"/>
              <a:t>, </a:t>
            </a:r>
            <a:r>
              <a:rPr lang="ko-KR" altLang="en-US" dirty="0"/>
              <a:t>해당 영상을 시청할 수 없음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697414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CGV 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AE66E49A-EAE1-957D-F0EE-E092D39CDB9C}"/>
              </a:ext>
            </a:extLst>
          </p:cNvPr>
          <p:cNvSpPr/>
          <p:nvPr/>
        </p:nvSpPr>
        <p:spPr>
          <a:xfrm>
            <a:off x="5960744" y="4449696"/>
            <a:ext cx="2519999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xmlns="" id="{A2256C7F-46A8-7CD5-22B4-724BA7BCA4B2}"/>
              </a:ext>
            </a:extLst>
          </p:cNvPr>
          <p:cNvCxnSpPr>
            <a:cxnSpLocks/>
          </p:cNvCxnSpPr>
          <p:nvPr/>
        </p:nvCxnSpPr>
        <p:spPr>
          <a:xfrm flipH="1">
            <a:off x="7205780" y="4204162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25E8CA66-6115-6D1A-E631-27B139C35074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1703297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EF595190-456A-9407-272F-6F8A27579DB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0745" y="2374361"/>
            <a:ext cx="2520000" cy="398252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65998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시각적으로 숨겨진 요소로 초점이 진입하고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보이지 않는 요소는 </a:t>
            </a:r>
            <a:r>
              <a:rPr lang="en-US" altLang="ko-KR" dirty="0" err="1"/>
              <a:t>display:none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visibility:hidden</a:t>
            </a:r>
            <a:r>
              <a:rPr lang="en-US" altLang="ko-KR" dirty="0"/>
              <a:t> </a:t>
            </a:r>
            <a:r>
              <a:rPr lang="ko-KR" altLang="en-US" dirty="0"/>
              <a:t>속성 또는 </a:t>
            </a:r>
            <a:r>
              <a:rPr lang="en-US" altLang="ko-KR" dirty="0"/>
              <a:t>HTML</a:t>
            </a:r>
            <a:r>
              <a:rPr lang="ko-KR" altLang="en-US" dirty="0"/>
              <a:t>의 </a:t>
            </a:r>
            <a:r>
              <a:rPr lang="en-US" altLang="ko-KR" dirty="0"/>
              <a:t>aria-hidden </a:t>
            </a:r>
            <a:r>
              <a:rPr lang="ko-KR" altLang="en-US" dirty="0"/>
              <a:t>속성을 사용하여 초점이 진입하지 않도록 해야 함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794773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CGV 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7.2.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초점은 화면에서 보이지 않거나 논리적으로 의미를 갖지 않는 사용자 인터페이스 컴포넌트로 이동하지 않도록 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AE66E49A-EAE1-957D-F0EE-E092D39CDB9C}"/>
              </a:ext>
            </a:extLst>
          </p:cNvPr>
          <p:cNvSpPr/>
          <p:nvPr/>
        </p:nvSpPr>
        <p:spPr>
          <a:xfrm>
            <a:off x="5960745" y="4449696"/>
            <a:ext cx="2520000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xmlns="" id="{A2256C7F-46A8-7CD5-22B4-724BA7BCA4B2}"/>
              </a:ext>
            </a:extLst>
          </p:cNvPr>
          <p:cNvCxnSpPr>
            <a:cxnSpLocks/>
          </p:cNvCxnSpPr>
          <p:nvPr/>
        </p:nvCxnSpPr>
        <p:spPr>
          <a:xfrm flipH="1">
            <a:off x="7224885" y="4194174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F93C38BD-4786-5ECC-59AE-573416E7F312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522078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전자제품, 컴퓨터, 스크린샷이(가) 표시된 사진&#10;&#10;자동 생성된 설명">
            <a:extLst>
              <a:ext uri="{FF2B5EF4-FFF2-40B4-BE49-F238E27FC236}">
                <a16:creationId xmlns:a16="http://schemas.microsoft.com/office/drawing/2014/main" xmlns="" id="{53C59209-5CD7-5189-62DE-B719FB8693F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419080"/>
            <a:ext cx="2520000" cy="389309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이미지를 일시 정지하거나 정지하는 버튼이 별도로 없어</a:t>
            </a:r>
            <a:r>
              <a:rPr lang="en-US" altLang="ko-KR" dirty="0"/>
              <a:t>, </a:t>
            </a:r>
            <a:r>
              <a:rPr lang="ko-KR" altLang="en-US" dirty="0"/>
              <a:t>자동으로 변경되고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사용자가 내용을 파악할 수 있도록 일시 정지 버튼을 제공해야 함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004874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먼데이클럽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정지기능 제공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자동으로 변경되는 콘텐츠는 움직임을 제어할 수 있어야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자동으로 변경되는 콘텐츠에는 앞으로 이동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뒤로 이동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 정지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정지와 같이 이를 제어할 수 있는 수단을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AE66E49A-EAE1-957D-F0EE-E092D39CDB9C}"/>
              </a:ext>
            </a:extLst>
          </p:cNvPr>
          <p:cNvSpPr/>
          <p:nvPr/>
        </p:nvSpPr>
        <p:spPr>
          <a:xfrm>
            <a:off x="5960745" y="3278120"/>
            <a:ext cx="2520000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xmlns="" id="{A2256C7F-46A8-7CD5-22B4-724BA7BCA4B2}"/>
              </a:ext>
            </a:extLst>
          </p:cNvPr>
          <p:cNvCxnSpPr>
            <a:cxnSpLocks/>
          </p:cNvCxnSpPr>
          <p:nvPr/>
        </p:nvCxnSpPr>
        <p:spPr>
          <a:xfrm flipH="1">
            <a:off x="7209577" y="3032586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5B268752-883C-69DA-CE67-51E843830252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842210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전자제품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xmlns="" id="{3585372D-AC14-C395-C2C9-E735798D37A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18598" y="2419080"/>
            <a:ext cx="2205880" cy="399399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동의함</a:t>
            </a:r>
            <a:r>
              <a:rPr lang="en-US" altLang="ko-KR" dirty="0"/>
              <a:t>"</a:t>
            </a:r>
            <a:r>
              <a:rPr lang="ko-KR" altLang="en-US" dirty="0"/>
              <a:t>과 </a:t>
            </a:r>
            <a:r>
              <a:rPr lang="en-US" altLang="ko-KR" dirty="0"/>
              <a:t>"</a:t>
            </a:r>
            <a:r>
              <a:rPr lang="ko-KR" altLang="en-US" dirty="0"/>
              <a:t>동의하지 않음</a:t>
            </a:r>
            <a:r>
              <a:rPr lang="en-US" altLang="ko-KR" dirty="0"/>
              <a:t>" </a:t>
            </a:r>
            <a:r>
              <a:rPr lang="ko-KR" altLang="en-US" dirty="0"/>
              <a:t>상태를 색상으로만 구별하고 있음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활성화 상태에 대한 정보를 색상 이외의 수단으로 구분할 수 있는 단서</a:t>
            </a:r>
            <a:r>
              <a:rPr lang="en-US" altLang="ko-KR" dirty="0"/>
              <a:t>(</a:t>
            </a:r>
            <a:r>
              <a:rPr lang="ko-KR" altLang="en-US" dirty="0"/>
              <a:t>밑줄</a:t>
            </a:r>
            <a:r>
              <a:rPr lang="en-US" altLang="ko-KR" dirty="0"/>
              <a:t>,  </a:t>
            </a:r>
            <a:r>
              <a:rPr lang="ko-KR" altLang="en-US" dirty="0"/>
              <a:t>크기 차이</a:t>
            </a:r>
            <a:r>
              <a:rPr lang="en-US" altLang="ko-KR" dirty="0"/>
              <a:t>, 1px </a:t>
            </a:r>
            <a:r>
              <a:rPr lang="ko-KR" altLang="en-US" dirty="0"/>
              <a:t>이상의 테두리 차이</a:t>
            </a:r>
            <a:r>
              <a:rPr lang="en-US" altLang="ko-KR" dirty="0"/>
              <a:t>, </a:t>
            </a:r>
            <a:r>
              <a:rPr lang="ko-KR" altLang="en-US" dirty="0" err="1"/>
              <a:t>표식자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  <a:r>
              <a:rPr lang="ko-KR" altLang="en-US" dirty="0"/>
              <a:t>를 제공해야 함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7556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먼데이클럽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신용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 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 제공 동의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색에 무관한 인식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정보는 색에 관계없이 인식될 수 있어야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콘텐츠에서 제공하는 모든 정보는 특정한 색을 구별할 수 없는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흑백 디스플레이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흑백 인쇄물을 보는 사용자 및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고대비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모드 사용자가 인식할 수 있도록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AE66E49A-EAE1-957D-F0EE-E092D39CDB9C}"/>
              </a:ext>
            </a:extLst>
          </p:cNvPr>
          <p:cNvSpPr/>
          <p:nvPr/>
        </p:nvSpPr>
        <p:spPr>
          <a:xfrm>
            <a:off x="7048832" y="5174190"/>
            <a:ext cx="1072978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xmlns="" id="{A2256C7F-46A8-7CD5-22B4-724BA7BCA4B2}"/>
              </a:ext>
            </a:extLst>
          </p:cNvPr>
          <p:cNvCxnSpPr>
            <a:cxnSpLocks/>
          </p:cNvCxnSpPr>
          <p:nvPr/>
        </p:nvCxnSpPr>
        <p:spPr>
          <a:xfrm flipH="1">
            <a:off x="7828702" y="4928656"/>
            <a:ext cx="11168" cy="24553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38865CC3-CC57-8AF2-6225-FDBB71A1E31F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7171238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609408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인앱으로 제공하는 외부 서비스에 대한 접근성이 준수되어야 함</a:t>
            </a:r>
            <a:r>
              <a:rPr lang="en-US" altLang="ko-KR"/>
              <a:t>.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632076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하티즘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색에 무관한 인식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표시되는 모든 정보는 색에 관계없이 인식될 수 있어야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콘텐츠에서 제공하는 모든 정보는 특정한 색을 구별할 수 없는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흑백 디스플레이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흑백 인쇄물을 보는 사용자 및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고대비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모드 사용자가 인식할 수 있도록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 descr="텍스트, 컴퓨터, 스크린샷, 웹사이트이(가) 표시된 사진&#10;&#10;자동 생성된 설명">
            <a:extLst>
              <a:ext uri="{FF2B5EF4-FFF2-40B4-BE49-F238E27FC236}">
                <a16:creationId xmlns:a16="http://schemas.microsoft.com/office/drawing/2014/main" xmlns="" id="{88B1ABFC-A404-6432-C165-F98E34146B7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87508" y="2752724"/>
            <a:ext cx="1922162" cy="322580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2" name="그림 11" descr="텍스트, 인간의 얼굴, 스크린샷, 만화 영화이(가) 표시된 사진&#10;&#10;자동 생성된 설명">
            <a:extLst>
              <a:ext uri="{FF2B5EF4-FFF2-40B4-BE49-F238E27FC236}">
                <a16:creationId xmlns:a16="http://schemas.microsoft.com/office/drawing/2014/main" xmlns="" id="{9AB5F154-52F2-981A-B9C9-C07D9218407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82766" y="2611126"/>
            <a:ext cx="1891409" cy="350899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8A7D805B-0D5C-0097-57ED-63E3A26A18D6}"/>
              </a:ext>
            </a:extLst>
          </p:cNvPr>
          <p:cNvSpPr/>
          <p:nvPr/>
        </p:nvSpPr>
        <p:spPr>
          <a:xfrm>
            <a:off x="5207448" y="3429000"/>
            <a:ext cx="1891409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xmlns="" id="{D5EBB0E9-A520-5815-C913-70019C46015C}"/>
              </a:ext>
            </a:extLst>
          </p:cNvPr>
          <p:cNvCxnSpPr>
            <a:stCxn id="13" idx="3"/>
          </p:cNvCxnSpPr>
          <p:nvPr/>
        </p:nvCxnSpPr>
        <p:spPr>
          <a:xfrm>
            <a:off x="7098857" y="3605766"/>
            <a:ext cx="283909" cy="547135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FCA44AB6-1C65-05AF-F887-A2D3C63DFCBE}"/>
              </a:ext>
            </a:extLst>
          </p:cNvPr>
          <p:cNvSpPr/>
          <p:nvPr/>
        </p:nvSpPr>
        <p:spPr>
          <a:xfrm>
            <a:off x="7365160" y="2611125"/>
            <a:ext cx="1891409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4960449" y="1072661"/>
            <a:ext cx="5565531" cy="5292970"/>
          </a:xfrm>
          <a:prstGeom prst="ellipse">
            <a:avLst/>
          </a:prstGeom>
          <a:solidFill>
            <a:schemeClr val="accent1">
              <a:alpha val="56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5400" dirty="0" smtClean="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외부서비스</a:t>
            </a:r>
            <a:endParaRPr lang="en-US" altLang="ko-KR" sz="5400" dirty="0" smtClean="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271227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만화 영화이(가) 표시된 사진&#10;&#10;자동 생성된 설명">
            <a:extLst>
              <a:ext uri="{FF2B5EF4-FFF2-40B4-BE49-F238E27FC236}">
                <a16:creationId xmlns:a16="http://schemas.microsoft.com/office/drawing/2014/main" xmlns="" id="{EA6697DA-23F4-A57F-52ED-AC116B428CD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1538" y="2551529"/>
            <a:ext cx="2520000" cy="372934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4074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사용할 수 없는 </a:t>
            </a:r>
            <a:r>
              <a:rPr lang="ko-KR" altLang="en-US"/>
              <a:t>버튼은 </a:t>
            </a:r>
            <a:r>
              <a:rPr lang="en-US" altLang="ko-KR"/>
              <a:t>disabled </a:t>
            </a:r>
            <a:r>
              <a:rPr lang="ko-KR" altLang="en-US" dirty="0"/>
              <a:t>속성을 사용하여</a:t>
            </a:r>
            <a:r>
              <a:rPr lang="en-US" altLang="ko-KR" dirty="0"/>
              <a:t>, </a:t>
            </a:r>
            <a:r>
              <a:rPr lang="ko-KR" altLang="en-US" dirty="0"/>
              <a:t>기능이 없다는 정보를 스크린 리더 사용자에게도 제공해야 함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xmlns="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645849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xmlns="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xmlns="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xmlns="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뱅킹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모아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531405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A0F8C939-5574-DFEB-13CB-4016F6CBB9A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2023-11-03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xmlns="" id="{D5EBB0E9-A520-5815-C913-70019C46015C}"/>
              </a:ext>
            </a:extLst>
          </p:cNvPr>
          <p:cNvCxnSpPr>
            <a:cxnSpLocks/>
          </p:cNvCxnSpPr>
          <p:nvPr/>
        </p:nvCxnSpPr>
        <p:spPr>
          <a:xfrm>
            <a:off x="7262370" y="4839975"/>
            <a:ext cx="0" cy="36195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FCA44AB6-1C65-05AF-F887-A2D3C63DFCBE}"/>
              </a:ext>
            </a:extLst>
          </p:cNvPr>
          <p:cNvSpPr/>
          <p:nvPr/>
        </p:nvSpPr>
        <p:spPr>
          <a:xfrm>
            <a:off x="5961538" y="5201925"/>
            <a:ext cx="2520000" cy="3535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0122EDE2-EC9E-ACED-A748-C10CED7F6F6E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개선 확인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ctr" defTabSz="144000">
              <a:lnSpc>
                <a:spcPct val="110000"/>
              </a:lnSpc>
            </a:pP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(20231113)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719493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C54CF6D-D48E-4896-AAC0-AD83561D2272}"/>
              </a:ext>
            </a:extLst>
          </p:cNvPr>
          <p:cNvSpPr txBox="1"/>
          <p:nvPr/>
        </p:nvSpPr>
        <p:spPr>
          <a:xfrm>
            <a:off x="3462849" y="2705725"/>
            <a:ext cx="298030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8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E.O.D</a:t>
            </a:r>
            <a:endParaRPr lang="ko-KR" altLang="en-US" sz="8800" dirty="0">
              <a:solidFill>
                <a:schemeClr val="bg1">
                  <a:lumMod val="6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8612445"/>
      </p:ext>
    </p:extLst>
  </p:cSld>
  <p:clrMapOvr>
    <a:masterClrMapping/>
  </p:clrMapOvr>
</p:sld>
</file>

<file path=ppt/theme/theme1.xml><?xml version="1.0" encoding="utf-8"?>
<a:theme xmlns:a="http://schemas.openxmlformats.org/drawingml/2006/main" name="웹 접근성 컨설팅_part2">
  <a:themeElements>
    <a:clrScheme name="SNC LAB">
      <a:dk1>
        <a:srgbClr val="000000"/>
      </a:dk1>
      <a:lt1>
        <a:srgbClr val="FFFFFF"/>
      </a:lt1>
      <a:dk2>
        <a:srgbClr val="003764"/>
      </a:dk2>
      <a:lt2>
        <a:srgbClr val="F2F2F2"/>
      </a:lt2>
      <a:accent1>
        <a:srgbClr val="0061B0"/>
      </a:accent1>
      <a:accent2>
        <a:srgbClr val="00B0F0"/>
      </a:accent2>
      <a:accent3>
        <a:srgbClr val="F37321"/>
      </a:accent3>
      <a:accent4>
        <a:srgbClr val="B06B00"/>
      </a:accent4>
      <a:accent5>
        <a:srgbClr val="D83933"/>
      </a:accent5>
      <a:accent6>
        <a:srgbClr val="067067"/>
      </a:accent6>
      <a:hlink>
        <a:srgbClr val="000080"/>
      </a:hlink>
      <a:folHlink>
        <a:srgbClr val="954F72"/>
      </a:folHlink>
    </a:clrScheme>
    <a:fontScheme name="Spoqa Han Sans Neo">
      <a:majorFont>
        <a:latin typeface="Spoqa Han Sans Neo Bold"/>
        <a:ea typeface="Spoqa Han Sans Neo Bold"/>
        <a:cs typeface=""/>
      </a:majorFont>
      <a:minorFont>
        <a:latin typeface="Spoqa Han Sans Neo Regular"/>
        <a:ea typeface="Spoqa Han Sans Neo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5F6F8"/>
        </a:solidFill>
        <a:ln w="3175">
          <a:noFill/>
        </a:ln>
      </a:spPr>
      <a:bodyPr wrap="square" lIns="144000" tIns="108000" rIns="144000" bIns="108000" rtlCol="0" anchor="t">
        <a:spAutoFit/>
      </a:bodyPr>
      <a:lstStyle>
        <a:defPPr algn="l" defTabSz="144000">
          <a:lnSpc>
            <a:spcPct val="110000"/>
          </a:lnSpc>
          <a:defRPr sz="800" dirty="0" smtClean="0">
            <a:solidFill>
              <a:schemeClr val="tx1">
                <a:lumMod val="95000"/>
                <a:lumOff val="5000"/>
              </a:schemeClr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accent5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72000" rtlCol="0">
        <a:spAutoFit/>
      </a:bodyPr>
      <a:lstStyle>
        <a:defPPr algn="l">
          <a:defRPr sz="9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3217</TotalTime>
  <Words>15386</Words>
  <Application>Microsoft Office PowerPoint</Application>
  <PresentationFormat>A4 용지(210x297mm)</PresentationFormat>
  <Paragraphs>2304</Paragraphs>
  <Slides>157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157</vt:i4>
      </vt:variant>
    </vt:vector>
  </HeadingPairs>
  <TitlesOfParts>
    <vt:vector size="163" baseType="lpstr">
      <vt:lpstr>굴림</vt:lpstr>
      <vt:lpstr>Arial</vt:lpstr>
      <vt:lpstr>맑은 고딕</vt:lpstr>
      <vt:lpstr>Spoqa Han Sans Neo Regular</vt:lpstr>
      <vt:lpstr>Consolas</vt:lpstr>
      <vt:lpstr>웹 접근성 컨설팅_part2</vt:lpstr>
      <vt:lpstr>PowerPoint 프레젠테이션</vt:lpstr>
      <vt:lpstr>PowerPoint 프레젠테이션</vt:lpstr>
      <vt:lpstr>PowerPoint 프레젠테이션</vt:lpstr>
      <vt:lpstr>1. 진단 개요</vt:lpstr>
      <vt:lpstr>2. 진단 기준</vt:lpstr>
      <vt:lpstr>2. 진단 기준</vt:lpstr>
      <vt:lpstr>3. 진단 방법</vt:lpstr>
      <vt:lpstr>PowerPoint 프레젠테이션</vt:lpstr>
      <vt:lpstr>1. 진단 결과 요약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Giyeon</dc:creator>
  <cp:lastModifiedBy>Frameout</cp:lastModifiedBy>
  <cp:revision>13</cp:revision>
  <cp:lastPrinted>2021-01-31T23:42:00Z</cp:lastPrinted>
  <dcterms:created xsi:type="dcterms:W3CDTF">2020-06-17T00:04:22Z</dcterms:created>
  <dcterms:modified xsi:type="dcterms:W3CDTF">2023-11-15T04:53:39Z</dcterms:modified>
</cp:coreProperties>
</file>